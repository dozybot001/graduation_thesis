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0" r:id="rId17"/>
    <p:sldId id="272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73" r:id="rId30"/>
    <p:sldId id="285" r:id="rId31"/>
    <p:sldId id="286" r:id="rId32"/>
    <p:sldId id="289" r:id="rId33"/>
    <p:sldId id="290" r:id="rId34"/>
    <p:sldId id="291" r:id="rId35"/>
    <p:sldId id="294" r:id="rId36"/>
    <p:sldId id="293" r:id="rId3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8D208C-06AA-43B4-8B93-163E859E26ED}" v="4" dt="2024-05-29T12:39:06.3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573" autoAdjust="0"/>
    <p:restoredTop sz="93298" autoAdjust="0"/>
  </p:normalViewPr>
  <p:slideViewPr>
    <p:cSldViewPr snapToGrid="0">
      <p:cViewPr varScale="1">
        <p:scale>
          <a:sx n="85" d="100"/>
          <a:sy n="85" d="100"/>
        </p:scale>
        <p:origin x="72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 z" userId="161882819154b75b" providerId="LiveId" clId="{9B8D208C-06AA-43B4-8B93-163E859E26ED}"/>
    <pc:docChg chg="undo custSel addSld delSld modSld">
      <pc:chgData name="z z" userId="161882819154b75b" providerId="LiveId" clId="{9B8D208C-06AA-43B4-8B93-163E859E26ED}" dt="2024-05-29T12:39:06.387" v="164"/>
      <pc:docMkLst>
        <pc:docMk/>
      </pc:docMkLst>
      <pc:sldChg chg="addSp delSp modSp mod modTransition delAnim">
        <pc:chgData name="z z" userId="161882819154b75b" providerId="LiveId" clId="{9B8D208C-06AA-43B4-8B93-163E859E26ED}" dt="2024-05-29T12:39:06.387" v="164"/>
        <pc:sldMkLst>
          <pc:docMk/>
          <pc:sldMk cId="2119146004" sldId="256"/>
        </pc:sldMkLst>
        <pc:picChg chg="add del mod">
          <ac:chgData name="z z" userId="161882819154b75b" providerId="LiveId" clId="{9B8D208C-06AA-43B4-8B93-163E859E26ED}" dt="2024-05-29T08:27:28.258" v="162" actId="478"/>
          <ac:picMkLst>
            <pc:docMk/>
            <pc:sldMk cId="2119146004" sldId="256"/>
            <ac:picMk id="12" creationId="{3569E42A-677D-BE06-C8D1-E61565183573}"/>
          </ac:picMkLst>
        </pc:picChg>
      </pc:sldChg>
      <pc:sldChg chg="addSp delSp modSp mod modTransition delAnim">
        <pc:chgData name="z z" userId="161882819154b75b" providerId="LiveId" clId="{9B8D208C-06AA-43B4-8B93-163E859E26ED}" dt="2024-05-29T12:39:06.387" v="164"/>
        <pc:sldMkLst>
          <pc:docMk/>
          <pc:sldMk cId="1957530332" sldId="257"/>
        </pc:sldMkLst>
        <pc:picChg chg="add del mod">
          <ac:chgData name="z z" userId="161882819154b75b" providerId="LiveId" clId="{9B8D208C-06AA-43B4-8B93-163E859E26ED}" dt="2024-05-29T08:27:31.872" v="163" actId="478"/>
          <ac:picMkLst>
            <pc:docMk/>
            <pc:sldMk cId="1957530332" sldId="257"/>
            <ac:picMk id="7" creationId="{A6E70DC7-7037-B620-027B-9EB08A80DA28}"/>
          </ac:picMkLst>
        </pc:picChg>
      </pc:sldChg>
      <pc:sldChg chg="modTransition">
        <pc:chgData name="z z" userId="161882819154b75b" providerId="LiveId" clId="{9B8D208C-06AA-43B4-8B93-163E859E26ED}" dt="2024-05-29T12:39:06.387" v="164"/>
        <pc:sldMkLst>
          <pc:docMk/>
          <pc:sldMk cId="2002185074" sldId="258"/>
        </pc:sldMkLst>
      </pc:sldChg>
      <pc:sldChg chg="modTransition">
        <pc:chgData name="z z" userId="161882819154b75b" providerId="LiveId" clId="{9B8D208C-06AA-43B4-8B93-163E859E26ED}" dt="2024-05-29T12:39:06.387" v="164"/>
        <pc:sldMkLst>
          <pc:docMk/>
          <pc:sldMk cId="3709605012" sldId="259"/>
        </pc:sldMkLst>
      </pc:sldChg>
      <pc:sldChg chg="modTransition">
        <pc:chgData name="z z" userId="161882819154b75b" providerId="LiveId" clId="{9B8D208C-06AA-43B4-8B93-163E859E26ED}" dt="2024-05-29T12:39:06.387" v="164"/>
        <pc:sldMkLst>
          <pc:docMk/>
          <pc:sldMk cId="553361782" sldId="260"/>
        </pc:sldMkLst>
      </pc:sldChg>
      <pc:sldChg chg="modTransition">
        <pc:chgData name="z z" userId="161882819154b75b" providerId="LiveId" clId="{9B8D208C-06AA-43B4-8B93-163E859E26ED}" dt="2024-05-29T12:39:06.387" v="164"/>
        <pc:sldMkLst>
          <pc:docMk/>
          <pc:sldMk cId="3069901999" sldId="261"/>
        </pc:sldMkLst>
      </pc:sldChg>
      <pc:sldChg chg="modTransition">
        <pc:chgData name="z z" userId="161882819154b75b" providerId="LiveId" clId="{9B8D208C-06AA-43B4-8B93-163E859E26ED}" dt="2024-05-29T12:39:06.387" v="164"/>
        <pc:sldMkLst>
          <pc:docMk/>
          <pc:sldMk cId="2378992947" sldId="262"/>
        </pc:sldMkLst>
      </pc:sldChg>
      <pc:sldChg chg="modTransition">
        <pc:chgData name="z z" userId="161882819154b75b" providerId="LiveId" clId="{9B8D208C-06AA-43B4-8B93-163E859E26ED}" dt="2024-05-29T12:39:06.387" v="164"/>
        <pc:sldMkLst>
          <pc:docMk/>
          <pc:sldMk cId="3633456029" sldId="263"/>
        </pc:sldMkLst>
      </pc:sldChg>
      <pc:sldChg chg="modTransition">
        <pc:chgData name="z z" userId="161882819154b75b" providerId="LiveId" clId="{9B8D208C-06AA-43B4-8B93-163E859E26ED}" dt="2024-05-29T12:39:06.387" v="164"/>
        <pc:sldMkLst>
          <pc:docMk/>
          <pc:sldMk cId="366169775" sldId="264"/>
        </pc:sldMkLst>
      </pc:sldChg>
      <pc:sldChg chg="modTransition">
        <pc:chgData name="z z" userId="161882819154b75b" providerId="LiveId" clId="{9B8D208C-06AA-43B4-8B93-163E859E26ED}" dt="2024-05-29T12:39:06.387" v="164"/>
        <pc:sldMkLst>
          <pc:docMk/>
          <pc:sldMk cId="3034850634" sldId="265"/>
        </pc:sldMkLst>
      </pc:sldChg>
      <pc:sldChg chg="modTransition">
        <pc:chgData name="z z" userId="161882819154b75b" providerId="LiveId" clId="{9B8D208C-06AA-43B4-8B93-163E859E26ED}" dt="2024-05-29T12:39:06.387" v="164"/>
        <pc:sldMkLst>
          <pc:docMk/>
          <pc:sldMk cId="1011037113" sldId="266"/>
        </pc:sldMkLst>
      </pc:sldChg>
      <pc:sldChg chg="modTransition">
        <pc:chgData name="z z" userId="161882819154b75b" providerId="LiveId" clId="{9B8D208C-06AA-43B4-8B93-163E859E26ED}" dt="2024-05-29T12:39:06.387" v="164"/>
        <pc:sldMkLst>
          <pc:docMk/>
          <pc:sldMk cId="972619586" sldId="267"/>
        </pc:sldMkLst>
      </pc:sldChg>
      <pc:sldChg chg="modTransition">
        <pc:chgData name="z z" userId="161882819154b75b" providerId="LiveId" clId="{9B8D208C-06AA-43B4-8B93-163E859E26ED}" dt="2024-05-29T12:39:06.387" v="164"/>
        <pc:sldMkLst>
          <pc:docMk/>
          <pc:sldMk cId="1093104912" sldId="268"/>
        </pc:sldMkLst>
      </pc:sldChg>
      <pc:sldChg chg="modTransition">
        <pc:chgData name="z z" userId="161882819154b75b" providerId="LiveId" clId="{9B8D208C-06AA-43B4-8B93-163E859E26ED}" dt="2024-05-29T12:39:06.387" v="164"/>
        <pc:sldMkLst>
          <pc:docMk/>
          <pc:sldMk cId="1553195285" sldId="269"/>
        </pc:sldMkLst>
      </pc:sldChg>
      <pc:sldChg chg="modTransition">
        <pc:chgData name="z z" userId="161882819154b75b" providerId="LiveId" clId="{9B8D208C-06AA-43B4-8B93-163E859E26ED}" dt="2024-05-29T12:39:06.387" v="164"/>
        <pc:sldMkLst>
          <pc:docMk/>
          <pc:sldMk cId="3622404836" sldId="270"/>
        </pc:sldMkLst>
      </pc:sldChg>
      <pc:sldChg chg="modTransition">
        <pc:chgData name="z z" userId="161882819154b75b" providerId="LiveId" clId="{9B8D208C-06AA-43B4-8B93-163E859E26ED}" dt="2024-05-29T12:39:06.387" v="164"/>
        <pc:sldMkLst>
          <pc:docMk/>
          <pc:sldMk cId="3308096138" sldId="271"/>
        </pc:sldMkLst>
      </pc:sldChg>
      <pc:sldChg chg="modTransition">
        <pc:chgData name="z z" userId="161882819154b75b" providerId="LiveId" clId="{9B8D208C-06AA-43B4-8B93-163E859E26ED}" dt="2024-05-29T12:39:06.387" v="164"/>
        <pc:sldMkLst>
          <pc:docMk/>
          <pc:sldMk cId="3400719524" sldId="272"/>
        </pc:sldMkLst>
      </pc:sldChg>
      <pc:sldChg chg="modTransition">
        <pc:chgData name="z z" userId="161882819154b75b" providerId="LiveId" clId="{9B8D208C-06AA-43B4-8B93-163E859E26ED}" dt="2024-05-29T12:39:06.387" v="164"/>
        <pc:sldMkLst>
          <pc:docMk/>
          <pc:sldMk cId="170215702" sldId="273"/>
        </pc:sldMkLst>
      </pc:sldChg>
      <pc:sldChg chg="modTransition">
        <pc:chgData name="z z" userId="161882819154b75b" providerId="LiveId" clId="{9B8D208C-06AA-43B4-8B93-163E859E26ED}" dt="2024-05-29T12:39:06.387" v="164"/>
        <pc:sldMkLst>
          <pc:docMk/>
          <pc:sldMk cId="1523311525" sldId="274"/>
        </pc:sldMkLst>
      </pc:sldChg>
      <pc:sldChg chg="modTransition">
        <pc:chgData name="z z" userId="161882819154b75b" providerId="LiveId" clId="{9B8D208C-06AA-43B4-8B93-163E859E26ED}" dt="2024-05-29T12:39:06.387" v="164"/>
        <pc:sldMkLst>
          <pc:docMk/>
          <pc:sldMk cId="457229056" sldId="275"/>
        </pc:sldMkLst>
      </pc:sldChg>
      <pc:sldChg chg="modTransition">
        <pc:chgData name="z z" userId="161882819154b75b" providerId="LiveId" clId="{9B8D208C-06AA-43B4-8B93-163E859E26ED}" dt="2024-05-29T12:39:06.387" v="164"/>
        <pc:sldMkLst>
          <pc:docMk/>
          <pc:sldMk cId="579058831" sldId="276"/>
        </pc:sldMkLst>
      </pc:sldChg>
      <pc:sldChg chg="modTransition">
        <pc:chgData name="z z" userId="161882819154b75b" providerId="LiveId" clId="{9B8D208C-06AA-43B4-8B93-163E859E26ED}" dt="2024-05-29T12:39:06.387" v="164"/>
        <pc:sldMkLst>
          <pc:docMk/>
          <pc:sldMk cId="2837586666" sldId="277"/>
        </pc:sldMkLst>
      </pc:sldChg>
      <pc:sldChg chg="modTransition">
        <pc:chgData name="z z" userId="161882819154b75b" providerId="LiveId" clId="{9B8D208C-06AA-43B4-8B93-163E859E26ED}" dt="2024-05-29T12:39:06.387" v="164"/>
        <pc:sldMkLst>
          <pc:docMk/>
          <pc:sldMk cId="1993152155" sldId="278"/>
        </pc:sldMkLst>
      </pc:sldChg>
      <pc:sldChg chg="modTransition">
        <pc:chgData name="z z" userId="161882819154b75b" providerId="LiveId" clId="{9B8D208C-06AA-43B4-8B93-163E859E26ED}" dt="2024-05-29T12:39:06.387" v="164"/>
        <pc:sldMkLst>
          <pc:docMk/>
          <pc:sldMk cId="1509884808" sldId="279"/>
        </pc:sldMkLst>
      </pc:sldChg>
      <pc:sldChg chg="modTransition">
        <pc:chgData name="z z" userId="161882819154b75b" providerId="LiveId" clId="{9B8D208C-06AA-43B4-8B93-163E859E26ED}" dt="2024-05-29T12:39:06.387" v="164"/>
        <pc:sldMkLst>
          <pc:docMk/>
          <pc:sldMk cId="2333960567" sldId="280"/>
        </pc:sldMkLst>
      </pc:sldChg>
      <pc:sldChg chg="modTransition">
        <pc:chgData name="z z" userId="161882819154b75b" providerId="LiveId" clId="{9B8D208C-06AA-43B4-8B93-163E859E26ED}" dt="2024-05-29T12:39:06.387" v="164"/>
        <pc:sldMkLst>
          <pc:docMk/>
          <pc:sldMk cId="1806761876" sldId="281"/>
        </pc:sldMkLst>
      </pc:sldChg>
      <pc:sldChg chg="modTransition">
        <pc:chgData name="z z" userId="161882819154b75b" providerId="LiveId" clId="{9B8D208C-06AA-43B4-8B93-163E859E26ED}" dt="2024-05-29T12:39:06.387" v="164"/>
        <pc:sldMkLst>
          <pc:docMk/>
          <pc:sldMk cId="2269210760" sldId="282"/>
        </pc:sldMkLst>
      </pc:sldChg>
      <pc:sldChg chg="modTransition">
        <pc:chgData name="z z" userId="161882819154b75b" providerId="LiveId" clId="{9B8D208C-06AA-43B4-8B93-163E859E26ED}" dt="2024-05-29T12:39:06.387" v="164"/>
        <pc:sldMkLst>
          <pc:docMk/>
          <pc:sldMk cId="1425646463" sldId="283"/>
        </pc:sldMkLst>
      </pc:sldChg>
      <pc:sldChg chg="modTransition">
        <pc:chgData name="z z" userId="161882819154b75b" providerId="LiveId" clId="{9B8D208C-06AA-43B4-8B93-163E859E26ED}" dt="2024-05-29T12:39:06.387" v="164"/>
        <pc:sldMkLst>
          <pc:docMk/>
          <pc:sldMk cId="141233347" sldId="284"/>
        </pc:sldMkLst>
      </pc:sldChg>
      <pc:sldChg chg="modTransition">
        <pc:chgData name="z z" userId="161882819154b75b" providerId="LiveId" clId="{9B8D208C-06AA-43B4-8B93-163E859E26ED}" dt="2024-05-29T12:39:06.387" v="164"/>
        <pc:sldMkLst>
          <pc:docMk/>
          <pc:sldMk cId="2197053515" sldId="285"/>
        </pc:sldMkLst>
      </pc:sldChg>
      <pc:sldChg chg="modTransition">
        <pc:chgData name="z z" userId="161882819154b75b" providerId="LiveId" clId="{9B8D208C-06AA-43B4-8B93-163E859E26ED}" dt="2024-05-29T12:39:06.387" v="164"/>
        <pc:sldMkLst>
          <pc:docMk/>
          <pc:sldMk cId="2262846601" sldId="286"/>
        </pc:sldMkLst>
      </pc:sldChg>
      <pc:sldChg chg="modTransition">
        <pc:chgData name="z z" userId="161882819154b75b" providerId="LiveId" clId="{9B8D208C-06AA-43B4-8B93-163E859E26ED}" dt="2024-05-29T12:39:06.387" v="164"/>
        <pc:sldMkLst>
          <pc:docMk/>
          <pc:sldMk cId="2875089566" sldId="289"/>
        </pc:sldMkLst>
      </pc:sldChg>
      <pc:sldChg chg="modTransition">
        <pc:chgData name="z z" userId="161882819154b75b" providerId="LiveId" clId="{9B8D208C-06AA-43B4-8B93-163E859E26ED}" dt="2024-05-29T12:39:06.387" v="164"/>
        <pc:sldMkLst>
          <pc:docMk/>
          <pc:sldMk cId="3703432510" sldId="290"/>
        </pc:sldMkLst>
      </pc:sldChg>
      <pc:sldChg chg="modTransition">
        <pc:chgData name="z z" userId="161882819154b75b" providerId="LiveId" clId="{9B8D208C-06AA-43B4-8B93-163E859E26ED}" dt="2024-05-29T12:39:06.387" v="164"/>
        <pc:sldMkLst>
          <pc:docMk/>
          <pc:sldMk cId="2089997948" sldId="291"/>
        </pc:sldMkLst>
      </pc:sldChg>
      <pc:sldChg chg="addSp delSp modSp mod modTransition addAnim delAnim">
        <pc:chgData name="z z" userId="161882819154b75b" providerId="LiveId" clId="{9B8D208C-06AA-43B4-8B93-163E859E26ED}" dt="2024-05-29T12:39:06.387" v="164"/>
        <pc:sldMkLst>
          <pc:docMk/>
          <pc:sldMk cId="1415246007" sldId="293"/>
        </pc:sldMkLst>
        <pc:spChg chg="add del">
          <ac:chgData name="z z" userId="161882819154b75b" providerId="LiveId" clId="{9B8D208C-06AA-43B4-8B93-163E859E26ED}" dt="2024-05-29T04:55:43.970" v="10" actId="478"/>
          <ac:spMkLst>
            <pc:docMk/>
            <pc:sldMk cId="1415246007" sldId="293"/>
            <ac:spMk id="39" creationId="{E03C6BC2-AF47-089A-E6BD-AAB2D5D4BFC3}"/>
          </ac:spMkLst>
        </pc:spChg>
        <pc:spChg chg="add del">
          <ac:chgData name="z z" userId="161882819154b75b" providerId="LiveId" clId="{9B8D208C-06AA-43B4-8B93-163E859E26ED}" dt="2024-05-29T04:55:43.970" v="10" actId="478"/>
          <ac:spMkLst>
            <pc:docMk/>
            <pc:sldMk cId="1415246007" sldId="293"/>
            <ac:spMk id="46" creationId="{13D84658-1184-7423-44D1-81A4056B0D8B}"/>
          </ac:spMkLst>
        </pc:spChg>
        <pc:spChg chg="add del">
          <ac:chgData name="z z" userId="161882819154b75b" providerId="LiveId" clId="{9B8D208C-06AA-43B4-8B93-163E859E26ED}" dt="2024-05-29T04:55:43.970" v="10" actId="478"/>
          <ac:spMkLst>
            <pc:docMk/>
            <pc:sldMk cId="1415246007" sldId="293"/>
            <ac:spMk id="47" creationId="{E85124AD-5884-8084-EDB2-74649EEB3506}"/>
          </ac:spMkLst>
        </pc:spChg>
        <pc:spChg chg="add del">
          <ac:chgData name="z z" userId="161882819154b75b" providerId="LiveId" clId="{9B8D208C-06AA-43B4-8B93-163E859E26ED}" dt="2024-05-29T04:55:44.397" v="11" actId="478"/>
          <ac:spMkLst>
            <pc:docMk/>
            <pc:sldMk cId="1415246007" sldId="293"/>
            <ac:spMk id="48" creationId="{EE41A7A3-D3A3-8A4E-5E5A-0ACC9D21ACA9}"/>
          </ac:spMkLst>
        </pc:spChg>
        <pc:spChg chg="add del">
          <ac:chgData name="z z" userId="161882819154b75b" providerId="LiveId" clId="{9B8D208C-06AA-43B4-8B93-163E859E26ED}" dt="2024-05-29T04:55:44.857" v="12" actId="478"/>
          <ac:spMkLst>
            <pc:docMk/>
            <pc:sldMk cId="1415246007" sldId="293"/>
            <ac:spMk id="49" creationId="{830BF383-9452-932F-9317-4DEC250E995F}"/>
          </ac:spMkLst>
        </pc:spChg>
        <pc:spChg chg="add del">
          <ac:chgData name="z z" userId="161882819154b75b" providerId="LiveId" clId="{9B8D208C-06AA-43B4-8B93-163E859E26ED}" dt="2024-05-29T04:55:43.970" v="10" actId="478"/>
          <ac:spMkLst>
            <pc:docMk/>
            <pc:sldMk cId="1415246007" sldId="293"/>
            <ac:spMk id="50" creationId="{849CD939-C2CB-20E8-66FF-1D61116206AF}"/>
          </ac:spMkLst>
        </pc:spChg>
        <pc:picChg chg="add mod">
          <ac:chgData name="z z" userId="161882819154b75b" providerId="LiveId" clId="{9B8D208C-06AA-43B4-8B93-163E859E26ED}" dt="2024-05-29T04:56:30.929" v="160" actId="1036"/>
          <ac:picMkLst>
            <pc:docMk/>
            <pc:sldMk cId="1415246007" sldId="293"/>
            <ac:picMk id="2" creationId="{7CDC4EEA-D167-CD1C-91DD-B37BD232DC91}"/>
          </ac:picMkLst>
        </pc:picChg>
      </pc:sldChg>
      <pc:sldChg chg="modTransition">
        <pc:chgData name="z z" userId="161882819154b75b" providerId="LiveId" clId="{9B8D208C-06AA-43B4-8B93-163E859E26ED}" dt="2024-05-29T12:39:06.387" v="164"/>
        <pc:sldMkLst>
          <pc:docMk/>
          <pc:sldMk cId="4194247699" sldId="294"/>
        </pc:sldMkLst>
      </pc:sldChg>
      <pc:sldChg chg="addSp delSp add del mod addAnim delAnim">
        <pc:chgData name="z z" userId="161882819154b75b" providerId="LiveId" clId="{9B8D208C-06AA-43B4-8B93-163E859E26ED}" dt="2024-05-29T04:55:02.234" v="6" actId="2696"/>
        <pc:sldMkLst>
          <pc:docMk/>
          <pc:sldMk cId="4093301296" sldId="295"/>
        </pc:sldMkLst>
        <pc:spChg chg="add del">
          <ac:chgData name="z z" userId="161882819154b75b" providerId="LiveId" clId="{9B8D208C-06AA-43B4-8B93-163E859E26ED}" dt="2024-05-29T04:54:57.259" v="5" actId="478"/>
          <ac:spMkLst>
            <pc:docMk/>
            <pc:sldMk cId="4093301296" sldId="295"/>
            <ac:spMk id="46" creationId="{13D84658-1184-7423-44D1-81A4056B0D8B}"/>
          </ac:spMkLst>
        </pc:spChg>
        <pc:spChg chg="del">
          <ac:chgData name="z z" userId="161882819154b75b" providerId="LiveId" clId="{9B8D208C-06AA-43B4-8B93-163E859E26ED}" dt="2024-05-29T04:54:44.150" v="1" actId="478"/>
          <ac:spMkLst>
            <pc:docMk/>
            <pc:sldMk cId="4093301296" sldId="295"/>
            <ac:spMk id="47" creationId="{E85124AD-5884-8084-EDB2-74649EEB3506}"/>
          </ac:spMkLst>
        </pc:spChg>
        <pc:spChg chg="add del">
          <ac:chgData name="z z" userId="161882819154b75b" providerId="LiveId" clId="{9B8D208C-06AA-43B4-8B93-163E859E26ED}" dt="2024-05-29T04:54:56.608" v="4" actId="478"/>
          <ac:spMkLst>
            <pc:docMk/>
            <pc:sldMk cId="4093301296" sldId="295"/>
            <ac:spMk id="49" creationId="{830BF383-9452-932F-9317-4DEC250E995F}"/>
          </ac:spMkLst>
        </pc:spChg>
      </pc:sldChg>
    </pc:docChg>
  </pc:docChgLst>
  <pc:docChgLst>
    <pc:chgData name="z z" userId="161882819154b75b" providerId="LiveId" clId="{E857BD72-A5A7-4845-87EA-1B97DB89FFC1}"/>
    <pc:docChg chg="undo redo custSel addSld delSld modSld sldOrd">
      <pc:chgData name="z z" userId="161882819154b75b" providerId="LiveId" clId="{E857BD72-A5A7-4845-87EA-1B97DB89FFC1}" dt="2024-05-20T09:50:25.522" v="16692"/>
      <pc:docMkLst>
        <pc:docMk/>
      </pc:docMkLst>
      <pc:sldChg chg="addSp delSp modSp new mod">
        <pc:chgData name="z z" userId="161882819154b75b" providerId="LiveId" clId="{E857BD72-A5A7-4845-87EA-1B97DB89FFC1}" dt="2024-05-20T09:08:42.548" v="15691"/>
        <pc:sldMkLst>
          <pc:docMk/>
          <pc:sldMk cId="2119146004" sldId="256"/>
        </pc:sldMkLst>
        <pc:spChg chg="del">
          <ac:chgData name="z z" userId="161882819154b75b" providerId="LiveId" clId="{E857BD72-A5A7-4845-87EA-1B97DB89FFC1}" dt="2024-05-16T08:49:30.451" v="1" actId="478"/>
          <ac:spMkLst>
            <pc:docMk/>
            <pc:sldMk cId="2119146004" sldId="256"/>
            <ac:spMk id="2" creationId="{DD65BB92-D067-2463-6AE4-7B438127A20A}"/>
          </ac:spMkLst>
        </pc:spChg>
        <pc:spChg chg="add del">
          <ac:chgData name="z z" userId="161882819154b75b" providerId="LiveId" clId="{E857BD72-A5A7-4845-87EA-1B97DB89FFC1}" dt="2024-05-16T12:43:59.651" v="255" actId="22"/>
          <ac:spMkLst>
            <pc:docMk/>
            <pc:sldMk cId="2119146004" sldId="256"/>
            <ac:spMk id="3" creationId="{222EBE45-7510-A08D-4614-1302E7E14544}"/>
          </ac:spMkLst>
        </pc:spChg>
        <pc:spChg chg="del">
          <ac:chgData name="z z" userId="161882819154b75b" providerId="LiveId" clId="{E857BD72-A5A7-4845-87EA-1B97DB89FFC1}" dt="2024-05-16T08:49:30.451" v="1" actId="478"/>
          <ac:spMkLst>
            <pc:docMk/>
            <pc:sldMk cId="2119146004" sldId="256"/>
            <ac:spMk id="3" creationId="{C0B343E6-29E4-16A1-EA45-F8752E12D212}"/>
          </ac:spMkLst>
        </pc:spChg>
        <pc:spChg chg="add mod">
          <ac:chgData name="z z" userId="161882819154b75b" providerId="LiveId" clId="{E857BD72-A5A7-4845-87EA-1B97DB89FFC1}" dt="2024-05-16T12:49:34.299" v="535" actId="1035"/>
          <ac:spMkLst>
            <pc:docMk/>
            <pc:sldMk cId="2119146004" sldId="256"/>
            <ac:spMk id="4" creationId="{D21339DC-CF11-4619-2BF3-EF270400A188}"/>
          </ac:spMkLst>
        </pc:spChg>
        <pc:spChg chg="add mod">
          <ac:chgData name="z z" userId="161882819154b75b" providerId="LiveId" clId="{E857BD72-A5A7-4845-87EA-1B97DB89FFC1}" dt="2024-05-19T02:54:16.436" v="708" actId="2711"/>
          <ac:spMkLst>
            <pc:docMk/>
            <pc:sldMk cId="2119146004" sldId="256"/>
            <ac:spMk id="5" creationId="{E9A68972-E406-8EAB-666D-3AE73439A6FF}"/>
          </ac:spMkLst>
        </pc:spChg>
        <pc:picChg chg="add mod">
          <ac:chgData name="z z" userId="161882819154b75b" providerId="LiveId" clId="{E857BD72-A5A7-4845-87EA-1B97DB89FFC1}" dt="2024-05-20T09:08:42.548" v="15691"/>
          <ac:picMkLst>
            <pc:docMk/>
            <pc:sldMk cId="2119146004" sldId="256"/>
            <ac:picMk id="2" creationId="{4BFE8449-36DD-CFFA-AB8C-7D13155D16A2}"/>
          </ac:picMkLst>
        </pc:picChg>
      </pc:sldChg>
      <pc:sldChg chg="addSp delSp modSp add mod modTransition modAnim">
        <pc:chgData name="z z" userId="161882819154b75b" providerId="LiveId" clId="{E857BD72-A5A7-4845-87EA-1B97DB89FFC1}" dt="2024-05-19T04:16:57.758" v="1315" actId="207"/>
        <pc:sldMkLst>
          <pc:docMk/>
          <pc:sldMk cId="1957530332" sldId="257"/>
        </pc:sldMkLst>
        <pc:spChg chg="add mod">
          <ac:chgData name="z z" userId="161882819154b75b" providerId="LiveId" clId="{E857BD72-A5A7-4845-87EA-1B97DB89FFC1}" dt="2024-05-19T02:53:30.246" v="705" actId="1036"/>
          <ac:spMkLst>
            <pc:docMk/>
            <pc:sldMk cId="1957530332" sldId="257"/>
            <ac:spMk id="2" creationId="{26870DF2-20A1-FD85-0339-A97EBB65B534}"/>
          </ac:spMkLst>
        </pc:spChg>
        <pc:spChg chg="add del mod">
          <ac:chgData name="z z" userId="161882819154b75b" providerId="LiveId" clId="{E857BD72-A5A7-4845-87EA-1B97DB89FFC1}" dt="2024-05-16T12:51:26.117" v="540" actId="478"/>
          <ac:spMkLst>
            <pc:docMk/>
            <pc:sldMk cId="1957530332" sldId="257"/>
            <ac:spMk id="2" creationId="{B963A630-91C0-76A7-B3C3-4DE41B87AC13}"/>
          </ac:spMkLst>
        </pc:spChg>
        <pc:spChg chg="add mod">
          <ac:chgData name="z z" userId="161882819154b75b" providerId="LiveId" clId="{E857BD72-A5A7-4845-87EA-1B97DB89FFC1}" dt="2024-05-19T02:56:06.725" v="711" actId="14100"/>
          <ac:spMkLst>
            <pc:docMk/>
            <pc:sldMk cId="1957530332" sldId="257"/>
            <ac:spMk id="3" creationId="{8D67E293-FCA8-4AC4-03E5-1570A26EDE8E}"/>
          </ac:spMkLst>
        </pc:spChg>
        <pc:spChg chg="del mod">
          <ac:chgData name="z z" userId="161882819154b75b" providerId="LiveId" clId="{E857BD72-A5A7-4845-87EA-1B97DB89FFC1}" dt="2024-05-19T02:49:24.298" v="616" actId="478"/>
          <ac:spMkLst>
            <pc:docMk/>
            <pc:sldMk cId="1957530332" sldId="257"/>
            <ac:spMk id="4" creationId="{D21339DC-CF11-4619-2BF3-EF270400A188}"/>
          </ac:spMkLst>
        </pc:spChg>
        <pc:spChg chg="del mod">
          <ac:chgData name="z z" userId="161882819154b75b" providerId="LiveId" clId="{E857BD72-A5A7-4845-87EA-1B97DB89FFC1}" dt="2024-05-16T12:45:30.409" v="459" actId="478"/>
          <ac:spMkLst>
            <pc:docMk/>
            <pc:sldMk cId="1957530332" sldId="257"/>
            <ac:spMk id="5" creationId="{E9A68972-E406-8EAB-666D-3AE73439A6FF}"/>
          </ac:spMkLst>
        </pc:spChg>
        <pc:spChg chg="add del mod">
          <ac:chgData name="z z" userId="161882819154b75b" providerId="LiveId" clId="{E857BD72-A5A7-4845-87EA-1B97DB89FFC1}" dt="2024-05-19T04:16:38.491" v="1217" actId="478"/>
          <ac:spMkLst>
            <pc:docMk/>
            <pc:sldMk cId="1957530332" sldId="257"/>
            <ac:spMk id="6" creationId="{93E6FCB0-6971-DA85-78CD-1205F0E98597}"/>
          </ac:spMkLst>
        </pc:spChg>
        <pc:spChg chg="add del">
          <ac:chgData name="z z" userId="161882819154b75b" providerId="LiveId" clId="{E857BD72-A5A7-4845-87EA-1B97DB89FFC1}" dt="2024-05-19T02:58:46.249" v="748" actId="22"/>
          <ac:spMkLst>
            <pc:docMk/>
            <pc:sldMk cId="1957530332" sldId="257"/>
            <ac:spMk id="8" creationId="{68F430EA-45E1-AA6C-3B6E-160996D29C65}"/>
          </ac:spMkLst>
        </pc:spChg>
        <pc:spChg chg="add mod">
          <ac:chgData name="z z" userId="161882819154b75b" providerId="LiveId" clId="{E857BD72-A5A7-4845-87EA-1B97DB89FFC1}" dt="2024-05-19T04:16:57.758" v="1315" actId="207"/>
          <ac:spMkLst>
            <pc:docMk/>
            <pc:sldMk cId="1957530332" sldId="257"/>
            <ac:spMk id="9" creationId="{F30C0513-3F1D-A508-DA2F-5DA75900F92A}"/>
          </ac:spMkLst>
        </pc:spChg>
      </pc:sldChg>
      <pc:sldChg chg="delSp modSp add mod delAnim">
        <pc:chgData name="z z" userId="161882819154b75b" providerId="LiveId" clId="{E857BD72-A5A7-4845-87EA-1B97DB89FFC1}" dt="2024-05-19T07:48:58.713" v="3713" actId="2711"/>
        <pc:sldMkLst>
          <pc:docMk/>
          <pc:sldMk cId="2002185074" sldId="258"/>
        </pc:sldMkLst>
        <pc:spChg chg="mod">
          <ac:chgData name="z z" userId="161882819154b75b" providerId="LiveId" clId="{E857BD72-A5A7-4845-87EA-1B97DB89FFC1}" dt="2024-05-19T03:03:42.044" v="992" actId="1035"/>
          <ac:spMkLst>
            <pc:docMk/>
            <pc:sldMk cId="2002185074" sldId="258"/>
            <ac:spMk id="2" creationId="{26870DF2-20A1-FD85-0339-A97EBB65B534}"/>
          </ac:spMkLst>
        </pc:spChg>
        <pc:spChg chg="del">
          <ac:chgData name="z z" userId="161882819154b75b" providerId="LiveId" clId="{E857BD72-A5A7-4845-87EA-1B97DB89FFC1}" dt="2024-05-19T02:58:59.832" v="750" actId="478"/>
          <ac:spMkLst>
            <pc:docMk/>
            <pc:sldMk cId="2002185074" sldId="258"/>
            <ac:spMk id="3" creationId="{8D67E293-FCA8-4AC4-03E5-1570A26EDE8E}"/>
          </ac:spMkLst>
        </pc:spChg>
        <pc:spChg chg="mod">
          <ac:chgData name="z z" userId="161882819154b75b" providerId="LiveId" clId="{E857BD72-A5A7-4845-87EA-1B97DB89FFC1}" dt="2024-05-19T07:48:58.713" v="3713" actId="2711"/>
          <ac:spMkLst>
            <pc:docMk/>
            <pc:sldMk cId="2002185074" sldId="258"/>
            <ac:spMk id="6" creationId="{93E6FCB0-6971-DA85-78CD-1205F0E98597}"/>
          </ac:spMkLst>
        </pc:spChg>
      </pc:sldChg>
      <pc:sldChg chg="addSp delSp modSp add mod delAnim modAnim">
        <pc:chgData name="z z" userId="161882819154b75b" providerId="LiveId" clId="{E857BD72-A5A7-4845-87EA-1B97DB89FFC1}" dt="2024-05-19T07:49:09.287" v="3714" actId="2711"/>
        <pc:sldMkLst>
          <pc:docMk/>
          <pc:sldMk cId="3709605012" sldId="259"/>
        </pc:sldMkLst>
        <pc:spChg chg="del">
          <ac:chgData name="z z" userId="161882819154b75b" providerId="LiveId" clId="{E857BD72-A5A7-4845-87EA-1B97DB89FFC1}" dt="2024-05-19T03:06:08.954" v="1068" actId="478"/>
          <ac:spMkLst>
            <pc:docMk/>
            <pc:sldMk cId="3709605012" sldId="259"/>
            <ac:spMk id="2" creationId="{26870DF2-20A1-FD85-0339-A97EBB65B534}"/>
          </ac:spMkLst>
        </pc:spChg>
        <pc:spChg chg="add del mod">
          <ac:chgData name="z z" userId="161882819154b75b" providerId="LiveId" clId="{E857BD72-A5A7-4845-87EA-1B97DB89FFC1}" dt="2024-05-19T04:28:25.774" v="1467" actId="478"/>
          <ac:spMkLst>
            <pc:docMk/>
            <pc:sldMk cId="3709605012" sldId="259"/>
            <ac:spMk id="3" creationId="{1FEDDFC6-9502-91B7-AE46-5F4EFF32ADA2}"/>
          </ac:spMkLst>
        </pc:spChg>
        <pc:spChg chg="add mod">
          <ac:chgData name="z z" userId="161882819154b75b" providerId="LiveId" clId="{E857BD72-A5A7-4845-87EA-1B97DB89FFC1}" dt="2024-05-19T04:28:38.489" v="1470" actId="1076"/>
          <ac:spMkLst>
            <pc:docMk/>
            <pc:sldMk cId="3709605012" sldId="259"/>
            <ac:spMk id="4" creationId="{AC6C8E54-90DF-5887-74FB-13922740BD85}"/>
          </ac:spMkLst>
        </pc:spChg>
        <pc:spChg chg="add mod">
          <ac:chgData name="z z" userId="161882819154b75b" providerId="LiveId" clId="{E857BD72-A5A7-4845-87EA-1B97DB89FFC1}" dt="2024-05-19T04:31:36.597" v="1526" actId="20577"/>
          <ac:spMkLst>
            <pc:docMk/>
            <pc:sldMk cId="3709605012" sldId="259"/>
            <ac:spMk id="5" creationId="{76D051DD-01A5-B7BE-9803-A17427FDDC5A}"/>
          </ac:spMkLst>
        </pc:spChg>
        <pc:spChg chg="mod">
          <ac:chgData name="z z" userId="161882819154b75b" providerId="LiveId" clId="{E857BD72-A5A7-4845-87EA-1B97DB89FFC1}" dt="2024-05-19T07:49:09.287" v="3714" actId="2711"/>
          <ac:spMkLst>
            <pc:docMk/>
            <pc:sldMk cId="3709605012" sldId="259"/>
            <ac:spMk id="6" creationId="{93E6FCB0-6971-DA85-78CD-1205F0E98597}"/>
          </ac:spMkLst>
        </pc:spChg>
        <pc:spChg chg="add mod">
          <ac:chgData name="z z" userId="161882819154b75b" providerId="LiveId" clId="{E857BD72-A5A7-4845-87EA-1B97DB89FFC1}" dt="2024-05-19T04:31:29.854" v="1507" actId="20577"/>
          <ac:spMkLst>
            <pc:docMk/>
            <pc:sldMk cId="3709605012" sldId="259"/>
            <ac:spMk id="7" creationId="{84B472E9-EC9B-333C-2E61-773DCBB06060}"/>
          </ac:spMkLst>
        </pc:spChg>
      </pc:sldChg>
      <pc:sldChg chg="addSp delSp modSp add mod modTransition delAnim modAnim">
        <pc:chgData name="z z" userId="161882819154b75b" providerId="LiveId" clId="{E857BD72-A5A7-4845-87EA-1B97DB89FFC1}" dt="2024-05-19T09:10:36.851" v="8518" actId="20577"/>
        <pc:sldMkLst>
          <pc:docMk/>
          <pc:sldMk cId="553361782" sldId="260"/>
        </pc:sldMkLst>
        <pc:spChg chg="del mod">
          <ac:chgData name="z z" userId="161882819154b75b" providerId="LiveId" clId="{E857BD72-A5A7-4845-87EA-1B97DB89FFC1}" dt="2024-05-19T04:29:04.275" v="1474" actId="478"/>
          <ac:spMkLst>
            <pc:docMk/>
            <pc:sldMk cId="553361782" sldId="260"/>
            <ac:spMk id="3" creationId="{1FEDDFC6-9502-91B7-AE46-5F4EFF32ADA2}"/>
          </ac:spMkLst>
        </pc:spChg>
        <pc:spChg chg="add mod">
          <ac:chgData name="z z" userId="161882819154b75b" providerId="LiveId" clId="{E857BD72-A5A7-4845-87EA-1B97DB89FFC1}" dt="2024-05-19T04:52:50.406" v="1860" actId="1076"/>
          <ac:spMkLst>
            <pc:docMk/>
            <pc:sldMk cId="553361782" sldId="260"/>
            <ac:spMk id="4" creationId="{BCA4F591-4935-56F6-4B0D-FA0454210A91}"/>
          </ac:spMkLst>
        </pc:spChg>
        <pc:spChg chg="mod">
          <ac:chgData name="z z" userId="161882819154b75b" providerId="LiveId" clId="{E857BD72-A5A7-4845-87EA-1B97DB89FFC1}" dt="2024-05-19T07:49:16.010" v="3715" actId="2711"/>
          <ac:spMkLst>
            <pc:docMk/>
            <pc:sldMk cId="553361782" sldId="260"/>
            <ac:spMk id="6" creationId="{93E6FCB0-6971-DA85-78CD-1205F0E98597}"/>
          </ac:spMkLst>
        </pc:spChg>
        <pc:spChg chg="add mod">
          <ac:chgData name="z z" userId="161882819154b75b" providerId="LiveId" clId="{E857BD72-A5A7-4845-87EA-1B97DB89FFC1}" dt="2024-05-19T04:52:44" v="1859" actId="1076"/>
          <ac:spMkLst>
            <pc:docMk/>
            <pc:sldMk cId="553361782" sldId="260"/>
            <ac:spMk id="7" creationId="{859B2F36-CD05-854A-C304-3961F4D3540A}"/>
          </ac:spMkLst>
        </pc:spChg>
        <pc:spChg chg="add mod">
          <ac:chgData name="z z" userId="161882819154b75b" providerId="LiveId" clId="{E857BD72-A5A7-4845-87EA-1B97DB89FFC1}" dt="2024-05-19T04:29:18.214" v="1478" actId="1076"/>
          <ac:spMkLst>
            <pc:docMk/>
            <pc:sldMk cId="553361782" sldId="260"/>
            <ac:spMk id="8" creationId="{E9805C69-60D1-118E-7523-76568C2EE0ED}"/>
          </ac:spMkLst>
        </pc:spChg>
        <pc:spChg chg="add del mod">
          <ac:chgData name="z z" userId="161882819154b75b" providerId="LiveId" clId="{E857BD72-A5A7-4845-87EA-1B97DB89FFC1}" dt="2024-05-19T04:29:10.267" v="1477" actId="478"/>
          <ac:spMkLst>
            <pc:docMk/>
            <pc:sldMk cId="553361782" sldId="260"/>
            <ac:spMk id="9" creationId="{EE76126F-3B9C-1D7A-D103-270421D56CE8}"/>
          </ac:spMkLst>
        </pc:spChg>
        <pc:spChg chg="add mod">
          <ac:chgData name="z z" userId="161882819154b75b" providerId="LiveId" clId="{E857BD72-A5A7-4845-87EA-1B97DB89FFC1}" dt="2024-05-19T04:35:32.479" v="1855" actId="1076"/>
          <ac:spMkLst>
            <pc:docMk/>
            <pc:sldMk cId="553361782" sldId="260"/>
            <ac:spMk id="10" creationId="{7BBB5AD6-4B1F-6CE4-CED9-0CABFD42697E}"/>
          </ac:spMkLst>
        </pc:spChg>
        <pc:spChg chg="add mod">
          <ac:chgData name="z z" userId="161882819154b75b" providerId="LiveId" clId="{E857BD72-A5A7-4845-87EA-1B97DB89FFC1}" dt="2024-05-19T09:10:36.851" v="8518" actId="20577"/>
          <ac:spMkLst>
            <pc:docMk/>
            <pc:sldMk cId="553361782" sldId="260"/>
            <ac:spMk id="11" creationId="{01D0C114-722D-725D-9953-FD7AA326D3D3}"/>
          </ac:spMkLst>
        </pc:spChg>
        <pc:spChg chg="add mod">
          <ac:chgData name="z z" userId="161882819154b75b" providerId="LiveId" clId="{E857BD72-A5A7-4845-87EA-1B97DB89FFC1}" dt="2024-05-19T04:52:50.406" v="1860" actId="1076"/>
          <ac:spMkLst>
            <pc:docMk/>
            <pc:sldMk cId="553361782" sldId="260"/>
            <ac:spMk id="12" creationId="{E363EBEF-4C60-70C8-3A1D-213A10AEA77A}"/>
          </ac:spMkLst>
        </pc:spChg>
        <pc:spChg chg="add mod">
          <ac:chgData name="z z" userId="161882819154b75b" providerId="LiveId" clId="{E857BD72-A5A7-4845-87EA-1B97DB89FFC1}" dt="2024-05-19T06:23:22.692" v="2817" actId="207"/>
          <ac:spMkLst>
            <pc:docMk/>
            <pc:sldMk cId="553361782" sldId="260"/>
            <ac:spMk id="13" creationId="{BCC31B8C-1CDB-5EEE-00D0-D38F5567AD51}"/>
          </ac:spMkLst>
        </pc:spChg>
      </pc:sldChg>
      <pc:sldChg chg="addSp delSp modSp add mod modAnim">
        <pc:chgData name="z z" userId="161882819154b75b" providerId="LiveId" clId="{E857BD72-A5A7-4845-87EA-1B97DB89FFC1}" dt="2024-05-19T09:10:41.281" v="8526" actId="20577"/>
        <pc:sldMkLst>
          <pc:docMk/>
          <pc:sldMk cId="3069901999" sldId="261"/>
        </pc:sldMkLst>
        <pc:spChg chg="add mod">
          <ac:chgData name="z z" userId="161882819154b75b" providerId="LiveId" clId="{E857BD72-A5A7-4845-87EA-1B97DB89FFC1}" dt="2024-05-19T04:57:21.136" v="1895" actId="207"/>
          <ac:spMkLst>
            <pc:docMk/>
            <pc:sldMk cId="3069901999" sldId="261"/>
            <ac:spMk id="2" creationId="{FAFF5040-EC1D-4A63-4137-B28DC686C01F}"/>
          </ac:spMkLst>
        </pc:spChg>
        <pc:spChg chg="add del mod">
          <ac:chgData name="z z" userId="161882819154b75b" providerId="LiveId" clId="{E857BD72-A5A7-4845-87EA-1B97DB89FFC1}" dt="2024-05-19T05:45:45.961" v="2262" actId="478"/>
          <ac:spMkLst>
            <pc:docMk/>
            <pc:sldMk cId="3069901999" sldId="261"/>
            <ac:spMk id="3" creationId="{61A1A201-B13B-026D-CE9C-A9B58F5BA6D8}"/>
          </ac:spMkLst>
        </pc:spChg>
        <pc:spChg chg="del">
          <ac:chgData name="z z" userId="161882819154b75b" providerId="LiveId" clId="{E857BD72-A5A7-4845-87EA-1B97DB89FFC1}" dt="2024-05-19T04:54:30.648" v="1862" actId="478"/>
          <ac:spMkLst>
            <pc:docMk/>
            <pc:sldMk cId="3069901999" sldId="261"/>
            <ac:spMk id="4" creationId="{BCA4F591-4935-56F6-4B0D-FA0454210A91}"/>
          </ac:spMkLst>
        </pc:spChg>
        <pc:spChg chg="add del mod">
          <ac:chgData name="z z" userId="161882819154b75b" providerId="LiveId" clId="{E857BD72-A5A7-4845-87EA-1B97DB89FFC1}" dt="2024-05-19T05:06:33.509" v="2019" actId="478"/>
          <ac:spMkLst>
            <pc:docMk/>
            <pc:sldMk cId="3069901999" sldId="261"/>
            <ac:spMk id="5" creationId="{2E000BCE-4A83-0848-C41A-9AFDDA862724}"/>
          </ac:spMkLst>
        </pc:spChg>
        <pc:spChg chg="del">
          <ac:chgData name="z z" userId="161882819154b75b" providerId="LiveId" clId="{E857BD72-A5A7-4845-87EA-1B97DB89FFC1}" dt="2024-05-19T04:54:33.594" v="1863" actId="478"/>
          <ac:spMkLst>
            <pc:docMk/>
            <pc:sldMk cId="3069901999" sldId="261"/>
            <ac:spMk id="6" creationId="{93E6FCB0-6971-DA85-78CD-1205F0E98597}"/>
          </ac:spMkLst>
        </pc:spChg>
        <pc:spChg chg="del">
          <ac:chgData name="z z" userId="161882819154b75b" providerId="LiveId" clId="{E857BD72-A5A7-4845-87EA-1B97DB89FFC1}" dt="2024-05-19T04:54:30.648" v="1862" actId="478"/>
          <ac:spMkLst>
            <pc:docMk/>
            <pc:sldMk cId="3069901999" sldId="261"/>
            <ac:spMk id="7" creationId="{859B2F36-CD05-854A-C304-3961F4D3540A}"/>
          </ac:spMkLst>
        </pc:spChg>
        <pc:spChg chg="del">
          <ac:chgData name="z z" userId="161882819154b75b" providerId="LiveId" clId="{E857BD72-A5A7-4845-87EA-1B97DB89FFC1}" dt="2024-05-19T04:54:30.648" v="1862" actId="478"/>
          <ac:spMkLst>
            <pc:docMk/>
            <pc:sldMk cId="3069901999" sldId="261"/>
            <ac:spMk id="8" creationId="{E9805C69-60D1-118E-7523-76568C2EE0ED}"/>
          </ac:spMkLst>
        </pc:spChg>
        <pc:spChg chg="add del mod">
          <ac:chgData name="z z" userId="161882819154b75b" providerId="LiveId" clId="{E857BD72-A5A7-4845-87EA-1B97DB89FFC1}" dt="2024-05-19T05:15:52.187" v="2073" actId="478"/>
          <ac:spMkLst>
            <pc:docMk/>
            <pc:sldMk cId="3069901999" sldId="261"/>
            <ac:spMk id="9" creationId="{57A42BAC-45B9-57C7-8E31-F538C7D41BB7}"/>
          </ac:spMkLst>
        </pc:spChg>
        <pc:spChg chg="mod">
          <ac:chgData name="z z" userId="161882819154b75b" providerId="LiveId" clId="{E857BD72-A5A7-4845-87EA-1B97DB89FFC1}" dt="2024-05-19T05:01:40.819" v="1952" actId="113"/>
          <ac:spMkLst>
            <pc:docMk/>
            <pc:sldMk cId="3069901999" sldId="261"/>
            <ac:spMk id="10" creationId="{7BBB5AD6-4B1F-6CE4-CED9-0CABFD42697E}"/>
          </ac:spMkLst>
        </pc:spChg>
        <pc:spChg chg="mod">
          <ac:chgData name="z z" userId="161882819154b75b" providerId="LiveId" clId="{E857BD72-A5A7-4845-87EA-1B97DB89FFC1}" dt="2024-05-19T09:10:41.281" v="8526" actId="20577"/>
          <ac:spMkLst>
            <pc:docMk/>
            <pc:sldMk cId="3069901999" sldId="261"/>
            <ac:spMk id="11" creationId="{01D0C114-722D-725D-9953-FD7AA326D3D3}"/>
          </ac:spMkLst>
        </pc:spChg>
        <pc:spChg chg="mod">
          <ac:chgData name="z z" userId="161882819154b75b" providerId="LiveId" clId="{E857BD72-A5A7-4845-87EA-1B97DB89FFC1}" dt="2024-05-19T04:56:18.668" v="1888" actId="207"/>
          <ac:spMkLst>
            <pc:docMk/>
            <pc:sldMk cId="3069901999" sldId="261"/>
            <ac:spMk id="12" creationId="{E363EBEF-4C60-70C8-3A1D-213A10AEA77A}"/>
          </ac:spMkLst>
        </pc:spChg>
        <pc:spChg chg="mod">
          <ac:chgData name="z z" userId="161882819154b75b" providerId="LiveId" clId="{E857BD72-A5A7-4845-87EA-1B97DB89FFC1}" dt="2024-05-19T05:14:14.646" v="2032"/>
          <ac:spMkLst>
            <pc:docMk/>
            <pc:sldMk cId="3069901999" sldId="261"/>
            <ac:spMk id="13" creationId="{96336111-1C49-A588-1741-E6B419AB3566}"/>
          </ac:spMkLst>
        </pc:spChg>
        <pc:spChg chg="mod">
          <ac:chgData name="z z" userId="161882819154b75b" providerId="LiveId" clId="{E857BD72-A5A7-4845-87EA-1B97DB89FFC1}" dt="2024-05-19T05:14:14.646" v="2032"/>
          <ac:spMkLst>
            <pc:docMk/>
            <pc:sldMk cId="3069901999" sldId="261"/>
            <ac:spMk id="14" creationId="{4C4A354E-A1DA-B551-A5DB-1666087460F3}"/>
          </ac:spMkLst>
        </pc:spChg>
        <pc:spChg chg="mod">
          <ac:chgData name="z z" userId="161882819154b75b" providerId="LiveId" clId="{E857BD72-A5A7-4845-87EA-1B97DB89FFC1}" dt="2024-05-19T05:14:14.646" v="2032"/>
          <ac:spMkLst>
            <pc:docMk/>
            <pc:sldMk cId="3069901999" sldId="261"/>
            <ac:spMk id="15" creationId="{2F130F8E-02F9-B623-C887-474D26D1FE3E}"/>
          </ac:spMkLst>
        </pc:spChg>
        <pc:spChg chg="mod">
          <ac:chgData name="z z" userId="161882819154b75b" providerId="LiveId" clId="{E857BD72-A5A7-4845-87EA-1B97DB89FFC1}" dt="2024-05-19T05:14:14.646" v="2032"/>
          <ac:spMkLst>
            <pc:docMk/>
            <pc:sldMk cId="3069901999" sldId="261"/>
            <ac:spMk id="16" creationId="{F40495BD-56ED-2446-0EC6-B7A087641EFE}"/>
          </ac:spMkLst>
        </pc:spChg>
        <pc:spChg chg="mod">
          <ac:chgData name="z z" userId="161882819154b75b" providerId="LiveId" clId="{E857BD72-A5A7-4845-87EA-1B97DB89FFC1}" dt="2024-05-19T05:14:14.646" v="2032"/>
          <ac:spMkLst>
            <pc:docMk/>
            <pc:sldMk cId="3069901999" sldId="261"/>
            <ac:spMk id="17" creationId="{A00FF386-31A4-292A-65D4-57329CFB7B75}"/>
          </ac:spMkLst>
        </pc:spChg>
        <pc:spChg chg="mod">
          <ac:chgData name="z z" userId="161882819154b75b" providerId="LiveId" clId="{E857BD72-A5A7-4845-87EA-1B97DB89FFC1}" dt="2024-05-19T05:14:14.646" v="2032"/>
          <ac:spMkLst>
            <pc:docMk/>
            <pc:sldMk cId="3069901999" sldId="261"/>
            <ac:spMk id="18" creationId="{D1C48F12-7A5A-128A-A8AB-02671E35ECED}"/>
          </ac:spMkLst>
        </pc:spChg>
        <pc:spChg chg="mod">
          <ac:chgData name="z z" userId="161882819154b75b" providerId="LiveId" clId="{E857BD72-A5A7-4845-87EA-1B97DB89FFC1}" dt="2024-05-19T05:14:14.646" v="2032"/>
          <ac:spMkLst>
            <pc:docMk/>
            <pc:sldMk cId="3069901999" sldId="261"/>
            <ac:spMk id="19" creationId="{35E87207-434F-298F-FEE9-0DB7734C9072}"/>
          </ac:spMkLst>
        </pc:spChg>
        <pc:spChg chg="mod">
          <ac:chgData name="z z" userId="161882819154b75b" providerId="LiveId" clId="{E857BD72-A5A7-4845-87EA-1B97DB89FFC1}" dt="2024-05-19T05:14:14.646" v="2032"/>
          <ac:spMkLst>
            <pc:docMk/>
            <pc:sldMk cId="3069901999" sldId="261"/>
            <ac:spMk id="20" creationId="{E2AA74CC-311B-FCA4-B50C-243A5986777E}"/>
          </ac:spMkLst>
        </pc:spChg>
        <pc:spChg chg="mod">
          <ac:chgData name="z z" userId="161882819154b75b" providerId="LiveId" clId="{E857BD72-A5A7-4845-87EA-1B97DB89FFC1}" dt="2024-05-19T05:14:14.646" v="2032"/>
          <ac:spMkLst>
            <pc:docMk/>
            <pc:sldMk cId="3069901999" sldId="261"/>
            <ac:spMk id="21" creationId="{5C6DEE19-190D-0D01-ACC3-D0745E8B8C6F}"/>
          </ac:spMkLst>
        </pc:spChg>
        <pc:spChg chg="mod">
          <ac:chgData name="z z" userId="161882819154b75b" providerId="LiveId" clId="{E857BD72-A5A7-4845-87EA-1B97DB89FFC1}" dt="2024-05-19T05:14:14.646" v="2032"/>
          <ac:spMkLst>
            <pc:docMk/>
            <pc:sldMk cId="3069901999" sldId="261"/>
            <ac:spMk id="22" creationId="{73C92FA7-9A02-1114-121C-78E76762735F}"/>
          </ac:spMkLst>
        </pc:spChg>
        <pc:spChg chg="mod">
          <ac:chgData name="z z" userId="161882819154b75b" providerId="LiveId" clId="{E857BD72-A5A7-4845-87EA-1B97DB89FFC1}" dt="2024-05-19T05:14:14.646" v="2032"/>
          <ac:spMkLst>
            <pc:docMk/>
            <pc:sldMk cId="3069901999" sldId="261"/>
            <ac:spMk id="23" creationId="{F5B610C0-C870-8656-6045-81883446C747}"/>
          </ac:spMkLst>
        </pc:spChg>
        <pc:spChg chg="mod">
          <ac:chgData name="z z" userId="161882819154b75b" providerId="LiveId" clId="{E857BD72-A5A7-4845-87EA-1B97DB89FFC1}" dt="2024-05-19T05:14:14.646" v="2032"/>
          <ac:spMkLst>
            <pc:docMk/>
            <pc:sldMk cId="3069901999" sldId="261"/>
            <ac:spMk id="24" creationId="{3F206F74-9742-E7EA-2F72-12A5CB6234F7}"/>
          </ac:spMkLst>
        </pc:spChg>
        <pc:spChg chg="mod">
          <ac:chgData name="z z" userId="161882819154b75b" providerId="LiveId" clId="{E857BD72-A5A7-4845-87EA-1B97DB89FFC1}" dt="2024-05-19T05:14:14.646" v="2032"/>
          <ac:spMkLst>
            <pc:docMk/>
            <pc:sldMk cId="3069901999" sldId="261"/>
            <ac:spMk id="25" creationId="{6395E7F9-37E2-DF59-A879-11BF360DF57E}"/>
          </ac:spMkLst>
        </pc:spChg>
        <pc:spChg chg="mod">
          <ac:chgData name="z z" userId="161882819154b75b" providerId="LiveId" clId="{E857BD72-A5A7-4845-87EA-1B97DB89FFC1}" dt="2024-05-19T05:14:14.646" v="2032"/>
          <ac:spMkLst>
            <pc:docMk/>
            <pc:sldMk cId="3069901999" sldId="261"/>
            <ac:spMk id="26" creationId="{0F2D6713-C235-949A-0D63-A12DA8FCD140}"/>
          </ac:spMkLst>
        </pc:spChg>
        <pc:spChg chg="mod">
          <ac:chgData name="z z" userId="161882819154b75b" providerId="LiveId" clId="{E857BD72-A5A7-4845-87EA-1B97DB89FFC1}" dt="2024-05-19T05:14:14.646" v="2032"/>
          <ac:spMkLst>
            <pc:docMk/>
            <pc:sldMk cId="3069901999" sldId="261"/>
            <ac:spMk id="27" creationId="{09AEC0E7-B07D-30B7-1A2E-BC91AEFE2E3C}"/>
          </ac:spMkLst>
        </pc:spChg>
        <pc:spChg chg="mod">
          <ac:chgData name="z z" userId="161882819154b75b" providerId="LiveId" clId="{E857BD72-A5A7-4845-87EA-1B97DB89FFC1}" dt="2024-05-19T05:14:14.646" v="2032"/>
          <ac:spMkLst>
            <pc:docMk/>
            <pc:sldMk cId="3069901999" sldId="261"/>
            <ac:spMk id="28" creationId="{C0421E27-3DDA-DA16-85FB-B94445D3D571}"/>
          </ac:spMkLst>
        </pc:spChg>
        <pc:spChg chg="mod">
          <ac:chgData name="z z" userId="161882819154b75b" providerId="LiveId" clId="{E857BD72-A5A7-4845-87EA-1B97DB89FFC1}" dt="2024-05-19T05:14:14.646" v="2032"/>
          <ac:spMkLst>
            <pc:docMk/>
            <pc:sldMk cId="3069901999" sldId="261"/>
            <ac:spMk id="29" creationId="{E7EC2B7B-C89E-B867-409C-AC4B4D9F084F}"/>
          </ac:spMkLst>
        </pc:spChg>
        <pc:spChg chg="mod">
          <ac:chgData name="z z" userId="161882819154b75b" providerId="LiveId" clId="{E857BD72-A5A7-4845-87EA-1B97DB89FFC1}" dt="2024-05-19T05:14:14.646" v="2032"/>
          <ac:spMkLst>
            <pc:docMk/>
            <pc:sldMk cId="3069901999" sldId="261"/>
            <ac:spMk id="30" creationId="{A6F4C7A6-8A1D-B954-C528-6FF2DAAF19E5}"/>
          </ac:spMkLst>
        </pc:spChg>
        <pc:spChg chg="mod">
          <ac:chgData name="z z" userId="161882819154b75b" providerId="LiveId" clId="{E857BD72-A5A7-4845-87EA-1B97DB89FFC1}" dt="2024-05-19T05:14:14.646" v="2032"/>
          <ac:spMkLst>
            <pc:docMk/>
            <pc:sldMk cId="3069901999" sldId="261"/>
            <ac:spMk id="31" creationId="{8A625BE1-B222-5115-FEFF-C405BBC6AA37}"/>
          </ac:spMkLst>
        </pc:spChg>
        <pc:spChg chg="mod">
          <ac:chgData name="z z" userId="161882819154b75b" providerId="LiveId" clId="{E857BD72-A5A7-4845-87EA-1B97DB89FFC1}" dt="2024-05-19T05:14:14.646" v="2032"/>
          <ac:spMkLst>
            <pc:docMk/>
            <pc:sldMk cId="3069901999" sldId="261"/>
            <ac:spMk id="32" creationId="{CA5B48D5-CA42-1E8F-8D41-DFF9A2DDB93C}"/>
          </ac:spMkLst>
        </pc:spChg>
        <pc:spChg chg="mod">
          <ac:chgData name="z z" userId="161882819154b75b" providerId="LiveId" clId="{E857BD72-A5A7-4845-87EA-1B97DB89FFC1}" dt="2024-05-19T05:14:14.646" v="2032"/>
          <ac:spMkLst>
            <pc:docMk/>
            <pc:sldMk cId="3069901999" sldId="261"/>
            <ac:spMk id="33" creationId="{67615276-8B1E-9CC7-0C8A-217413173583}"/>
          </ac:spMkLst>
        </pc:spChg>
        <pc:spChg chg="mod">
          <ac:chgData name="z z" userId="161882819154b75b" providerId="LiveId" clId="{E857BD72-A5A7-4845-87EA-1B97DB89FFC1}" dt="2024-05-19T05:14:14.646" v="2032"/>
          <ac:spMkLst>
            <pc:docMk/>
            <pc:sldMk cId="3069901999" sldId="261"/>
            <ac:spMk id="34" creationId="{8795EE9E-ECB0-61CC-E463-D086725E0836}"/>
          </ac:spMkLst>
        </pc:spChg>
        <pc:spChg chg="mod">
          <ac:chgData name="z z" userId="161882819154b75b" providerId="LiveId" clId="{E857BD72-A5A7-4845-87EA-1B97DB89FFC1}" dt="2024-05-19T05:14:33.365" v="2036"/>
          <ac:spMkLst>
            <pc:docMk/>
            <pc:sldMk cId="3069901999" sldId="261"/>
            <ac:spMk id="35" creationId="{4C50563D-AD34-EC63-3DA1-036FD1780244}"/>
          </ac:spMkLst>
        </pc:spChg>
        <pc:spChg chg="mod">
          <ac:chgData name="z z" userId="161882819154b75b" providerId="LiveId" clId="{E857BD72-A5A7-4845-87EA-1B97DB89FFC1}" dt="2024-05-19T05:14:33.365" v="2036"/>
          <ac:spMkLst>
            <pc:docMk/>
            <pc:sldMk cId="3069901999" sldId="261"/>
            <ac:spMk id="36" creationId="{9F3D90D3-3D35-2CB5-B573-C36EE3A32F4C}"/>
          </ac:spMkLst>
        </pc:spChg>
        <pc:spChg chg="mod">
          <ac:chgData name="z z" userId="161882819154b75b" providerId="LiveId" clId="{E857BD72-A5A7-4845-87EA-1B97DB89FFC1}" dt="2024-05-19T05:14:33.365" v="2036"/>
          <ac:spMkLst>
            <pc:docMk/>
            <pc:sldMk cId="3069901999" sldId="261"/>
            <ac:spMk id="37" creationId="{AF864898-F940-468B-B6A4-D0875A69519C}"/>
          </ac:spMkLst>
        </pc:spChg>
        <pc:spChg chg="mod">
          <ac:chgData name="z z" userId="161882819154b75b" providerId="LiveId" clId="{E857BD72-A5A7-4845-87EA-1B97DB89FFC1}" dt="2024-05-19T05:14:33.365" v="2036"/>
          <ac:spMkLst>
            <pc:docMk/>
            <pc:sldMk cId="3069901999" sldId="261"/>
            <ac:spMk id="38" creationId="{58ABB5FE-3B82-A07B-24DE-8270287E31C8}"/>
          </ac:spMkLst>
        </pc:spChg>
        <pc:spChg chg="mod">
          <ac:chgData name="z z" userId="161882819154b75b" providerId="LiveId" clId="{E857BD72-A5A7-4845-87EA-1B97DB89FFC1}" dt="2024-05-19T05:14:33.365" v="2036"/>
          <ac:spMkLst>
            <pc:docMk/>
            <pc:sldMk cId="3069901999" sldId="261"/>
            <ac:spMk id="39" creationId="{C2A5CA01-E15A-1677-7F80-2817617FC298}"/>
          </ac:spMkLst>
        </pc:spChg>
        <pc:spChg chg="mod">
          <ac:chgData name="z z" userId="161882819154b75b" providerId="LiveId" clId="{E857BD72-A5A7-4845-87EA-1B97DB89FFC1}" dt="2024-05-19T05:14:33.365" v="2036"/>
          <ac:spMkLst>
            <pc:docMk/>
            <pc:sldMk cId="3069901999" sldId="261"/>
            <ac:spMk id="40" creationId="{5E03C213-396F-3A95-60D0-3F2F34F053D1}"/>
          </ac:spMkLst>
        </pc:spChg>
        <pc:spChg chg="mod">
          <ac:chgData name="z z" userId="161882819154b75b" providerId="LiveId" clId="{E857BD72-A5A7-4845-87EA-1B97DB89FFC1}" dt="2024-05-19T05:14:33.365" v="2036"/>
          <ac:spMkLst>
            <pc:docMk/>
            <pc:sldMk cId="3069901999" sldId="261"/>
            <ac:spMk id="41" creationId="{3837F891-5404-2FFA-949E-48CC6990AE5C}"/>
          </ac:spMkLst>
        </pc:spChg>
        <pc:spChg chg="mod">
          <ac:chgData name="z z" userId="161882819154b75b" providerId="LiveId" clId="{E857BD72-A5A7-4845-87EA-1B97DB89FFC1}" dt="2024-05-19T05:14:33.365" v="2036"/>
          <ac:spMkLst>
            <pc:docMk/>
            <pc:sldMk cId="3069901999" sldId="261"/>
            <ac:spMk id="42" creationId="{F5FB1A80-A57C-0BE3-D040-9BC2953C5A91}"/>
          </ac:spMkLst>
        </pc:spChg>
        <pc:spChg chg="mod">
          <ac:chgData name="z z" userId="161882819154b75b" providerId="LiveId" clId="{E857BD72-A5A7-4845-87EA-1B97DB89FFC1}" dt="2024-05-19T05:14:33.365" v="2036"/>
          <ac:spMkLst>
            <pc:docMk/>
            <pc:sldMk cId="3069901999" sldId="261"/>
            <ac:spMk id="43" creationId="{DFA66712-3668-DB25-AF65-F40AD2B8362F}"/>
          </ac:spMkLst>
        </pc:spChg>
        <pc:spChg chg="mod">
          <ac:chgData name="z z" userId="161882819154b75b" providerId="LiveId" clId="{E857BD72-A5A7-4845-87EA-1B97DB89FFC1}" dt="2024-05-19T05:14:33.365" v="2036"/>
          <ac:spMkLst>
            <pc:docMk/>
            <pc:sldMk cId="3069901999" sldId="261"/>
            <ac:spMk id="44" creationId="{D8BC9538-619E-EDDC-9941-FC8276CF0BA4}"/>
          </ac:spMkLst>
        </pc:spChg>
        <pc:spChg chg="mod">
          <ac:chgData name="z z" userId="161882819154b75b" providerId="LiveId" clId="{E857BD72-A5A7-4845-87EA-1B97DB89FFC1}" dt="2024-05-19T05:14:33.365" v="2036"/>
          <ac:spMkLst>
            <pc:docMk/>
            <pc:sldMk cId="3069901999" sldId="261"/>
            <ac:spMk id="45" creationId="{F55D489F-B599-B0AB-9A8C-B7EB736AC260}"/>
          </ac:spMkLst>
        </pc:spChg>
        <pc:spChg chg="mod">
          <ac:chgData name="z z" userId="161882819154b75b" providerId="LiveId" clId="{E857BD72-A5A7-4845-87EA-1B97DB89FFC1}" dt="2024-05-19T05:14:33.365" v="2036"/>
          <ac:spMkLst>
            <pc:docMk/>
            <pc:sldMk cId="3069901999" sldId="261"/>
            <ac:spMk id="46" creationId="{B1E3ACF9-A9D3-2F8C-416E-EE170854A19B}"/>
          </ac:spMkLst>
        </pc:spChg>
        <pc:spChg chg="mod">
          <ac:chgData name="z z" userId="161882819154b75b" providerId="LiveId" clId="{E857BD72-A5A7-4845-87EA-1B97DB89FFC1}" dt="2024-05-19T05:14:33.365" v="2036"/>
          <ac:spMkLst>
            <pc:docMk/>
            <pc:sldMk cId="3069901999" sldId="261"/>
            <ac:spMk id="47" creationId="{F6722CB0-71F5-8891-36C1-C22ED8730172}"/>
          </ac:spMkLst>
        </pc:spChg>
        <pc:spChg chg="mod">
          <ac:chgData name="z z" userId="161882819154b75b" providerId="LiveId" clId="{E857BD72-A5A7-4845-87EA-1B97DB89FFC1}" dt="2024-05-19T05:14:33.365" v="2036"/>
          <ac:spMkLst>
            <pc:docMk/>
            <pc:sldMk cId="3069901999" sldId="261"/>
            <ac:spMk id="48" creationId="{97E1BBD0-9DEC-B986-DC9D-FFA79B2B5741}"/>
          </ac:spMkLst>
        </pc:spChg>
        <pc:spChg chg="mod">
          <ac:chgData name="z z" userId="161882819154b75b" providerId="LiveId" clId="{E857BD72-A5A7-4845-87EA-1B97DB89FFC1}" dt="2024-05-19T05:14:33.365" v="2036"/>
          <ac:spMkLst>
            <pc:docMk/>
            <pc:sldMk cId="3069901999" sldId="261"/>
            <ac:spMk id="49" creationId="{76C12216-2FFE-E3FB-40D0-FFA8841211A0}"/>
          </ac:spMkLst>
        </pc:spChg>
        <pc:spChg chg="mod">
          <ac:chgData name="z z" userId="161882819154b75b" providerId="LiveId" clId="{E857BD72-A5A7-4845-87EA-1B97DB89FFC1}" dt="2024-05-19T05:14:33.365" v="2036"/>
          <ac:spMkLst>
            <pc:docMk/>
            <pc:sldMk cId="3069901999" sldId="261"/>
            <ac:spMk id="50" creationId="{39A7C388-4C52-5B51-26B9-5FDF97156D40}"/>
          </ac:spMkLst>
        </pc:spChg>
        <pc:spChg chg="mod">
          <ac:chgData name="z z" userId="161882819154b75b" providerId="LiveId" clId="{E857BD72-A5A7-4845-87EA-1B97DB89FFC1}" dt="2024-05-19T05:14:33.365" v="2036"/>
          <ac:spMkLst>
            <pc:docMk/>
            <pc:sldMk cId="3069901999" sldId="261"/>
            <ac:spMk id="51" creationId="{5DEC5A93-EB53-0E3D-3575-06374E27CE27}"/>
          </ac:spMkLst>
        </pc:spChg>
        <pc:spChg chg="mod">
          <ac:chgData name="z z" userId="161882819154b75b" providerId="LiveId" clId="{E857BD72-A5A7-4845-87EA-1B97DB89FFC1}" dt="2024-05-19T05:14:33.365" v="2036"/>
          <ac:spMkLst>
            <pc:docMk/>
            <pc:sldMk cId="3069901999" sldId="261"/>
            <ac:spMk id="52" creationId="{82CA99CA-25B5-710E-C123-4982DFBFB20E}"/>
          </ac:spMkLst>
        </pc:spChg>
        <pc:spChg chg="mod">
          <ac:chgData name="z z" userId="161882819154b75b" providerId="LiveId" clId="{E857BD72-A5A7-4845-87EA-1B97DB89FFC1}" dt="2024-05-19T05:14:33.365" v="2036"/>
          <ac:spMkLst>
            <pc:docMk/>
            <pc:sldMk cId="3069901999" sldId="261"/>
            <ac:spMk id="53" creationId="{B664696B-77B1-BAB8-4612-748DCFCD4BD2}"/>
          </ac:spMkLst>
        </pc:spChg>
        <pc:spChg chg="mod">
          <ac:chgData name="z z" userId="161882819154b75b" providerId="LiveId" clId="{E857BD72-A5A7-4845-87EA-1B97DB89FFC1}" dt="2024-05-19T05:14:33.365" v="2036"/>
          <ac:spMkLst>
            <pc:docMk/>
            <pc:sldMk cId="3069901999" sldId="261"/>
            <ac:spMk id="54" creationId="{500D7DD7-301A-C3B3-6B43-581E82C051EA}"/>
          </ac:spMkLst>
        </pc:spChg>
        <pc:spChg chg="mod">
          <ac:chgData name="z z" userId="161882819154b75b" providerId="LiveId" clId="{E857BD72-A5A7-4845-87EA-1B97DB89FFC1}" dt="2024-05-19T05:14:33.365" v="2036"/>
          <ac:spMkLst>
            <pc:docMk/>
            <pc:sldMk cId="3069901999" sldId="261"/>
            <ac:spMk id="55" creationId="{C5C99941-9BF9-73D4-109A-EDFB4D41B4E8}"/>
          </ac:spMkLst>
        </pc:spChg>
        <pc:spChg chg="mod">
          <ac:chgData name="z z" userId="161882819154b75b" providerId="LiveId" clId="{E857BD72-A5A7-4845-87EA-1B97DB89FFC1}" dt="2024-05-19T05:14:33.365" v="2036"/>
          <ac:spMkLst>
            <pc:docMk/>
            <pc:sldMk cId="3069901999" sldId="261"/>
            <ac:spMk id="56" creationId="{D9B34161-9606-DEFA-2A7A-5BEAB98139CA}"/>
          </ac:spMkLst>
        </pc:spChg>
        <pc:spChg chg="mod">
          <ac:chgData name="z z" userId="161882819154b75b" providerId="LiveId" clId="{E857BD72-A5A7-4845-87EA-1B97DB89FFC1}" dt="2024-05-19T05:15:39.669" v="2071"/>
          <ac:spMkLst>
            <pc:docMk/>
            <pc:sldMk cId="3069901999" sldId="261"/>
            <ac:spMk id="57" creationId="{5B6B3DAA-8375-C549-08BA-6D30D0C42323}"/>
          </ac:spMkLst>
        </pc:spChg>
        <pc:spChg chg="mod">
          <ac:chgData name="z z" userId="161882819154b75b" providerId="LiveId" clId="{E857BD72-A5A7-4845-87EA-1B97DB89FFC1}" dt="2024-05-19T05:15:39.669" v="2071"/>
          <ac:spMkLst>
            <pc:docMk/>
            <pc:sldMk cId="3069901999" sldId="261"/>
            <ac:spMk id="58" creationId="{5AA292FB-E76B-75BD-2AAE-20760523F546}"/>
          </ac:spMkLst>
        </pc:spChg>
        <pc:spChg chg="mod">
          <ac:chgData name="z z" userId="161882819154b75b" providerId="LiveId" clId="{E857BD72-A5A7-4845-87EA-1B97DB89FFC1}" dt="2024-05-19T05:15:39.669" v="2071"/>
          <ac:spMkLst>
            <pc:docMk/>
            <pc:sldMk cId="3069901999" sldId="261"/>
            <ac:spMk id="59" creationId="{6FC637C9-D793-15B0-4D99-16729583089C}"/>
          </ac:spMkLst>
        </pc:spChg>
        <pc:spChg chg="mod">
          <ac:chgData name="z z" userId="161882819154b75b" providerId="LiveId" clId="{E857BD72-A5A7-4845-87EA-1B97DB89FFC1}" dt="2024-05-19T05:15:39.669" v="2071"/>
          <ac:spMkLst>
            <pc:docMk/>
            <pc:sldMk cId="3069901999" sldId="261"/>
            <ac:spMk id="60" creationId="{A97190A5-1BD2-AF25-EFCB-5391FE0A6449}"/>
          </ac:spMkLst>
        </pc:spChg>
        <pc:spChg chg="mod">
          <ac:chgData name="z z" userId="161882819154b75b" providerId="LiveId" clId="{E857BD72-A5A7-4845-87EA-1B97DB89FFC1}" dt="2024-05-19T05:15:39.669" v="2071"/>
          <ac:spMkLst>
            <pc:docMk/>
            <pc:sldMk cId="3069901999" sldId="261"/>
            <ac:spMk id="61" creationId="{E3E87177-D8BF-45A8-978C-D7873ED92A85}"/>
          </ac:spMkLst>
        </pc:spChg>
        <pc:spChg chg="mod">
          <ac:chgData name="z z" userId="161882819154b75b" providerId="LiveId" clId="{E857BD72-A5A7-4845-87EA-1B97DB89FFC1}" dt="2024-05-19T05:15:39.669" v="2071"/>
          <ac:spMkLst>
            <pc:docMk/>
            <pc:sldMk cId="3069901999" sldId="261"/>
            <ac:spMk id="62" creationId="{1F3DA0D9-9B05-7768-05F7-A03ADD4EFC88}"/>
          </ac:spMkLst>
        </pc:spChg>
        <pc:spChg chg="mod">
          <ac:chgData name="z z" userId="161882819154b75b" providerId="LiveId" clId="{E857BD72-A5A7-4845-87EA-1B97DB89FFC1}" dt="2024-05-19T05:15:39.669" v="2071"/>
          <ac:spMkLst>
            <pc:docMk/>
            <pc:sldMk cId="3069901999" sldId="261"/>
            <ac:spMk id="63" creationId="{7EED0B17-77A6-5502-CDD7-A5D5E23B59B3}"/>
          </ac:spMkLst>
        </pc:spChg>
        <pc:spChg chg="mod">
          <ac:chgData name="z z" userId="161882819154b75b" providerId="LiveId" clId="{E857BD72-A5A7-4845-87EA-1B97DB89FFC1}" dt="2024-05-19T05:15:39.669" v="2071"/>
          <ac:spMkLst>
            <pc:docMk/>
            <pc:sldMk cId="3069901999" sldId="261"/>
            <ac:spMk id="64" creationId="{A6D784C0-5B3A-4A8D-08DB-AD4B5C89F862}"/>
          </ac:spMkLst>
        </pc:spChg>
        <pc:spChg chg="mod">
          <ac:chgData name="z z" userId="161882819154b75b" providerId="LiveId" clId="{E857BD72-A5A7-4845-87EA-1B97DB89FFC1}" dt="2024-05-19T05:15:39.669" v="2071"/>
          <ac:spMkLst>
            <pc:docMk/>
            <pc:sldMk cId="3069901999" sldId="261"/>
            <ac:spMk id="65" creationId="{917443E4-0E17-B625-3993-BE2E2D098E40}"/>
          </ac:spMkLst>
        </pc:spChg>
        <pc:spChg chg="mod">
          <ac:chgData name="z z" userId="161882819154b75b" providerId="LiveId" clId="{E857BD72-A5A7-4845-87EA-1B97DB89FFC1}" dt="2024-05-19T05:15:39.669" v="2071"/>
          <ac:spMkLst>
            <pc:docMk/>
            <pc:sldMk cId="3069901999" sldId="261"/>
            <ac:spMk id="66" creationId="{62315320-431B-1939-3DA2-9919B62A232D}"/>
          </ac:spMkLst>
        </pc:spChg>
        <pc:spChg chg="mod">
          <ac:chgData name="z z" userId="161882819154b75b" providerId="LiveId" clId="{E857BD72-A5A7-4845-87EA-1B97DB89FFC1}" dt="2024-05-19T05:15:39.669" v="2071"/>
          <ac:spMkLst>
            <pc:docMk/>
            <pc:sldMk cId="3069901999" sldId="261"/>
            <ac:spMk id="67" creationId="{87B3750E-AF2E-609D-C726-4C6EF7577171}"/>
          </ac:spMkLst>
        </pc:spChg>
        <pc:spChg chg="mod">
          <ac:chgData name="z z" userId="161882819154b75b" providerId="LiveId" clId="{E857BD72-A5A7-4845-87EA-1B97DB89FFC1}" dt="2024-05-19T05:15:39.669" v="2071"/>
          <ac:spMkLst>
            <pc:docMk/>
            <pc:sldMk cId="3069901999" sldId="261"/>
            <ac:spMk id="68" creationId="{E9842AD6-B44A-D13A-850E-DBD2FB7E56CB}"/>
          </ac:spMkLst>
        </pc:spChg>
        <pc:spChg chg="mod">
          <ac:chgData name="z z" userId="161882819154b75b" providerId="LiveId" clId="{E857BD72-A5A7-4845-87EA-1B97DB89FFC1}" dt="2024-05-19T05:15:39.669" v="2071"/>
          <ac:spMkLst>
            <pc:docMk/>
            <pc:sldMk cId="3069901999" sldId="261"/>
            <ac:spMk id="69" creationId="{77DACF59-6491-0FFC-AB1A-1A9B70F048BB}"/>
          </ac:spMkLst>
        </pc:spChg>
        <pc:spChg chg="mod">
          <ac:chgData name="z z" userId="161882819154b75b" providerId="LiveId" clId="{E857BD72-A5A7-4845-87EA-1B97DB89FFC1}" dt="2024-05-19T05:15:39.669" v="2071"/>
          <ac:spMkLst>
            <pc:docMk/>
            <pc:sldMk cId="3069901999" sldId="261"/>
            <ac:spMk id="70" creationId="{6C33045A-4393-C748-62BC-ED0E12DC5009}"/>
          </ac:spMkLst>
        </pc:spChg>
        <pc:spChg chg="mod">
          <ac:chgData name="z z" userId="161882819154b75b" providerId="LiveId" clId="{E857BD72-A5A7-4845-87EA-1B97DB89FFC1}" dt="2024-05-19T05:15:39.669" v="2071"/>
          <ac:spMkLst>
            <pc:docMk/>
            <pc:sldMk cId="3069901999" sldId="261"/>
            <ac:spMk id="71" creationId="{5E9ED509-FCC6-E08F-D02A-B4392FB1148D}"/>
          </ac:spMkLst>
        </pc:spChg>
        <pc:spChg chg="mod">
          <ac:chgData name="z z" userId="161882819154b75b" providerId="LiveId" clId="{E857BD72-A5A7-4845-87EA-1B97DB89FFC1}" dt="2024-05-19T05:15:39.669" v="2071"/>
          <ac:spMkLst>
            <pc:docMk/>
            <pc:sldMk cId="3069901999" sldId="261"/>
            <ac:spMk id="72" creationId="{2362D115-F9A5-6D58-C39F-06A854E5F919}"/>
          </ac:spMkLst>
        </pc:spChg>
        <pc:spChg chg="mod">
          <ac:chgData name="z z" userId="161882819154b75b" providerId="LiveId" clId="{E857BD72-A5A7-4845-87EA-1B97DB89FFC1}" dt="2024-05-19T05:15:39.669" v="2071"/>
          <ac:spMkLst>
            <pc:docMk/>
            <pc:sldMk cId="3069901999" sldId="261"/>
            <ac:spMk id="73" creationId="{D2B4F9B6-425C-6BD7-5454-77DBCC377CF3}"/>
          </ac:spMkLst>
        </pc:spChg>
        <pc:spChg chg="mod">
          <ac:chgData name="z z" userId="161882819154b75b" providerId="LiveId" clId="{E857BD72-A5A7-4845-87EA-1B97DB89FFC1}" dt="2024-05-19T05:15:39.669" v="2071"/>
          <ac:spMkLst>
            <pc:docMk/>
            <pc:sldMk cId="3069901999" sldId="261"/>
            <ac:spMk id="74" creationId="{DA63BE29-AD58-DC11-2E69-3BCF55A25886}"/>
          </ac:spMkLst>
        </pc:spChg>
        <pc:spChg chg="mod">
          <ac:chgData name="z z" userId="161882819154b75b" providerId="LiveId" clId="{E857BD72-A5A7-4845-87EA-1B97DB89FFC1}" dt="2024-05-19T05:15:39.669" v="2071"/>
          <ac:spMkLst>
            <pc:docMk/>
            <pc:sldMk cId="3069901999" sldId="261"/>
            <ac:spMk id="75" creationId="{3C3206E1-67F4-FD33-0488-3AF8B7C3FD02}"/>
          </ac:spMkLst>
        </pc:spChg>
        <pc:spChg chg="mod">
          <ac:chgData name="z z" userId="161882819154b75b" providerId="LiveId" clId="{E857BD72-A5A7-4845-87EA-1B97DB89FFC1}" dt="2024-05-19T05:15:39.669" v="2071"/>
          <ac:spMkLst>
            <pc:docMk/>
            <pc:sldMk cId="3069901999" sldId="261"/>
            <ac:spMk id="76" creationId="{207374A5-C960-2332-01C9-4F78A220DB7D}"/>
          </ac:spMkLst>
        </pc:spChg>
        <pc:spChg chg="mod">
          <ac:chgData name="z z" userId="161882819154b75b" providerId="LiveId" clId="{E857BD72-A5A7-4845-87EA-1B97DB89FFC1}" dt="2024-05-19T05:15:39.669" v="2071"/>
          <ac:spMkLst>
            <pc:docMk/>
            <pc:sldMk cId="3069901999" sldId="261"/>
            <ac:spMk id="77" creationId="{02D44737-057C-CDCD-8AD1-6402EC2F5F2C}"/>
          </ac:spMkLst>
        </pc:spChg>
        <pc:spChg chg="mod">
          <ac:chgData name="z z" userId="161882819154b75b" providerId="LiveId" clId="{E857BD72-A5A7-4845-87EA-1B97DB89FFC1}" dt="2024-05-19T05:15:39.669" v="2071"/>
          <ac:spMkLst>
            <pc:docMk/>
            <pc:sldMk cId="3069901999" sldId="261"/>
            <ac:spMk id="78" creationId="{37AA8F6C-2037-8FC9-5326-F40998A2E7E7}"/>
          </ac:spMkLst>
        </pc:spChg>
        <pc:spChg chg="add del mod">
          <ac:chgData name="z z" userId="161882819154b75b" providerId="LiveId" clId="{E857BD72-A5A7-4845-87EA-1B97DB89FFC1}" dt="2024-05-19T05:23:01.058" v="2159" actId="478"/>
          <ac:spMkLst>
            <pc:docMk/>
            <pc:sldMk cId="3069901999" sldId="261"/>
            <ac:spMk id="79" creationId="{F11BE619-F955-2D34-F0DF-158047A99C50}"/>
          </ac:spMkLst>
        </pc:spChg>
        <pc:spChg chg="mod">
          <ac:chgData name="z z" userId="161882819154b75b" providerId="LiveId" clId="{E857BD72-A5A7-4845-87EA-1B97DB89FFC1}" dt="2024-05-19T05:22:58.974" v="2158"/>
          <ac:spMkLst>
            <pc:docMk/>
            <pc:sldMk cId="3069901999" sldId="261"/>
            <ac:spMk id="80" creationId="{DDF80060-D5F9-ABAC-FF6F-B182DD952684}"/>
          </ac:spMkLst>
        </pc:spChg>
        <pc:spChg chg="mod">
          <ac:chgData name="z z" userId="161882819154b75b" providerId="LiveId" clId="{E857BD72-A5A7-4845-87EA-1B97DB89FFC1}" dt="2024-05-19T05:22:58.974" v="2158"/>
          <ac:spMkLst>
            <pc:docMk/>
            <pc:sldMk cId="3069901999" sldId="261"/>
            <ac:spMk id="81" creationId="{B9D3FFE7-C138-94E4-7AC9-8D80894C925B}"/>
          </ac:spMkLst>
        </pc:spChg>
        <pc:spChg chg="mod">
          <ac:chgData name="z z" userId="161882819154b75b" providerId="LiveId" clId="{E857BD72-A5A7-4845-87EA-1B97DB89FFC1}" dt="2024-05-19T05:22:58.974" v="2158"/>
          <ac:spMkLst>
            <pc:docMk/>
            <pc:sldMk cId="3069901999" sldId="261"/>
            <ac:spMk id="82" creationId="{5B44A53A-9970-E525-2723-8A3ECF8FC0DE}"/>
          </ac:spMkLst>
        </pc:spChg>
        <pc:spChg chg="mod">
          <ac:chgData name="z z" userId="161882819154b75b" providerId="LiveId" clId="{E857BD72-A5A7-4845-87EA-1B97DB89FFC1}" dt="2024-05-19T05:22:58.974" v="2158"/>
          <ac:spMkLst>
            <pc:docMk/>
            <pc:sldMk cId="3069901999" sldId="261"/>
            <ac:spMk id="83" creationId="{A917BD28-A32D-44F5-8A6A-49EDC5EF242F}"/>
          </ac:spMkLst>
        </pc:spChg>
        <pc:spChg chg="mod">
          <ac:chgData name="z z" userId="161882819154b75b" providerId="LiveId" clId="{E857BD72-A5A7-4845-87EA-1B97DB89FFC1}" dt="2024-05-19T05:22:58.974" v="2158"/>
          <ac:spMkLst>
            <pc:docMk/>
            <pc:sldMk cId="3069901999" sldId="261"/>
            <ac:spMk id="84" creationId="{FB6517A6-88DC-902C-8964-B0240F3EE6F4}"/>
          </ac:spMkLst>
        </pc:spChg>
        <pc:spChg chg="mod">
          <ac:chgData name="z z" userId="161882819154b75b" providerId="LiveId" clId="{E857BD72-A5A7-4845-87EA-1B97DB89FFC1}" dt="2024-05-19T05:22:58.974" v="2158"/>
          <ac:spMkLst>
            <pc:docMk/>
            <pc:sldMk cId="3069901999" sldId="261"/>
            <ac:spMk id="85" creationId="{6F547EC5-6AE6-9C32-45DF-4C794BDC8744}"/>
          </ac:spMkLst>
        </pc:spChg>
        <pc:spChg chg="mod">
          <ac:chgData name="z z" userId="161882819154b75b" providerId="LiveId" clId="{E857BD72-A5A7-4845-87EA-1B97DB89FFC1}" dt="2024-05-19T05:22:58.974" v="2158"/>
          <ac:spMkLst>
            <pc:docMk/>
            <pc:sldMk cId="3069901999" sldId="261"/>
            <ac:spMk id="86" creationId="{EAC7B665-6EE5-9498-BC5F-D0649522F34D}"/>
          </ac:spMkLst>
        </pc:spChg>
        <pc:spChg chg="mod">
          <ac:chgData name="z z" userId="161882819154b75b" providerId="LiveId" clId="{E857BD72-A5A7-4845-87EA-1B97DB89FFC1}" dt="2024-05-19T05:22:58.974" v="2158"/>
          <ac:spMkLst>
            <pc:docMk/>
            <pc:sldMk cId="3069901999" sldId="261"/>
            <ac:spMk id="87" creationId="{779BF06F-89DB-3F87-22DE-4EC6410752A7}"/>
          </ac:spMkLst>
        </pc:spChg>
        <pc:spChg chg="mod">
          <ac:chgData name="z z" userId="161882819154b75b" providerId="LiveId" clId="{E857BD72-A5A7-4845-87EA-1B97DB89FFC1}" dt="2024-05-19T05:22:58.974" v="2158"/>
          <ac:spMkLst>
            <pc:docMk/>
            <pc:sldMk cId="3069901999" sldId="261"/>
            <ac:spMk id="88" creationId="{8AA60654-950A-0F2A-9A37-4B293063AF37}"/>
          </ac:spMkLst>
        </pc:spChg>
        <pc:spChg chg="mod">
          <ac:chgData name="z z" userId="161882819154b75b" providerId="LiveId" clId="{E857BD72-A5A7-4845-87EA-1B97DB89FFC1}" dt="2024-05-19T05:22:58.974" v="2158"/>
          <ac:spMkLst>
            <pc:docMk/>
            <pc:sldMk cId="3069901999" sldId="261"/>
            <ac:spMk id="89" creationId="{7F8D6DD1-19DC-1C89-EE5A-A2B27AD589EB}"/>
          </ac:spMkLst>
        </pc:spChg>
        <pc:spChg chg="mod">
          <ac:chgData name="z z" userId="161882819154b75b" providerId="LiveId" clId="{E857BD72-A5A7-4845-87EA-1B97DB89FFC1}" dt="2024-05-19T05:22:58.974" v="2158"/>
          <ac:spMkLst>
            <pc:docMk/>
            <pc:sldMk cId="3069901999" sldId="261"/>
            <ac:spMk id="90" creationId="{20E9EB83-26E9-C165-B50D-D0872BFB5D80}"/>
          </ac:spMkLst>
        </pc:spChg>
        <pc:spChg chg="mod">
          <ac:chgData name="z z" userId="161882819154b75b" providerId="LiveId" clId="{E857BD72-A5A7-4845-87EA-1B97DB89FFC1}" dt="2024-05-19T05:22:58.974" v="2158"/>
          <ac:spMkLst>
            <pc:docMk/>
            <pc:sldMk cId="3069901999" sldId="261"/>
            <ac:spMk id="91" creationId="{A7B90E59-3B4B-1337-DAA9-D96718B21E58}"/>
          </ac:spMkLst>
        </pc:spChg>
        <pc:spChg chg="mod">
          <ac:chgData name="z z" userId="161882819154b75b" providerId="LiveId" clId="{E857BD72-A5A7-4845-87EA-1B97DB89FFC1}" dt="2024-05-19T05:22:58.974" v="2158"/>
          <ac:spMkLst>
            <pc:docMk/>
            <pc:sldMk cId="3069901999" sldId="261"/>
            <ac:spMk id="92" creationId="{8664BF47-5729-0F11-9AE2-8E374A151511}"/>
          </ac:spMkLst>
        </pc:spChg>
        <pc:spChg chg="mod">
          <ac:chgData name="z z" userId="161882819154b75b" providerId="LiveId" clId="{E857BD72-A5A7-4845-87EA-1B97DB89FFC1}" dt="2024-05-19T05:22:58.974" v="2158"/>
          <ac:spMkLst>
            <pc:docMk/>
            <pc:sldMk cId="3069901999" sldId="261"/>
            <ac:spMk id="93" creationId="{CC5AD2E4-97A4-AC04-3530-C9E34674CE29}"/>
          </ac:spMkLst>
        </pc:spChg>
        <pc:spChg chg="mod">
          <ac:chgData name="z z" userId="161882819154b75b" providerId="LiveId" clId="{E857BD72-A5A7-4845-87EA-1B97DB89FFC1}" dt="2024-05-19T05:22:58.974" v="2158"/>
          <ac:spMkLst>
            <pc:docMk/>
            <pc:sldMk cId="3069901999" sldId="261"/>
            <ac:spMk id="94" creationId="{086C1DAF-B1DD-A89E-8A04-D19DFB719A2E}"/>
          </ac:spMkLst>
        </pc:spChg>
        <pc:spChg chg="mod">
          <ac:chgData name="z z" userId="161882819154b75b" providerId="LiveId" clId="{E857BD72-A5A7-4845-87EA-1B97DB89FFC1}" dt="2024-05-19T05:22:58.974" v="2158"/>
          <ac:spMkLst>
            <pc:docMk/>
            <pc:sldMk cId="3069901999" sldId="261"/>
            <ac:spMk id="95" creationId="{AFD13FFA-7B34-6A16-29BD-7A3A6DE502A6}"/>
          </ac:spMkLst>
        </pc:spChg>
        <pc:spChg chg="mod">
          <ac:chgData name="z z" userId="161882819154b75b" providerId="LiveId" clId="{E857BD72-A5A7-4845-87EA-1B97DB89FFC1}" dt="2024-05-19T05:22:58.974" v="2158"/>
          <ac:spMkLst>
            <pc:docMk/>
            <pc:sldMk cId="3069901999" sldId="261"/>
            <ac:spMk id="96" creationId="{BAEB368A-0D4B-1909-236E-87562B301E34}"/>
          </ac:spMkLst>
        </pc:spChg>
        <pc:spChg chg="mod">
          <ac:chgData name="z z" userId="161882819154b75b" providerId="LiveId" clId="{E857BD72-A5A7-4845-87EA-1B97DB89FFC1}" dt="2024-05-19T05:22:58.974" v="2158"/>
          <ac:spMkLst>
            <pc:docMk/>
            <pc:sldMk cId="3069901999" sldId="261"/>
            <ac:spMk id="97" creationId="{01F1A754-CA9C-0DA6-3B9A-37795E2ED0ED}"/>
          </ac:spMkLst>
        </pc:spChg>
        <pc:spChg chg="mod">
          <ac:chgData name="z z" userId="161882819154b75b" providerId="LiveId" clId="{E857BD72-A5A7-4845-87EA-1B97DB89FFC1}" dt="2024-05-19T05:22:58.974" v="2158"/>
          <ac:spMkLst>
            <pc:docMk/>
            <pc:sldMk cId="3069901999" sldId="261"/>
            <ac:spMk id="98" creationId="{ED6CF3FF-0572-0EA4-28E6-0836283AB532}"/>
          </ac:spMkLst>
        </pc:spChg>
        <pc:spChg chg="mod">
          <ac:chgData name="z z" userId="161882819154b75b" providerId="LiveId" clId="{E857BD72-A5A7-4845-87EA-1B97DB89FFC1}" dt="2024-05-19T05:22:58.974" v="2158"/>
          <ac:spMkLst>
            <pc:docMk/>
            <pc:sldMk cId="3069901999" sldId="261"/>
            <ac:spMk id="99" creationId="{3D0C3C2E-4B40-DA1B-2E09-C0880C7EBD17}"/>
          </ac:spMkLst>
        </pc:spChg>
        <pc:spChg chg="mod">
          <ac:chgData name="z z" userId="161882819154b75b" providerId="LiveId" clId="{E857BD72-A5A7-4845-87EA-1B97DB89FFC1}" dt="2024-05-19T05:22:58.974" v="2158"/>
          <ac:spMkLst>
            <pc:docMk/>
            <pc:sldMk cId="3069901999" sldId="261"/>
            <ac:spMk id="100" creationId="{04B307C5-9533-C7BF-FA3C-2905F3BEC2DD}"/>
          </ac:spMkLst>
        </pc:spChg>
        <pc:spChg chg="mod">
          <ac:chgData name="z z" userId="161882819154b75b" providerId="LiveId" clId="{E857BD72-A5A7-4845-87EA-1B97DB89FFC1}" dt="2024-05-19T05:22:58.974" v="2158"/>
          <ac:spMkLst>
            <pc:docMk/>
            <pc:sldMk cId="3069901999" sldId="261"/>
            <ac:spMk id="101" creationId="{0418D494-2388-814D-2300-9358F24EEE34}"/>
          </ac:spMkLst>
        </pc:spChg>
        <pc:spChg chg="add del mod">
          <ac:chgData name="z z" userId="161882819154b75b" providerId="LiveId" clId="{E857BD72-A5A7-4845-87EA-1B97DB89FFC1}" dt="2024-05-19T05:23:51.862" v="2167"/>
          <ac:spMkLst>
            <pc:docMk/>
            <pc:sldMk cId="3069901999" sldId="261"/>
            <ac:spMk id="102" creationId="{936EB36F-746A-D86D-8B41-6EEE538133F4}"/>
          </ac:spMkLst>
        </pc:spChg>
        <pc:spChg chg="add del mod">
          <ac:chgData name="z z" userId="161882819154b75b" providerId="LiveId" clId="{E857BD72-A5A7-4845-87EA-1B97DB89FFC1}" dt="2024-05-19T05:23:51.862" v="2167"/>
          <ac:spMkLst>
            <pc:docMk/>
            <pc:sldMk cId="3069901999" sldId="261"/>
            <ac:spMk id="103" creationId="{2872F559-7208-63F1-CEF9-383A49942EE3}"/>
          </ac:spMkLst>
        </pc:spChg>
        <pc:spChg chg="del mod">
          <ac:chgData name="z z" userId="161882819154b75b" providerId="LiveId" clId="{E857BD72-A5A7-4845-87EA-1B97DB89FFC1}" dt="2024-05-19T05:44:35.633" v="2250" actId="478"/>
          <ac:spMkLst>
            <pc:docMk/>
            <pc:sldMk cId="3069901999" sldId="261"/>
            <ac:spMk id="104" creationId="{DE47C56A-E315-BD7E-AF9E-2E9165321229}"/>
          </ac:spMkLst>
        </pc:spChg>
        <pc:spChg chg="del mod">
          <ac:chgData name="z z" userId="161882819154b75b" providerId="LiveId" clId="{E857BD72-A5A7-4845-87EA-1B97DB89FFC1}" dt="2024-05-19T05:44:35.633" v="2250" actId="478"/>
          <ac:spMkLst>
            <pc:docMk/>
            <pc:sldMk cId="3069901999" sldId="261"/>
            <ac:spMk id="105" creationId="{9EABF55A-83BB-D4FC-BCC2-C346E6CB2545}"/>
          </ac:spMkLst>
        </pc:spChg>
        <pc:spChg chg="del mod">
          <ac:chgData name="z z" userId="161882819154b75b" providerId="LiveId" clId="{E857BD72-A5A7-4845-87EA-1B97DB89FFC1}" dt="2024-05-19T05:44:35.633" v="2250" actId="478"/>
          <ac:spMkLst>
            <pc:docMk/>
            <pc:sldMk cId="3069901999" sldId="261"/>
            <ac:spMk id="106" creationId="{075D1C43-5BBA-DF98-6D23-7595CE72743B}"/>
          </ac:spMkLst>
        </pc:spChg>
        <pc:spChg chg="del mod">
          <ac:chgData name="z z" userId="161882819154b75b" providerId="LiveId" clId="{E857BD72-A5A7-4845-87EA-1B97DB89FFC1}" dt="2024-05-19T05:44:35.633" v="2250" actId="478"/>
          <ac:spMkLst>
            <pc:docMk/>
            <pc:sldMk cId="3069901999" sldId="261"/>
            <ac:spMk id="107" creationId="{D255F7F9-C2E0-3697-98CB-F7FB02EF1840}"/>
          </ac:spMkLst>
        </pc:spChg>
        <pc:spChg chg="del mod">
          <ac:chgData name="z z" userId="161882819154b75b" providerId="LiveId" clId="{E857BD72-A5A7-4845-87EA-1B97DB89FFC1}" dt="2024-05-19T05:44:35.633" v="2250" actId="478"/>
          <ac:spMkLst>
            <pc:docMk/>
            <pc:sldMk cId="3069901999" sldId="261"/>
            <ac:spMk id="108" creationId="{DF223946-0BCC-BDCB-503A-C75F13AB7BC1}"/>
          </ac:spMkLst>
        </pc:spChg>
        <pc:spChg chg="del mod">
          <ac:chgData name="z z" userId="161882819154b75b" providerId="LiveId" clId="{E857BD72-A5A7-4845-87EA-1B97DB89FFC1}" dt="2024-05-19T05:44:35.633" v="2250" actId="478"/>
          <ac:spMkLst>
            <pc:docMk/>
            <pc:sldMk cId="3069901999" sldId="261"/>
            <ac:spMk id="109" creationId="{EE22E0AD-EACB-817B-7809-DB6196BBB16B}"/>
          </ac:spMkLst>
        </pc:spChg>
        <pc:spChg chg="del mod">
          <ac:chgData name="z z" userId="161882819154b75b" providerId="LiveId" clId="{E857BD72-A5A7-4845-87EA-1B97DB89FFC1}" dt="2024-05-19T05:44:35.633" v="2250" actId="478"/>
          <ac:spMkLst>
            <pc:docMk/>
            <pc:sldMk cId="3069901999" sldId="261"/>
            <ac:spMk id="110" creationId="{64A487C3-A78C-A3A3-A323-F00118E35A7F}"/>
          </ac:spMkLst>
        </pc:spChg>
        <pc:spChg chg="del mod">
          <ac:chgData name="z z" userId="161882819154b75b" providerId="LiveId" clId="{E857BD72-A5A7-4845-87EA-1B97DB89FFC1}" dt="2024-05-19T05:44:35.633" v="2250" actId="478"/>
          <ac:spMkLst>
            <pc:docMk/>
            <pc:sldMk cId="3069901999" sldId="261"/>
            <ac:spMk id="111" creationId="{28419A73-5F39-F1FE-1F74-EA18DBFC7FA8}"/>
          </ac:spMkLst>
        </pc:spChg>
        <pc:spChg chg="del mod">
          <ac:chgData name="z z" userId="161882819154b75b" providerId="LiveId" clId="{E857BD72-A5A7-4845-87EA-1B97DB89FFC1}" dt="2024-05-19T05:44:35.633" v="2250" actId="478"/>
          <ac:spMkLst>
            <pc:docMk/>
            <pc:sldMk cId="3069901999" sldId="261"/>
            <ac:spMk id="112" creationId="{A94F590E-2D17-F91D-9FB0-6702B616440B}"/>
          </ac:spMkLst>
        </pc:spChg>
        <pc:spChg chg="del mod">
          <ac:chgData name="z z" userId="161882819154b75b" providerId="LiveId" clId="{E857BD72-A5A7-4845-87EA-1B97DB89FFC1}" dt="2024-05-19T05:44:35.633" v="2250" actId="478"/>
          <ac:spMkLst>
            <pc:docMk/>
            <pc:sldMk cId="3069901999" sldId="261"/>
            <ac:spMk id="113" creationId="{975D1D79-975E-BDF8-9674-24D50709DC49}"/>
          </ac:spMkLst>
        </pc:spChg>
        <pc:spChg chg="del mod">
          <ac:chgData name="z z" userId="161882819154b75b" providerId="LiveId" clId="{E857BD72-A5A7-4845-87EA-1B97DB89FFC1}" dt="2024-05-19T05:23:55.565" v="2168" actId="478"/>
          <ac:spMkLst>
            <pc:docMk/>
            <pc:sldMk cId="3069901999" sldId="261"/>
            <ac:spMk id="114" creationId="{2EE7A834-882A-6B97-5DA0-EBBC5A07801B}"/>
          </ac:spMkLst>
        </pc:spChg>
        <pc:spChg chg="del mod">
          <ac:chgData name="z z" userId="161882819154b75b" providerId="LiveId" clId="{E857BD72-A5A7-4845-87EA-1B97DB89FFC1}" dt="2024-05-19T05:44:35.633" v="2250" actId="478"/>
          <ac:spMkLst>
            <pc:docMk/>
            <pc:sldMk cId="3069901999" sldId="261"/>
            <ac:spMk id="115" creationId="{1CCD1E8C-CA93-CC21-ACC5-EECFB79B8930}"/>
          </ac:spMkLst>
        </pc:spChg>
        <pc:spChg chg="del mod">
          <ac:chgData name="z z" userId="161882819154b75b" providerId="LiveId" clId="{E857BD72-A5A7-4845-87EA-1B97DB89FFC1}" dt="2024-05-19T05:44:35.633" v="2250" actId="478"/>
          <ac:spMkLst>
            <pc:docMk/>
            <pc:sldMk cId="3069901999" sldId="261"/>
            <ac:spMk id="116" creationId="{287B5643-FD98-46A6-8521-FA6586300FE6}"/>
          </ac:spMkLst>
        </pc:spChg>
        <pc:spChg chg="del mod">
          <ac:chgData name="z z" userId="161882819154b75b" providerId="LiveId" clId="{E857BD72-A5A7-4845-87EA-1B97DB89FFC1}" dt="2024-05-19T05:44:35.633" v="2250" actId="478"/>
          <ac:spMkLst>
            <pc:docMk/>
            <pc:sldMk cId="3069901999" sldId="261"/>
            <ac:spMk id="117" creationId="{9F7A7916-3DDB-8828-7892-07D64A81D399}"/>
          </ac:spMkLst>
        </pc:spChg>
        <pc:spChg chg="del mod">
          <ac:chgData name="z z" userId="161882819154b75b" providerId="LiveId" clId="{E857BD72-A5A7-4845-87EA-1B97DB89FFC1}" dt="2024-05-19T05:44:35.633" v="2250" actId="478"/>
          <ac:spMkLst>
            <pc:docMk/>
            <pc:sldMk cId="3069901999" sldId="261"/>
            <ac:spMk id="118" creationId="{B3051847-33B3-4D64-22A4-A270E3321B30}"/>
          </ac:spMkLst>
        </pc:spChg>
        <pc:spChg chg="del mod">
          <ac:chgData name="z z" userId="161882819154b75b" providerId="LiveId" clId="{E857BD72-A5A7-4845-87EA-1B97DB89FFC1}" dt="2024-05-19T05:44:35.633" v="2250" actId="478"/>
          <ac:spMkLst>
            <pc:docMk/>
            <pc:sldMk cId="3069901999" sldId="261"/>
            <ac:spMk id="119" creationId="{E118C765-916D-F4EE-F19A-737D698C6D73}"/>
          </ac:spMkLst>
        </pc:spChg>
        <pc:spChg chg="del mod">
          <ac:chgData name="z z" userId="161882819154b75b" providerId="LiveId" clId="{E857BD72-A5A7-4845-87EA-1B97DB89FFC1}" dt="2024-05-19T05:44:35.633" v="2250" actId="478"/>
          <ac:spMkLst>
            <pc:docMk/>
            <pc:sldMk cId="3069901999" sldId="261"/>
            <ac:spMk id="120" creationId="{AB9573B1-B87C-E1CC-8C37-15BECA54865D}"/>
          </ac:spMkLst>
        </pc:spChg>
        <pc:spChg chg="del mod">
          <ac:chgData name="z z" userId="161882819154b75b" providerId="LiveId" clId="{E857BD72-A5A7-4845-87EA-1B97DB89FFC1}" dt="2024-05-19T05:44:35.633" v="2250" actId="478"/>
          <ac:spMkLst>
            <pc:docMk/>
            <pc:sldMk cId="3069901999" sldId="261"/>
            <ac:spMk id="121" creationId="{45D45A2E-68B7-4167-75DE-61858AC09E69}"/>
          </ac:spMkLst>
        </pc:spChg>
        <pc:spChg chg="del mod">
          <ac:chgData name="z z" userId="161882819154b75b" providerId="LiveId" clId="{E857BD72-A5A7-4845-87EA-1B97DB89FFC1}" dt="2024-05-19T05:44:35.633" v="2250" actId="478"/>
          <ac:spMkLst>
            <pc:docMk/>
            <pc:sldMk cId="3069901999" sldId="261"/>
            <ac:spMk id="122" creationId="{28D8BC0B-95C2-4509-41CF-F428AB1ECD0B}"/>
          </ac:spMkLst>
        </pc:spChg>
        <pc:spChg chg="del mod">
          <ac:chgData name="z z" userId="161882819154b75b" providerId="LiveId" clId="{E857BD72-A5A7-4845-87EA-1B97DB89FFC1}" dt="2024-05-19T05:44:35.633" v="2250" actId="478"/>
          <ac:spMkLst>
            <pc:docMk/>
            <pc:sldMk cId="3069901999" sldId="261"/>
            <ac:spMk id="123" creationId="{96FABDD9-920D-6B07-6DC6-D20BB5E810F7}"/>
          </ac:spMkLst>
        </pc:spChg>
        <pc:spChg chg="del mod">
          <ac:chgData name="z z" userId="161882819154b75b" providerId="LiveId" clId="{E857BD72-A5A7-4845-87EA-1B97DB89FFC1}" dt="2024-05-19T05:44:35.633" v="2250" actId="478"/>
          <ac:spMkLst>
            <pc:docMk/>
            <pc:sldMk cId="3069901999" sldId="261"/>
            <ac:spMk id="124" creationId="{8425D638-95EF-1682-9B00-D561C47C55E3}"/>
          </ac:spMkLst>
        </pc:spChg>
        <pc:spChg chg="del mod">
          <ac:chgData name="z z" userId="161882819154b75b" providerId="LiveId" clId="{E857BD72-A5A7-4845-87EA-1B97DB89FFC1}" dt="2024-05-19T05:44:35.633" v="2250" actId="478"/>
          <ac:spMkLst>
            <pc:docMk/>
            <pc:sldMk cId="3069901999" sldId="261"/>
            <ac:spMk id="125" creationId="{31AC673A-8BE2-0816-4148-A79DC58DBC7F}"/>
          </ac:spMkLst>
        </pc:spChg>
        <pc:spChg chg="add del mod">
          <ac:chgData name="z z" userId="161882819154b75b" providerId="LiveId" clId="{E857BD72-A5A7-4845-87EA-1B97DB89FFC1}" dt="2024-05-19T05:44:56.386" v="2256"/>
          <ac:spMkLst>
            <pc:docMk/>
            <pc:sldMk cId="3069901999" sldId="261"/>
            <ac:spMk id="126" creationId="{4BBD6488-07FE-2B9B-7BF9-B3F61E0A3537}"/>
          </ac:spMkLst>
        </pc:spChg>
        <pc:spChg chg="add del mod">
          <ac:chgData name="z z" userId="161882819154b75b" providerId="LiveId" clId="{E857BD72-A5A7-4845-87EA-1B97DB89FFC1}" dt="2024-05-19T05:44:56.386" v="2256"/>
          <ac:spMkLst>
            <pc:docMk/>
            <pc:sldMk cId="3069901999" sldId="261"/>
            <ac:spMk id="127" creationId="{C83FC983-6107-9457-0C1B-072C2667B61C}"/>
          </ac:spMkLst>
        </pc:spChg>
        <pc:spChg chg="del mod">
          <ac:chgData name="z z" userId="161882819154b75b" providerId="LiveId" clId="{E857BD72-A5A7-4845-87EA-1B97DB89FFC1}" dt="2024-05-19T05:47:27.662" v="2281"/>
          <ac:spMkLst>
            <pc:docMk/>
            <pc:sldMk cId="3069901999" sldId="261"/>
            <ac:spMk id="128" creationId="{5B0277DC-97ED-76B3-4275-6393CD6ECAA2}"/>
          </ac:spMkLst>
        </pc:spChg>
        <pc:spChg chg="del mod">
          <ac:chgData name="z z" userId="161882819154b75b" providerId="LiveId" clId="{E857BD72-A5A7-4845-87EA-1B97DB89FFC1}" dt="2024-05-19T05:47:27.662" v="2281"/>
          <ac:spMkLst>
            <pc:docMk/>
            <pc:sldMk cId="3069901999" sldId="261"/>
            <ac:spMk id="129" creationId="{3E73DD5D-1883-6796-C63E-4AB8315BEC47}"/>
          </ac:spMkLst>
        </pc:spChg>
        <pc:spChg chg="del mod">
          <ac:chgData name="z z" userId="161882819154b75b" providerId="LiveId" clId="{E857BD72-A5A7-4845-87EA-1B97DB89FFC1}" dt="2024-05-19T05:47:27.662" v="2281"/>
          <ac:spMkLst>
            <pc:docMk/>
            <pc:sldMk cId="3069901999" sldId="261"/>
            <ac:spMk id="130" creationId="{920379BF-6A31-82BD-A4C4-4A149F31C940}"/>
          </ac:spMkLst>
        </pc:spChg>
        <pc:spChg chg="del mod">
          <ac:chgData name="z z" userId="161882819154b75b" providerId="LiveId" clId="{E857BD72-A5A7-4845-87EA-1B97DB89FFC1}" dt="2024-05-19T05:47:27.662" v="2281"/>
          <ac:spMkLst>
            <pc:docMk/>
            <pc:sldMk cId="3069901999" sldId="261"/>
            <ac:spMk id="131" creationId="{2C0B5D63-C683-5EEE-FA5C-B0A5BBA7813D}"/>
          </ac:spMkLst>
        </pc:spChg>
        <pc:spChg chg="del mod">
          <ac:chgData name="z z" userId="161882819154b75b" providerId="LiveId" clId="{E857BD72-A5A7-4845-87EA-1B97DB89FFC1}" dt="2024-05-19T05:47:27.662" v="2281"/>
          <ac:spMkLst>
            <pc:docMk/>
            <pc:sldMk cId="3069901999" sldId="261"/>
            <ac:spMk id="132" creationId="{C5A2CF72-4340-50FB-1B50-FEA2BD74ACF4}"/>
          </ac:spMkLst>
        </pc:spChg>
        <pc:spChg chg="del mod">
          <ac:chgData name="z z" userId="161882819154b75b" providerId="LiveId" clId="{E857BD72-A5A7-4845-87EA-1B97DB89FFC1}" dt="2024-05-19T05:47:27.662" v="2281"/>
          <ac:spMkLst>
            <pc:docMk/>
            <pc:sldMk cId="3069901999" sldId="261"/>
            <ac:spMk id="133" creationId="{0D3F897F-B415-BE53-A152-28AA17EF88C5}"/>
          </ac:spMkLst>
        </pc:spChg>
        <pc:spChg chg="del mod">
          <ac:chgData name="z z" userId="161882819154b75b" providerId="LiveId" clId="{E857BD72-A5A7-4845-87EA-1B97DB89FFC1}" dt="2024-05-19T05:47:27.662" v="2281"/>
          <ac:spMkLst>
            <pc:docMk/>
            <pc:sldMk cId="3069901999" sldId="261"/>
            <ac:spMk id="134" creationId="{325B7E97-952E-2B5E-74B9-75613A1C3341}"/>
          </ac:spMkLst>
        </pc:spChg>
        <pc:spChg chg="del mod">
          <ac:chgData name="z z" userId="161882819154b75b" providerId="LiveId" clId="{E857BD72-A5A7-4845-87EA-1B97DB89FFC1}" dt="2024-05-19T05:47:27.662" v="2281"/>
          <ac:spMkLst>
            <pc:docMk/>
            <pc:sldMk cId="3069901999" sldId="261"/>
            <ac:spMk id="135" creationId="{5EA1528B-DA72-DE75-60CF-B83477AE6E25}"/>
          </ac:spMkLst>
        </pc:spChg>
        <pc:spChg chg="del mod">
          <ac:chgData name="z z" userId="161882819154b75b" providerId="LiveId" clId="{E857BD72-A5A7-4845-87EA-1B97DB89FFC1}" dt="2024-05-19T05:47:27.662" v="2281"/>
          <ac:spMkLst>
            <pc:docMk/>
            <pc:sldMk cId="3069901999" sldId="261"/>
            <ac:spMk id="136" creationId="{8BEAD6FF-1E8A-F688-E9AA-652E0DE24691}"/>
          </ac:spMkLst>
        </pc:spChg>
        <pc:spChg chg="del mod">
          <ac:chgData name="z z" userId="161882819154b75b" providerId="LiveId" clId="{E857BD72-A5A7-4845-87EA-1B97DB89FFC1}" dt="2024-05-19T05:47:27.662" v="2281"/>
          <ac:spMkLst>
            <pc:docMk/>
            <pc:sldMk cId="3069901999" sldId="261"/>
            <ac:spMk id="137" creationId="{BAA2BC88-A4B8-63A1-DB7C-27AD9CEA659A}"/>
          </ac:spMkLst>
        </pc:spChg>
        <pc:spChg chg="del mod">
          <ac:chgData name="z z" userId="161882819154b75b" providerId="LiveId" clId="{E857BD72-A5A7-4845-87EA-1B97DB89FFC1}" dt="2024-05-19T05:44:57.967" v="2257" actId="478"/>
          <ac:spMkLst>
            <pc:docMk/>
            <pc:sldMk cId="3069901999" sldId="261"/>
            <ac:spMk id="138" creationId="{4DDCD9E6-B2E8-030D-5B4F-11DCB7255C6E}"/>
          </ac:spMkLst>
        </pc:spChg>
        <pc:spChg chg="del mod">
          <ac:chgData name="z z" userId="161882819154b75b" providerId="LiveId" clId="{E857BD72-A5A7-4845-87EA-1B97DB89FFC1}" dt="2024-05-19T05:47:27.662" v="2281"/>
          <ac:spMkLst>
            <pc:docMk/>
            <pc:sldMk cId="3069901999" sldId="261"/>
            <ac:spMk id="139" creationId="{9A000AD8-AAAE-BBB4-7DF0-27981C5ACE1A}"/>
          </ac:spMkLst>
        </pc:spChg>
        <pc:spChg chg="del mod">
          <ac:chgData name="z z" userId="161882819154b75b" providerId="LiveId" clId="{E857BD72-A5A7-4845-87EA-1B97DB89FFC1}" dt="2024-05-19T05:46:41.060" v="2273" actId="478"/>
          <ac:spMkLst>
            <pc:docMk/>
            <pc:sldMk cId="3069901999" sldId="261"/>
            <ac:spMk id="140" creationId="{2B0FC0F8-7E2D-5B76-B80D-DB8F09DFD8C2}"/>
          </ac:spMkLst>
        </pc:spChg>
        <pc:spChg chg="del mod">
          <ac:chgData name="z z" userId="161882819154b75b" providerId="LiveId" clId="{E857BD72-A5A7-4845-87EA-1B97DB89FFC1}" dt="2024-05-19T05:46:38.472" v="2272" actId="478"/>
          <ac:spMkLst>
            <pc:docMk/>
            <pc:sldMk cId="3069901999" sldId="261"/>
            <ac:spMk id="141" creationId="{047B3CFC-70F2-D479-DD10-847CF7B73AE6}"/>
          </ac:spMkLst>
        </pc:spChg>
        <pc:spChg chg="del mod">
          <ac:chgData name="z z" userId="161882819154b75b" providerId="LiveId" clId="{E857BD72-A5A7-4845-87EA-1B97DB89FFC1}" dt="2024-05-19T05:46:22.955" v="2266" actId="478"/>
          <ac:spMkLst>
            <pc:docMk/>
            <pc:sldMk cId="3069901999" sldId="261"/>
            <ac:spMk id="142" creationId="{8DCE8C22-80B0-C3EF-0810-237CE68FC19D}"/>
          </ac:spMkLst>
        </pc:spChg>
        <pc:spChg chg="del mod">
          <ac:chgData name="z z" userId="161882819154b75b" providerId="LiveId" clId="{E857BD72-A5A7-4845-87EA-1B97DB89FFC1}" dt="2024-05-19T05:46:34.065" v="2270" actId="478"/>
          <ac:spMkLst>
            <pc:docMk/>
            <pc:sldMk cId="3069901999" sldId="261"/>
            <ac:spMk id="143" creationId="{751E9A06-E6F9-1248-1A7E-5E31C533F373}"/>
          </ac:spMkLst>
        </pc:spChg>
        <pc:spChg chg="del mod">
          <ac:chgData name="z z" userId="161882819154b75b" providerId="LiveId" clId="{E857BD72-A5A7-4845-87EA-1B97DB89FFC1}" dt="2024-05-19T05:46:36.420" v="2271" actId="478"/>
          <ac:spMkLst>
            <pc:docMk/>
            <pc:sldMk cId="3069901999" sldId="261"/>
            <ac:spMk id="144" creationId="{8F114D58-AE9D-AFFA-8737-6F7C898951ED}"/>
          </ac:spMkLst>
        </pc:spChg>
        <pc:spChg chg="del mod">
          <ac:chgData name="z z" userId="161882819154b75b" providerId="LiveId" clId="{E857BD72-A5A7-4845-87EA-1B97DB89FFC1}" dt="2024-05-19T05:46:26.955" v="2268" actId="478"/>
          <ac:spMkLst>
            <pc:docMk/>
            <pc:sldMk cId="3069901999" sldId="261"/>
            <ac:spMk id="145" creationId="{E23616DB-15A7-FBF5-2EFB-89EC4E16207E}"/>
          </ac:spMkLst>
        </pc:spChg>
        <pc:spChg chg="del mod">
          <ac:chgData name="z z" userId="161882819154b75b" providerId="LiveId" clId="{E857BD72-A5A7-4845-87EA-1B97DB89FFC1}" dt="2024-05-19T05:46:25.293" v="2267" actId="478"/>
          <ac:spMkLst>
            <pc:docMk/>
            <pc:sldMk cId="3069901999" sldId="261"/>
            <ac:spMk id="146" creationId="{657FAAA0-1BB0-6479-FA0A-7C01CEFDB661}"/>
          </ac:spMkLst>
        </pc:spChg>
        <pc:spChg chg="del mod">
          <ac:chgData name="z z" userId="161882819154b75b" providerId="LiveId" clId="{E857BD72-A5A7-4845-87EA-1B97DB89FFC1}" dt="2024-05-19T05:46:20.230" v="2265" actId="478"/>
          <ac:spMkLst>
            <pc:docMk/>
            <pc:sldMk cId="3069901999" sldId="261"/>
            <ac:spMk id="147" creationId="{E4B85479-4A7B-FD77-B635-9DD804065BE1}"/>
          </ac:spMkLst>
        </pc:spChg>
        <pc:spChg chg="del mod">
          <ac:chgData name="z z" userId="161882819154b75b" providerId="LiveId" clId="{E857BD72-A5A7-4845-87EA-1B97DB89FFC1}" dt="2024-05-19T05:46:17.747" v="2264" actId="478"/>
          <ac:spMkLst>
            <pc:docMk/>
            <pc:sldMk cId="3069901999" sldId="261"/>
            <ac:spMk id="148" creationId="{7964EABF-EE81-1AB1-53BF-02B762963B43}"/>
          </ac:spMkLst>
        </pc:spChg>
        <pc:spChg chg="del mod">
          <ac:chgData name="z z" userId="161882819154b75b" providerId="LiveId" clId="{E857BD72-A5A7-4845-87EA-1B97DB89FFC1}" dt="2024-05-19T05:46:31.414" v="2269" actId="478"/>
          <ac:spMkLst>
            <pc:docMk/>
            <pc:sldMk cId="3069901999" sldId="261"/>
            <ac:spMk id="149" creationId="{E0F932CF-904F-418B-49D8-BAF5CF6243FB}"/>
          </ac:spMkLst>
        </pc:spChg>
        <pc:spChg chg="add del mod">
          <ac:chgData name="z z" userId="161882819154b75b" providerId="LiveId" clId="{E857BD72-A5A7-4845-87EA-1B97DB89FFC1}" dt="2024-05-19T05:47:27.662" v="2281"/>
          <ac:spMkLst>
            <pc:docMk/>
            <pc:sldMk cId="3069901999" sldId="261"/>
            <ac:spMk id="150" creationId="{DC5B3DB9-3FE0-5031-24EE-98C4323131A9}"/>
          </ac:spMkLst>
        </pc:spChg>
        <pc:spChg chg="mod">
          <ac:chgData name="z z" userId="161882819154b75b" providerId="LiveId" clId="{E857BD72-A5A7-4845-87EA-1B97DB89FFC1}" dt="2024-05-19T05:47:37.620" v="2282" actId="207"/>
          <ac:spMkLst>
            <pc:docMk/>
            <pc:sldMk cId="3069901999" sldId="261"/>
            <ac:spMk id="151" creationId="{2A23738C-5F4B-4DA0-CC59-59D48D9D89C3}"/>
          </ac:spMkLst>
        </pc:spChg>
        <pc:spChg chg="mod">
          <ac:chgData name="z z" userId="161882819154b75b" providerId="LiveId" clId="{E857BD72-A5A7-4845-87EA-1B97DB89FFC1}" dt="2024-05-19T05:47:37.620" v="2282" actId="207"/>
          <ac:spMkLst>
            <pc:docMk/>
            <pc:sldMk cId="3069901999" sldId="261"/>
            <ac:spMk id="152" creationId="{B2A147AF-90CF-1289-8A4E-66007A846331}"/>
          </ac:spMkLst>
        </pc:spChg>
        <pc:spChg chg="mod">
          <ac:chgData name="z z" userId="161882819154b75b" providerId="LiveId" clId="{E857BD72-A5A7-4845-87EA-1B97DB89FFC1}" dt="2024-05-19T05:47:37.620" v="2282" actId="207"/>
          <ac:spMkLst>
            <pc:docMk/>
            <pc:sldMk cId="3069901999" sldId="261"/>
            <ac:spMk id="153" creationId="{1E294C7C-1C4A-1F6C-8589-7F083413A97E}"/>
          </ac:spMkLst>
        </pc:spChg>
        <pc:spChg chg="mod">
          <ac:chgData name="z z" userId="161882819154b75b" providerId="LiveId" clId="{E857BD72-A5A7-4845-87EA-1B97DB89FFC1}" dt="2024-05-19T05:47:37.620" v="2282" actId="207"/>
          <ac:spMkLst>
            <pc:docMk/>
            <pc:sldMk cId="3069901999" sldId="261"/>
            <ac:spMk id="154" creationId="{57326611-5EE2-2F94-7F9F-65CABA202B6A}"/>
          </ac:spMkLst>
        </pc:spChg>
        <pc:spChg chg="mod">
          <ac:chgData name="z z" userId="161882819154b75b" providerId="LiveId" clId="{E857BD72-A5A7-4845-87EA-1B97DB89FFC1}" dt="2024-05-19T05:47:37.620" v="2282" actId="207"/>
          <ac:spMkLst>
            <pc:docMk/>
            <pc:sldMk cId="3069901999" sldId="261"/>
            <ac:spMk id="155" creationId="{28502581-F566-D8CC-E527-1B6913B2E760}"/>
          </ac:spMkLst>
        </pc:spChg>
        <pc:spChg chg="mod">
          <ac:chgData name="z z" userId="161882819154b75b" providerId="LiveId" clId="{E857BD72-A5A7-4845-87EA-1B97DB89FFC1}" dt="2024-05-19T05:47:37.620" v="2282" actId="207"/>
          <ac:spMkLst>
            <pc:docMk/>
            <pc:sldMk cId="3069901999" sldId="261"/>
            <ac:spMk id="156" creationId="{E017181A-324D-D802-C864-34444CC681BC}"/>
          </ac:spMkLst>
        </pc:spChg>
        <pc:spChg chg="mod">
          <ac:chgData name="z z" userId="161882819154b75b" providerId="LiveId" clId="{E857BD72-A5A7-4845-87EA-1B97DB89FFC1}" dt="2024-05-19T05:47:37.620" v="2282" actId="207"/>
          <ac:spMkLst>
            <pc:docMk/>
            <pc:sldMk cId="3069901999" sldId="261"/>
            <ac:spMk id="157" creationId="{2C156867-540F-E058-534C-0E34DEA3D3F5}"/>
          </ac:spMkLst>
        </pc:spChg>
        <pc:spChg chg="mod">
          <ac:chgData name="z z" userId="161882819154b75b" providerId="LiveId" clId="{E857BD72-A5A7-4845-87EA-1B97DB89FFC1}" dt="2024-05-19T05:47:37.620" v="2282" actId="207"/>
          <ac:spMkLst>
            <pc:docMk/>
            <pc:sldMk cId="3069901999" sldId="261"/>
            <ac:spMk id="158" creationId="{B96E5241-4641-95F7-A011-8E8BA9CF924E}"/>
          </ac:spMkLst>
        </pc:spChg>
        <pc:spChg chg="mod">
          <ac:chgData name="z z" userId="161882819154b75b" providerId="LiveId" clId="{E857BD72-A5A7-4845-87EA-1B97DB89FFC1}" dt="2024-05-19T05:47:37.620" v="2282" actId="207"/>
          <ac:spMkLst>
            <pc:docMk/>
            <pc:sldMk cId="3069901999" sldId="261"/>
            <ac:spMk id="159" creationId="{41B2353D-0F2D-9237-5069-41D8521A557C}"/>
          </ac:spMkLst>
        </pc:spChg>
        <pc:spChg chg="mod">
          <ac:chgData name="z z" userId="161882819154b75b" providerId="LiveId" clId="{E857BD72-A5A7-4845-87EA-1B97DB89FFC1}" dt="2024-05-19T05:47:37.620" v="2282" actId="207"/>
          <ac:spMkLst>
            <pc:docMk/>
            <pc:sldMk cId="3069901999" sldId="261"/>
            <ac:spMk id="160" creationId="{21CAB3B6-F255-702F-8CB4-84B77EBE0709}"/>
          </ac:spMkLst>
        </pc:spChg>
        <pc:spChg chg="mod">
          <ac:chgData name="z z" userId="161882819154b75b" providerId="LiveId" clId="{E857BD72-A5A7-4845-87EA-1B97DB89FFC1}" dt="2024-05-19T05:47:37.620" v="2282" actId="207"/>
          <ac:spMkLst>
            <pc:docMk/>
            <pc:sldMk cId="3069901999" sldId="261"/>
            <ac:spMk id="161" creationId="{3A6649F8-AE55-28E9-D7EE-CBB77E34A9B4}"/>
          </ac:spMkLst>
        </pc:spChg>
        <pc:spChg chg="del mod">
          <ac:chgData name="z z" userId="161882819154b75b" providerId="LiveId" clId="{E857BD72-A5A7-4845-87EA-1B97DB89FFC1}" dt="2024-05-19T05:48:23.397" v="2293" actId="478"/>
          <ac:spMkLst>
            <pc:docMk/>
            <pc:sldMk cId="3069901999" sldId="261"/>
            <ac:spMk id="162" creationId="{0F249993-FB12-E541-AE42-CC437A23D6AB}"/>
          </ac:spMkLst>
        </pc:spChg>
        <pc:spChg chg="mod">
          <ac:chgData name="z z" userId="161882819154b75b" providerId="LiveId" clId="{E857BD72-A5A7-4845-87EA-1B97DB89FFC1}" dt="2024-05-19T05:47:37.620" v="2282" actId="207"/>
          <ac:spMkLst>
            <pc:docMk/>
            <pc:sldMk cId="3069901999" sldId="261"/>
            <ac:spMk id="163" creationId="{493EB0A5-0CBB-B490-084F-6739BABE0D05}"/>
          </ac:spMkLst>
        </pc:spChg>
        <pc:spChg chg="mod">
          <ac:chgData name="z z" userId="161882819154b75b" providerId="LiveId" clId="{E857BD72-A5A7-4845-87EA-1B97DB89FFC1}" dt="2024-05-19T05:47:37.620" v="2282" actId="207"/>
          <ac:spMkLst>
            <pc:docMk/>
            <pc:sldMk cId="3069901999" sldId="261"/>
            <ac:spMk id="164" creationId="{8ED88BB3-9B46-631E-FE60-43F58DAB018D}"/>
          </ac:spMkLst>
        </pc:spChg>
        <pc:spChg chg="mod">
          <ac:chgData name="z z" userId="161882819154b75b" providerId="LiveId" clId="{E857BD72-A5A7-4845-87EA-1B97DB89FFC1}" dt="2024-05-19T05:47:37.620" v="2282" actId="207"/>
          <ac:spMkLst>
            <pc:docMk/>
            <pc:sldMk cId="3069901999" sldId="261"/>
            <ac:spMk id="165" creationId="{53F6099E-19B2-8D8D-63A5-6A2906121AED}"/>
          </ac:spMkLst>
        </pc:spChg>
        <pc:spChg chg="del mod">
          <ac:chgData name="z z" userId="161882819154b75b" providerId="LiveId" clId="{E857BD72-A5A7-4845-87EA-1B97DB89FFC1}" dt="2024-05-19T05:47:53.206" v="2292" actId="478"/>
          <ac:spMkLst>
            <pc:docMk/>
            <pc:sldMk cId="3069901999" sldId="261"/>
            <ac:spMk id="166" creationId="{8C5C785E-6C92-C104-F31E-7F715F64318E}"/>
          </ac:spMkLst>
        </pc:spChg>
        <pc:spChg chg="del mod">
          <ac:chgData name="z z" userId="161882819154b75b" providerId="LiveId" clId="{E857BD72-A5A7-4845-87EA-1B97DB89FFC1}" dt="2024-05-19T05:47:52.511" v="2291" actId="478"/>
          <ac:spMkLst>
            <pc:docMk/>
            <pc:sldMk cId="3069901999" sldId="261"/>
            <ac:spMk id="167" creationId="{1D773C08-4635-81B6-586A-6B4994C66C1E}"/>
          </ac:spMkLst>
        </pc:spChg>
        <pc:spChg chg="del mod">
          <ac:chgData name="z z" userId="161882819154b75b" providerId="LiveId" clId="{E857BD72-A5A7-4845-87EA-1B97DB89FFC1}" dt="2024-05-19T05:47:45.558" v="2285" actId="478"/>
          <ac:spMkLst>
            <pc:docMk/>
            <pc:sldMk cId="3069901999" sldId="261"/>
            <ac:spMk id="168" creationId="{6294C50B-9FC1-1528-DFF6-2D0CC504DD97}"/>
          </ac:spMkLst>
        </pc:spChg>
        <pc:spChg chg="del mod">
          <ac:chgData name="z z" userId="161882819154b75b" providerId="LiveId" clId="{E857BD72-A5A7-4845-87EA-1B97DB89FFC1}" dt="2024-05-19T05:47:50.527" v="2289" actId="478"/>
          <ac:spMkLst>
            <pc:docMk/>
            <pc:sldMk cId="3069901999" sldId="261"/>
            <ac:spMk id="169" creationId="{BC3DAC9C-E80B-C4CB-1755-AC4A39190947}"/>
          </ac:spMkLst>
        </pc:spChg>
        <pc:spChg chg="del mod">
          <ac:chgData name="z z" userId="161882819154b75b" providerId="LiveId" clId="{E857BD72-A5A7-4845-87EA-1B97DB89FFC1}" dt="2024-05-19T05:47:51.296" v="2290" actId="478"/>
          <ac:spMkLst>
            <pc:docMk/>
            <pc:sldMk cId="3069901999" sldId="261"/>
            <ac:spMk id="170" creationId="{8DF1D70E-AE8B-C6E0-6934-8D7F1718850F}"/>
          </ac:spMkLst>
        </pc:spChg>
        <pc:spChg chg="del mod">
          <ac:chgData name="z z" userId="161882819154b75b" providerId="LiveId" clId="{E857BD72-A5A7-4845-87EA-1B97DB89FFC1}" dt="2024-05-19T05:47:48.547" v="2287" actId="478"/>
          <ac:spMkLst>
            <pc:docMk/>
            <pc:sldMk cId="3069901999" sldId="261"/>
            <ac:spMk id="171" creationId="{9487EA80-7AF0-38F6-A7EB-A893498E452E}"/>
          </ac:spMkLst>
        </pc:spChg>
        <pc:spChg chg="del mod">
          <ac:chgData name="z z" userId="161882819154b75b" providerId="LiveId" clId="{E857BD72-A5A7-4845-87EA-1B97DB89FFC1}" dt="2024-05-19T05:47:47.015" v="2286" actId="478"/>
          <ac:spMkLst>
            <pc:docMk/>
            <pc:sldMk cId="3069901999" sldId="261"/>
            <ac:spMk id="172" creationId="{78C97C3D-65B7-83E7-F0E9-A56905806646}"/>
          </ac:spMkLst>
        </pc:spChg>
        <pc:spChg chg="del mod">
          <ac:chgData name="z z" userId="161882819154b75b" providerId="LiveId" clId="{E857BD72-A5A7-4845-87EA-1B97DB89FFC1}" dt="2024-05-19T05:47:44.726" v="2284" actId="478"/>
          <ac:spMkLst>
            <pc:docMk/>
            <pc:sldMk cId="3069901999" sldId="261"/>
            <ac:spMk id="173" creationId="{26C31023-D018-72C7-AFE3-BF2AB048A877}"/>
          </ac:spMkLst>
        </pc:spChg>
        <pc:spChg chg="del mod">
          <ac:chgData name="z z" userId="161882819154b75b" providerId="LiveId" clId="{E857BD72-A5A7-4845-87EA-1B97DB89FFC1}" dt="2024-05-19T05:47:43.173" v="2283" actId="478"/>
          <ac:spMkLst>
            <pc:docMk/>
            <pc:sldMk cId="3069901999" sldId="261"/>
            <ac:spMk id="174" creationId="{C93BE5F5-1276-7DB8-D137-09C11A609C1C}"/>
          </ac:spMkLst>
        </pc:spChg>
        <pc:spChg chg="del mod">
          <ac:chgData name="z z" userId="161882819154b75b" providerId="LiveId" clId="{E857BD72-A5A7-4845-87EA-1B97DB89FFC1}" dt="2024-05-19T05:47:49.569" v="2288" actId="478"/>
          <ac:spMkLst>
            <pc:docMk/>
            <pc:sldMk cId="3069901999" sldId="261"/>
            <ac:spMk id="175" creationId="{31CFAD2A-FD80-4B27-D5E8-C92A7B912086}"/>
          </ac:spMkLst>
        </pc:spChg>
      </pc:sldChg>
      <pc:sldChg chg="addSp delSp modSp add mod modTransition modAnim">
        <pc:chgData name="z z" userId="161882819154b75b" providerId="LiveId" clId="{E857BD72-A5A7-4845-87EA-1B97DB89FFC1}" dt="2024-05-19T09:10:46.283" v="8534" actId="20577"/>
        <pc:sldMkLst>
          <pc:docMk/>
          <pc:sldMk cId="2378992947" sldId="262"/>
        </pc:sldMkLst>
        <pc:spChg chg="del">
          <ac:chgData name="z z" userId="161882819154b75b" providerId="LiveId" clId="{E857BD72-A5A7-4845-87EA-1B97DB89FFC1}" dt="2024-05-19T05:16:04.231" v="2074"/>
          <ac:spMkLst>
            <pc:docMk/>
            <pc:sldMk cId="2378992947" sldId="262"/>
            <ac:spMk id="3" creationId="{61A1A201-B13B-026D-CE9C-A9B58F5BA6D8}"/>
          </ac:spMkLst>
        </pc:spChg>
        <pc:spChg chg="del mod">
          <ac:chgData name="z z" userId="161882819154b75b" providerId="LiveId" clId="{E857BD72-A5A7-4845-87EA-1B97DB89FFC1}" dt="2024-05-19T05:17:19.514" v="2120" actId="478"/>
          <ac:spMkLst>
            <pc:docMk/>
            <pc:sldMk cId="2378992947" sldId="262"/>
            <ac:spMk id="4" creationId="{5D993A93-6D49-8B21-028C-A6E2526FC683}"/>
          </ac:spMkLst>
        </pc:spChg>
        <pc:spChg chg="del mod">
          <ac:chgData name="z z" userId="161882819154b75b" providerId="LiveId" clId="{E857BD72-A5A7-4845-87EA-1B97DB89FFC1}" dt="2024-05-19T05:17:19.514" v="2120" actId="478"/>
          <ac:spMkLst>
            <pc:docMk/>
            <pc:sldMk cId="2378992947" sldId="262"/>
            <ac:spMk id="5" creationId="{E33249E8-6A1D-C9B6-9025-19312D3E83ED}"/>
          </ac:spMkLst>
        </pc:spChg>
        <pc:spChg chg="del mod">
          <ac:chgData name="z z" userId="161882819154b75b" providerId="LiveId" clId="{E857BD72-A5A7-4845-87EA-1B97DB89FFC1}" dt="2024-05-19T05:17:19.514" v="2120" actId="478"/>
          <ac:spMkLst>
            <pc:docMk/>
            <pc:sldMk cId="2378992947" sldId="262"/>
            <ac:spMk id="6" creationId="{D9426460-B14A-9C43-7F2B-DEBDE167656C}"/>
          </ac:spMkLst>
        </pc:spChg>
        <pc:spChg chg="del mod">
          <ac:chgData name="z z" userId="161882819154b75b" providerId="LiveId" clId="{E857BD72-A5A7-4845-87EA-1B97DB89FFC1}" dt="2024-05-19T05:17:19.514" v="2120" actId="478"/>
          <ac:spMkLst>
            <pc:docMk/>
            <pc:sldMk cId="2378992947" sldId="262"/>
            <ac:spMk id="7" creationId="{337AA999-FF82-E885-37B7-84EFBDF6F3CE}"/>
          </ac:spMkLst>
        </pc:spChg>
        <pc:spChg chg="del mod">
          <ac:chgData name="z z" userId="161882819154b75b" providerId="LiveId" clId="{E857BD72-A5A7-4845-87EA-1B97DB89FFC1}" dt="2024-05-19T05:17:19.514" v="2120" actId="478"/>
          <ac:spMkLst>
            <pc:docMk/>
            <pc:sldMk cId="2378992947" sldId="262"/>
            <ac:spMk id="8" creationId="{EC8C9F81-6E5E-05ED-07ED-2D9E5FE3D33C}"/>
          </ac:spMkLst>
        </pc:spChg>
        <pc:spChg chg="del">
          <ac:chgData name="z z" userId="161882819154b75b" providerId="LiveId" clId="{E857BD72-A5A7-4845-87EA-1B97DB89FFC1}" dt="2024-05-19T05:16:04.231" v="2074"/>
          <ac:spMkLst>
            <pc:docMk/>
            <pc:sldMk cId="2378992947" sldId="262"/>
            <ac:spMk id="9" creationId="{57A42BAC-45B9-57C7-8E31-F538C7D41BB7}"/>
          </ac:spMkLst>
        </pc:spChg>
        <pc:spChg chg="mod">
          <ac:chgData name="z z" userId="161882819154b75b" providerId="LiveId" clId="{E857BD72-A5A7-4845-87EA-1B97DB89FFC1}" dt="2024-05-19T09:10:46.283" v="8534" actId="20577"/>
          <ac:spMkLst>
            <pc:docMk/>
            <pc:sldMk cId="2378992947" sldId="262"/>
            <ac:spMk id="11" creationId="{01D0C114-722D-725D-9953-FD7AA326D3D3}"/>
          </ac:spMkLst>
        </pc:spChg>
        <pc:spChg chg="del mod">
          <ac:chgData name="z z" userId="161882819154b75b" providerId="LiveId" clId="{E857BD72-A5A7-4845-87EA-1B97DB89FFC1}" dt="2024-05-19T05:16:06.017" v="2075" actId="478"/>
          <ac:spMkLst>
            <pc:docMk/>
            <pc:sldMk cId="2378992947" sldId="262"/>
            <ac:spMk id="13" creationId="{693BAACB-118F-DC9D-606E-BB877A239D44}"/>
          </ac:spMkLst>
        </pc:spChg>
        <pc:spChg chg="del mod">
          <ac:chgData name="z z" userId="161882819154b75b" providerId="LiveId" clId="{E857BD72-A5A7-4845-87EA-1B97DB89FFC1}" dt="2024-05-19T05:17:19.514" v="2120" actId="478"/>
          <ac:spMkLst>
            <pc:docMk/>
            <pc:sldMk cId="2378992947" sldId="262"/>
            <ac:spMk id="14" creationId="{D8AF251D-A0CC-4CAF-9309-B27279FCA164}"/>
          </ac:spMkLst>
        </pc:spChg>
        <pc:spChg chg="del mod">
          <ac:chgData name="z z" userId="161882819154b75b" providerId="LiveId" clId="{E857BD72-A5A7-4845-87EA-1B97DB89FFC1}" dt="2024-05-19T05:17:19.514" v="2120" actId="478"/>
          <ac:spMkLst>
            <pc:docMk/>
            <pc:sldMk cId="2378992947" sldId="262"/>
            <ac:spMk id="15" creationId="{CC3AF4C1-A8BC-68CF-0D8E-A04E218EB63A}"/>
          </ac:spMkLst>
        </pc:spChg>
        <pc:spChg chg="del mod">
          <ac:chgData name="z z" userId="161882819154b75b" providerId="LiveId" clId="{E857BD72-A5A7-4845-87EA-1B97DB89FFC1}" dt="2024-05-19T05:17:19.514" v="2120" actId="478"/>
          <ac:spMkLst>
            <pc:docMk/>
            <pc:sldMk cId="2378992947" sldId="262"/>
            <ac:spMk id="16" creationId="{E7F0FC1D-A93F-0FAB-EEF0-78C846F0CC2D}"/>
          </ac:spMkLst>
        </pc:spChg>
        <pc:spChg chg="del mod">
          <ac:chgData name="z z" userId="161882819154b75b" providerId="LiveId" clId="{E857BD72-A5A7-4845-87EA-1B97DB89FFC1}" dt="2024-05-19T05:17:19.514" v="2120" actId="478"/>
          <ac:spMkLst>
            <pc:docMk/>
            <pc:sldMk cId="2378992947" sldId="262"/>
            <ac:spMk id="17" creationId="{72328CDA-51A4-B942-FBDD-83D860B706EE}"/>
          </ac:spMkLst>
        </pc:spChg>
        <pc:spChg chg="del mod">
          <ac:chgData name="z z" userId="161882819154b75b" providerId="LiveId" clId="{E857BD72-A5A7-4845-87EA-1B97DB89FFC1}" dt="2024-05-19T05:17:19.514" v="2120" actId="478"/>
          <ac:spMkLst>
            <pc:docMk/>
            <pc:sldMk cId="2378992947" sldId="262"/>
            <ac:spMk id="18" creationId="{C2C8156E-99B7-5383-6B11-5AE68C0AB813}"/>
          </ac:spMkLst>
        </pc:spChg>
        <pc:spChg chg="del mod">
          <ac:chgData name="z z" userId="161882819154b75b" providerId="LiveId" clId="{E857BD72-A5A7-4845-87EA-1B97DB89FFC1}" dt="2024-05-19T05:17:19.514" v="2120" actId="478"/>
          <ac:spMkLst>
            <pc:docMk/>
            <pc:sldMk cId="2378992947" sldId="262"/>
            <ac:spMk id="19" creationId="{3B020D77-73C4-0F1A-6BE0-124647415105}"/>
          </ac:spMkLst>
        </pc:spChg>
        <pc:spChg chg="del mod">
          <ac:chgData name="z z" userId="161882819154b75b" providerId="LiveId" clId="{E857BD72-A5A7-4845-87EA-1B97DB89FFC1}" dt="2024-05-19T05:17:19.514" v="2120" actId="478"/>
          <ac:spMkLst>
            <pc:docMk/>
            <pc:sldMk cId="2378992947" sldId="262"/>
            <ac:spMk id="20" creationId="{AD32EB02-7175-7198-6688-B92CE01699C0}"/>
          </ac:spMkLst>
        </pc:spChg>
        <pc:spChg chg="del mod">
          <ac:chgData name="z z" userId="161882819154b75b" providerId="LiveId" clId="{E857BD72-A5A7-4845-87EA-1B97DB89FFC1}" dt="2024-05-19T05:17:19.514" v="2120" actId="478"/>
          <ac:spMkLst>
            <pc:docMk/>
            <pc:sldMk cId="2378992947" sldId="262"/>
            <ac:spMk id="21" creationId="{D3C98DE6-60E7-604D-13A1-9013189F4443}"/>
          </ac:spMkLst>
        </pc:spChg>
        <pc:spChg chg="del mod">
          <ac:chgData name="z z" userId="161882819154b75b" providerId="LiveId" clId="{E857BD72-A5A7-4845-87EA-1B97DB89FFC1}" dt="2024-05-19T05:17:19.514" v="2120" actId="478"/>
          <ac:spMkLst>
            <pc:docMk/>
            <pc:sldMk cId="2378992947" sldId="262"/>
            <ac:spMk id="22" creationId="{62DD5FC8-0C98-04C0-6C80-6744A6022443}"/>
          </ac:spMkLst>
        </pc:spChg>
        <pc:spChg chg="del mod">
          <ac:chgData name="z z" userId="161882819154b75b" providerId="LiveId" clId="{E857BD72-A5A7-4845-87EA-1B97DB89FFC1}" dt="2024-05-19T05:17:19.514" v="2120" actId="478"/>
          <ac:spMkLst>
            <pc:docMk/>
            <pc:sldMk cId="2378992947" sldId="262"/>
            <ac:spMk id="23" creationId="{E82CBF51-1426-E0AB-B5F6-57213862E01D}"/>
          </ac:spMkLst>
        </pc:spChg>
        <pc:spChg chg="del mod">
          <ac:chgData name="z z" userId="161882819154b75b" providerId="LiveId" clId="{E857BD72-A5A7-4845-87EA-1B97DB89FFC1}" dt="2024-05-19T05:17:19.514" v="2120" actId="478"/>
          <ac:spMkLst>
            <pc:docMk/>
            <pc:sldMk cId="2378992947" sldId="262"/>
            <ac:spMk id="24" creationId="{E1FE5A4C-B0F8-49B6-2639-3853CD6616F5}"/>
          </ac:spMkLst>
        </pc:spChg>
        <pc:spChg chg="del mod">
          <ac:chgData name="z z" userId="161882819154b75b" providerId="LiveId" clId="{E857BD72-A5A7-4845-87EA-1B97DB89FFC1}" dt="2024-05-19T05:17:19.514" v="2120" actId="478"/>
          <ac:spMkLst>
            <pc:docMk/>
            <pc:sldMk cId="2378992947" sldId="262"/>
            <ac:spMk id="25" creationId="{3AFEFBCC-6F56-4C23-0979-464814C8483E}"/>
          </ac:spMkLst>
        </pc:spChg>
        <pc:spChg chg="del mod">
          <ac:chgData name="z z" userId="161882819154b75b" providerId="LiveId" clId="{E857BD72-A5A7-4845-87EA-1B97DB89FFC1}" dt="2024-05-19T05:17:19.514" v="2120" actId="478"/>
          <ac:spMkLst>
            <pc:docMk/>
            <pc:sldMk cId="2378992947" sldId="262"/>
            <ac:spMk id="26" creationId="{3AED1962-1C61-CA12-A07B-649C8249E17F}"/>
          </ac:spMkLst>
        </pc:spChg>
        <pc:spChg chg="del mod">
          <ac:chgData name="z z" userId="161882819154b75b" providerId="LiveId" clId="{E857BD72-A5A7-4845-87EA-1B97DB89FFC1}" dt="2024-05-19T05:17:19.514" v="2120" actId="478"/>
          <ac:spMkLst>
            <pc:docMk/>
            <pc:sldMk cId="2378992947" sldId="262"/>
            <ac:spMk id="27" creationId="{A692DE75-0224-CB6C-5071-2EFF7F6C9665}"/>
          </ac:spMkLst>
        </pc:spChg>
        <pc:spChg chg="del mod">
          <ac:chgData name="z z" userId="161882819154b75b" providerId="LiveId" clId="{E857BD72-A5A7-4845-87EA-1B97DB89FFC1}" dt="2024-05-19T05:17:19.514" v="2120" actId="478"/>
          <ac:spMkLst>
            <pc:docMk/>
            <pc:sldMk cId="2378992947" sldId="262"/>
            <ac:spMk id="28" creationId="{1372F855-9DE5-1B57-EF9C-867607411DE4}"/>
          </ac:spMkLst>
        </pc:spChg>
        <pc:spChg chg="del mod">
          <ac:chgData name="z z" userId="161882819154b75b" providerId="LiveId" clId="{E857BD72-A5A7-4845-87EA-1B97DB89FFC1}" dt="2024-05-19T05:17:19.514" v="2120" actId="478"/>
          <ac:spMkLst>
            <pc:docMk/>
            <pc:sldMk cId="2378992947" sldId="262"/>
            <ac:spMk id="29" creationId="{9496F756-1854-0BB2-3928-C9AE3349F76D}"/>
          </ac:spMkLst>
        </pc:spChg>
        <pc:spChg chg="add mod">
          <ac:chgData name="z z" userId="161882819154b75b" providerId="LiveId" clId="{E857BD72-A5A7-4845-87EA-1B97DB89FFC1}" dt="2024-05-19T05:16:38.985" v="2096" actId="571"/>
          <ac:spMkLst>
            <pc:docMk/>
            <pc:sldMk cId="2378992947" sldId="262"/>
            <ac:spMk id="30" creationId="{CDA2ACD0-7F37-D108-E34A-B8555613C6E7}"/>
          </ac:spMkLst>
        </pc:spChg>
        <pc:spChg chg="add del mod">
          <ac:chgData name="z z" userId="161882819154b75b" providerId="LiveId" clId="{E857BD72-A5A7-4845-87EA-1B97DB89FFC1}" dt="2024-05-19T05:17:56.614" v="2126"/>
          <ac:spMkLst>
            <pc:docMk/>
            <pc:sldMk cId="2378992947" sldId="262"/>
            <ac:spMk id="31" creationId="{FA4E410F-1D61-38DE-4238-C6F1384D726A}"/>
          </ac:spMkLst>
        </pc:spChg>
        <pc:spChg chg="add del mod">
          <ac:chgData name="z z" userId="161882819154b75b" providerId="LiveId" clId="{E857BD72-A5A7-4845-87EA-1B97DB89FFC1}" dt="2024-05-19T05:17:56.614" v="2126"/>
          <ac:spMkLst>
            <pc:docMk/>
            <pc:sldMk cId="2378992947" sldId="262"/>
            <ac:spMk id="32" creationId="{6469862A-2D94-BDBF-4CE5-FD002D8CAEB5}"/>
          </ac:spMkLst>
        </pc:spChg>
        <pc:spChg chg="del mod">
          <ac:chgData name="z z" userId="161882819154b75b" providerId="LiveId" clId="{E857BD72-A5A7-4845-87EA-1B97DB89FFC1}" dt="2024-05-19T05:18:16.188" v="2134" actId="478"/>
          <ac:spMkLst>
            <pc:docMk/>
            <pc:sldMk cId="2378992947" sldId="262"/>
            <ac:spMk id="33" creationId="{533C1B9A-AAA2-2B4D-A9DE-BF56D2F4ACB9}"/>
          </ac:spMkLst>
        </pc:spChg>
        <pc:spChg chg="del mod">
          <ac:chgData name="z z" userId="161882819154b75b" providerId="LiveId" clId="{E857BD72-A5A7-4845-87EA-1B97DB89FFC1}" dt="2024-05-19T05:18:16.188" v="2134" actId="478"/>
          <ac:spMkLst>
            <pc:docMk/>
            <pc:sldMk cId="2378992947" sldId="262"/>
            <ac:spMk id="34" creationId="{B7D9D69B-D6AB-3712-F005-6EF2D80C6903}"/>
          </ac:spMkLst>
        </pc:spChg>
        <pc:spChg chg="del mod">
          <ac:chgData name="z z" userId="161882819154b75b" providerId="LiveId" clId="{E857BD72-A5A7-4845-87EA-1B97DB89FFC1}" dt="2024-05-19T05:18:16.188" v="2134" actId="478"/>
          <ac:spMkLst>
            <pc:docMk/>
            <pc:sldMk cId="2378992947" sldId="262"/>
            <ac:spMk id="35" creationId="{5DE77845-050F-5061-0298-81FCA8E6D46D}"/>
          </ac:spMkLst>
        </pc:spChg>
        <pc:spChg chg="del mod">
          <ac:chgData name="z z" userId="161882819154b75b" providerId="LiveId" clId="{E857BD72-A5A7-4845-87EA-1B97DB89FFC1}" dt="2024-05-19T05:18:16.188" v="2134" actId="478"/>
          <ac:spMkLst>
            <pc:docMk/>
            <pc:sldMk cId="2378992947" sldId="262"/>
            <ac:spMk id="36" creationId="{F7C40D84-772B-061F-1F7C-ADAEA3B98EEB}"/>
          </ac:spMkLst>
        </pc:spChg>
        <pc:spChg chg="del mod">
          <ac:chgData name="z z" userId="161882819154b75b" providerId="LiveId" clId="{E857BD72-A5A7-4845-87EA-1B97DB89FFC1}" dt="2024-05-19T05:18:16.188" v="2134" actId="478"/>
          <ac:spMkLst>
            <pc:docMk/>
            <pc:sldMk cId="2378992947" sldId="262"/>
            <ac:spMk id="37" creationId="{EEAF6A53-A232-C46F-8109-9B61AD3249C6}"/>
          </ac:spMkLst>
        </pc:spChg>
        <pc:spChg chg="del mod">
          <ac:chgData name="z z" userId="161882819154b75b" providerId="LiveId" clId="{E857BD72-A5A7-4845-87EA-1B97DB89FFC1}" dt="2024-05-19T05:18:16.188" v="2134" actId="478"/>
          <ac:spMkLst>
            <pc:docMk/>
            <pc:sldMk cId="2378992947" sldId="262"/>
            <ac:spMk id="38" creationId="{89B21C19-1C99-186C-4BD6-8FF8FC22B874}"/>
          </ac:spMkLst>
        </pc:spChg>
        <pc:spChg chg="del mod">
          <ac:chgData name="z z" userId="161882819154b75b" providerId="LiveId" clId="{E857BD72-A5A7-4845-87EA-1B97DB89FFC1}" dt="2024-05-19T05:18:16.188" v="2134" actId="478"/>
          <ac:spMkLst>
            <pc:docMk/>
            <pc:sldMk cId="2378992947" sldId="262"/>
            <ac:spMk id="39" creationId="{5E770DC6-EF77-8AB9-3225-5191151909CB}"/>
          </ac:spMkLst>
        </pc:spChg>
        <pc:spChg chg="del mod">
          <ac:chgData name="z z" userId="161882819154b75b" providerId="LiveId" clId="{E857BD72-A5A7-4845-87EA-1B97DB89FFC1}" dt="2024-05-19T05:18:16.188" v="2134" actId="478"/>
          <ac:spMkLst>
            <pc:docMk/>
            <pc:sldMk cId="2378992947" sldId="262"/>
            <ac:spMk id="40" creationId="{B1DBDC1F-AA61-7F8E-7F64-EBCCDB993F1A}"/>
          </ac:spMkLst>
        </pc:spChg>
        <pc:spChg chg="del mod">
          <ac:chgData name="z z" userId="161882819154b75b" providerId="LiveId" clId="{E857BD72-A5A7-4845-87EA-1B97DB89FFC1}" dt="2024-05-19T05:18:16.188" v="2134" actId="478"/>
          <ac:spMkLst>
            <pc:docMk/>
            <pc:sldMk cId="2378992947" sldId="262"/>
            <ac:spMk id="41" creationId="{98663FBE-72F5-FA41-2BB0-BF39F4F70D05}"/>
          </ac:spMkLst>
        </pc:spChg>
        <pc:spChg chg="del mod">
          <ac:chgData name="z z" userId="161882819154b75b" providerId="LiveId" clId="{E857BD72-A5A7-4845-87EA-1B97DB89FFC1}" dt="2024-05-19T05:18:16.188" v="2134" actId="478"/>
          <ac:spMkLst>
            <pc:docMk/>
            <pc:sldMk cId="2378992947" sldId="262"/>
            <ac:spMk id="42" creationId="{E26C28ED-EB91-4E38-031D-1350A21727B7}"/>
          </ac:spMkLst>
        </pc:spChg>
        <pc:spChg chg="del mod">
          <ac:chgData name="z z" userId="161882819154b75b" providerId="LiveId" clId="{E857BD72-A5A7-4845-87EA-1B97DB89FFC1}" dt="2024-05-19T05:18:27.211" v="2136"/>
          <ac:spMkLst>
            <pc:docMk/>
            <pc:sldMk cId="2378992947" sldId="262"/>
            <ac:spMk id="43" creationId="{C09B296D-EE4A-AB4C-64DB-B3874C37496D}"/>
          </ac:spMkLst>
        </pc:spChg>
        <pc:spChg chg="del mod">
          <ac:chgData name="z z" userId="161882819154b75b" providerId="LiveId" clId="{E857BD72-A5A7-4845-87EA-1B97DB89FFC1}" dt="2024-05-19T05:18:16.188" v="2134" actId="478"/>
          <ac:spMkLst>
            <pc:docMk/>
            <pc:sldMk cId="2378992947" sldId="262"/>
            <ac:spMk id="44" creationId="{C827ED9F-9BC4-D81D-CA22-7B51D69CC8F0}"/>
          </ac:spMkLst>
        </pc:spChg>
        <pc:spChg chg="del mod">
          <ac:chgData name="z z" userId="161882819154b75b" providerId="LiveId" clId="{E857BD72-A5A7-4845-87EA-1B97DB89FFC1}" dt="2024-05-19T05:18:16.188" v="2134" actId="478"/>
          <ac:spMkLst>
            <pc:docMk/>
            <pc:sldMk cId="2378992947" sldId="262"/>
            <ac:spMk id="45" creationId="{B8E21025-3520-268A-A633-EDEF5FCD1C8F}"/>
          </ac:spMkLst>
        </pc:spChg>
        <pc:spChg chg="del mod">
          <ac:chgData name="z z" userId="161882819154b75b" providerId="LiveId" clId="{E857BD72-A5A7-4845-87EA-1B97DB89FFC1}" dt="2024-05-19T05:18:16.188" v="2134" actId="478"/>
          <ac:spMkLst>
            <pc:docMk/>
            <pc:sldMk cId="2378992947" sldId="262"/>
            <ac:spMk id="46" creationId="{47BEEB3C-C9F0-C85B-EDC6-53DDA9801D72}"/>
          </ac:spMkLst>
        </pc:spChg>
        <pc:spChg chg="del mod">
          <ac:chgData name="z z" userId="161882819154b75b" providerId="LiveId" clId="{E857BD72-A5A7-4845-87EA-1B97DB89FFC1}" dt="2024-05-19T05:18:16.188" v="2134" actId="478"/>
          <ac:spMkLst>
            <pc:docMk/>
            <pc:sldMk cId="2378992947" sldId="262"/>
            <ac:spMk id="47" creationId="{849542F9-059E-2898-096D-7472A011D5DE}"/>
          </ac:spMkLst>
        </pc:spChg>
        <pc:spChg chg="del mod">
          <ac:chgData name="z z" userId="161882819154b75b" providerId="LiveId" clId="{E857BD72-A5A7-4845-87EA-1B97DB89FFC1}" dt="2024-05-19T05:18:16.188" v="2134" actId="478"/>
          <ac:spMkLst>
            <pc:docMk/>
            <pc:sldMk cId="2378992947" sldId="262"/>
            <ac:spMk id="48" creationId="{426EA35E-2DC4-B260-1A7F-B45DB69D739F}"/>
          </ac:spMkLst>
        </pc:spChg>
        <pc:spChg chg="del mod">
          <ac:chgData name="z z" userId="161882819154b75b" providerId="LiveId" clId="{E857BD72-A5A7-4845-87EA-1B97DB89FFC1}" dt="2024-05-19T05:18:16.188" v="2134" actId="478"/>
          <ac:spMkLst>
            <pc:docMk/>
            <pc:sldMk cId="2378992947" sldId="262"/>
            <ac:spMk id="49" creationId="{79854039-72B4-C972-D288-E871724A93A2}"/>
          </ac:spMkLst>
        </pc:spChg>
        <pc:spChg chg="del mod">
          <ac:chgData name="z z" userId="161882819154b75b" providerId="LiveId" clId="{E857BD72-A5A7-4845-87EA-1B97DB89FFC1}" dt="2024-05-19T05:18:16.188" v="2134" actId="478"/>
          <ac:spMkLst>
            <pc:docMk/>
            <pc:sldMk cId="2378992947" sldId="262"/>
            <ac:spMk id="50" creationId="{1AF3AEF5-CF45-3BA4-325B-48FC5064DEDF}"/>
          </ac:spMkLst>
        </pc:spChg>
        <pc:spChg chg="del mod">
          <ac:chgData name="z z" userId="161882819154b75b" providerId="LiveId" clId="{E857BD72-A5A7-4845-87EA-1B97DB89FFC1}" dt="2024-05-19T05:18:16.188" v="2134" actId="478"/>
          <ac:spMkLst>
            <pc:docMk/>
            <pc:sldMk cId="2378992947" sldId="262"/>
            <ac:spMk id="51" creationId="{0A25EC2E-2A5C-DAD0-B2BC-FD119D66E20D}"/>
          </ac:spMkLst>
        </pc:spChg>
        <pc:spChg chg="del mod">
          <ac:chgData name="z z" userId="161882819154b75b" providerId="LiveId" clId="{E857BD72-A5A7-4845-87EA-1B97DB89FFC1}" dt="2024-05-19T05:18:16.188" v="2134" actId="478"/>
          <ac:spMkLst>
            <pc:docMk/>
            <pc:sldMk cId="2378992947" sldId="262"/>
            <ac:spMk id="52" creationId="{19378993-2C2E-C31D-2860-2FBFAFCC58FB}"/>
          </ac:spMkLst>
        </pc:spChg>
        <pc:spChg chg="del mod">
          <ac:chgData name="z z" userId="161882819154b75b" providerId="LiveId" clId="{E857BD72-A5A7-4845-87EA-1B97DB89FFC1}" dt="2024-05-19T05:18:16.188" v="2134" actId="478"/>
          <ac:spMkLst>
            <pc:docMk/>
            <pc:sldMk cId="2378992947" sldId="262"/>
            <ac:spMk id="53" creationId="{37427E5A-4E4C-ABD0-3121-5F85F497C461}"/>
          </ac:spMkLst>
        </pc:spChg>
        <pc:spChg chg="del mod">
          <ac:chgData name="z z" userId="161882819154b75b" providerId="LiveId" clId="{E857BD72-A5A7-4845-87EA-1B97DB89FFC1}" dt="2024-05-19T05:18:16.188" v="2134" actId="478"/>
          <ac:spMkLst>
            <pc:docMk/>
            <pc:sldMk cId="2378992947" sldId="262"/>
            <ac:spMk id="54" creationId="{5EFD6E3B-5A64-722B-643C-4414DE4025C7}"/>
          </ac:spMkLst>
        </pc:spChg>
        <pc:spChg chg="add del mod">
          <ac:chgData name="z z" userId="161882819154b75b" providerId="LiveId" clId="{E857BD72-A5A7-4845-87EA-1B97DB89FFC1}" dt="2024-05-19T05:18:27.211" v="2136"/>
          <ac:spMkLst>
            <pc:docMk/>
            <pc:sldMk cId="2378992947" sldId="262"/>
            <ac:spMk id="55" creationId="{D3E1202E-A167-ACB6-8309-8B95BB4208E4}"/>
          </ac:spMkLst>
        </pc:spChg>
        <pc:spChg chg="del mod">
          <ac:chgData name="z z" userId="161882819154b75b" providerId="LiveId" clId="{E857BD72-A5A7-4845-87EA-1B97DB89FFC1}" dt="2024-05-19T05:47:00.130" v="2277" actId="478"/>
          <ac:spMkLst>
            <pc:docMk/>
            <pc:sldMk cId="2378992947" sldId="262"/>
            <ac:spMk id="56" creationId="{FDB69DD0-2903-2ED3-A043-DCFFB41D529C}"/>
          </ac:spMkLst>
        </pc:spChg>
        <pc:spChg chg="del mod">
          <ac:chgData name="z z" userId="161882819154b75b" providerId="LiveId" clId="{E857BD72-A5A7-4845-87EA-1B97DB89FFC1}" dt="2024-05-19T05:47:00.130" v="2277" actId="478"/>
          <ac:spMkLst>
            <pc:docMk/>
            <pc:sldMk cId="2378992947" sldId="262"/>
            <ac:spMk id="57" creationId="{AAE6883C-0EB2-B0BB-02EF-76829A8943D8}"/>
          </ac:spMkLst>
        </pc:spChg>
        <pc:spChg chg="del mod">
          <ac:chgData name="z z" userId="161882819154b75b" providerId="LiveId" clId="{E857BD72-A5A7-4845-87EA-1B97DB89FFC1}" dt="2024-05-19T05:47:00.130" v="2277" actId="478"/>
          <ac:spMkLst>
            <pc:docMk/>
            <pc:sldMk cId="2378992947" sldId="262"/>
            <ac:spMk id="58" creationId="{49DBB3B4-157A-27F6-599B-65CDE53205C1}"/>
          </ac:spMkLst>
        </pc:spChg>
        <pc:spChg chg="del mod">
          <ac:chgData name="z z" userId="161882819154b75b" providerId="LiveId" clId="{E857BD72-A5A7-4845-87EA-1B97DB89FFC1}" dt="2024-05-19T05:47:00.130" v="2277" actId="478"/>
          <ac:spMkLst>
            <pc:docMk/>
            <pc:sldMk cId="2378992947" sldId="262"/>
            <ac:spMk id="59" creationId="{21D7E805-202F-3D96-3B81-18DC61381676}"/>
          </ac:spMkLst>
        </pc:spChg>
        <pc:spChg chg="del mod">
          <ac:chgData name="z z" userId="161882819154b75b" providerId="LiveId" clId="{E857BD72-A5A7-4845-87EA-1B97DB89FFC1}" dt="2024-05-19T05:47:00.130" v="2277" actId="478"/>
          <ac:spMkLst>
            <pc:docMk/>
            <pc:sldMk cId="2378992947" sldId="262"/>
            <ac:spMk id="60" creationId="{8B53EBAE-3341-CDE0-75BE-908912799F1D}"/>
          </ac:spMkLst>
        </pc:spChg>
        <pc:spChg chg="del mod">
          <ac:chgData name="z z" userId="161882819154b75b" providerId="LiveId" clId="{E857BD72-A5A7-4845-87EA-1B97DB89FFC1}" dt="2024-05-19T05:47:00.130" v="2277" actId="478"/>
          <ac:spMkLst>
            <pc:docMk/>
            <pc:sldMk cId="2378992947" sldId="262"/>
            <ac:spMk id="61" creationId="{087996F5-9900-98F5-7C89-7D9DD8574DF0}"/>
          </ac:spMkLst>
        </pc:spChg>
        <pc:spChg chg="del mod">
          <ac:chgData name="z z" userId="161882819154b75b" providerId="LiveId" clId="{E857BD72-A5A7-4845-87EA-1B97DB89FFC1}" dt="2024-05-19T05:47:00.130" v="2277" actId="478"/>
          <ac:spMkLst>
            <pc:docMk/>
            <pc:sldMk cId="2378992947" sldId="262"/>
            <ac:spMk id="62" creationId="{01C05C8E-ACCA-02B5-C86C-898E4F697DFD}"/>
          </ac:spMkLst>
        </pc:spChg>
        <pc:spChg chg="del mod">
          <ac:chgData name="z z" userId="161882819154b75b" providerId="LiveId" clId="{E857BD72-A5A7-4845-87EA-1B97DB89FFC1}" dt="2024-05-19T05:47:00.130" v="2277" actId="478"/>
          <ac:spMkLst>
            <pc:docMk/>
            <pc:sldMk cId="2378992947" sldId="262"/>
            <ac:spMk id="63" creationId="{13ADB226-E895-499F-E4AD-96214E067BA2}"/>
          </ac:spMkLst>
        </pc:spChg>
        <pc:spChg chg="del mod">
          <ac:chgData name="z z" userId="161882819154b75b" providerId="LiveId" clId="{E857BD72-A5A7-4845-87EA-1B97DB89FFC1}" dt="2024-05-19T05:47:00.130" v="2277" actId="478"/>
          <ac:spMkLst>
            <pc:docMk/>
            <pc:sldMk cId="2378992947" sldId="262"/>
            <ac:spMk id="64" creationId="{46EB1F68-CDB7-D64A-5262-F3A87D14046E}"/>
          </ac:spMkLst>
        </pc:spChg>
        <pc:spChg chg="del mod">
          <ac:chgData name="z z" userId="161882819154b75b" providerId="LiveId" clId="{E857BD72-A5A7-4845-87EA-1B97DB89FFC1}" dt="2024-05-19T05:47:00.130" v="2277" actId="478"/>
          <ac:spMkLst>
            <pc:docMk/>
            <pc:sldMk cId="2378992947" sldId="262"/>
            <ac:spMk id="65" creationId="{4542C5A5-6227-C4B0-0252-DDF0C123E1D7}"/>
          </ac:spMkLst>
        </pc:spChg>
        <pc:spChg chg="del mod">
          <ac:chgData name="z z" userId="161882819154b75b" providerId="LiveId" clId="{E857BD72-A5A7-4845-87EA-1B97DB89FFC1}" dt="2024-05-19T05:18:49.496" v="2150" actId="478"/>
          <ac:spMkLst>
            <pc:docMk/>
            <pc:sldMk cId="2378992947" sldId="262"/>
            <ac:spMk id="66" creationId="{3A3F667C-3D25-6970-EAF9-0FB57E20A3A2}"/>
          </ac:spMkLst>
        </pc:spChg>
        <pc:spChg chg="del mod">
          <ac:chgData name="z z" userId="161882819154b75b" providerId="LiveId" clId="{E857BD72-A5A7-4845-87EA-1B97DB89FFC1}" dt="2024-05-19T05:47:00.130" v="2277" actId="478"/>
          <ac:spMkLst>
            <pc:docMk/>
            <pc:sldMk cId="2378992947" sldId="262"/>
            <ac:spMk id="67" creationId="{29840D2F-71AF-14DB-E255-F942D01FE30B}"/>
          </ac:spMkLst>
        </pc:spChg>
        <pc:spChg chg="del mod">
          <ac:chgData name="z z" userId="161882819154b75b" providerId="LiveId" clId="{E857BD72-A5A7-4845-87EA-1B97DB89FFC1}" dt="2024-05-19T05:46:55.939" v="2276" actId="478"/>
          <ac:spMkLst>
            <pc:docMk/>
            <pc:sldMk cId="2378992947" sldId="262"/>
            <ac:spMk id="68" creationId="{2DC063A2-DF5D-7E56-15E0-FA520E2A4054}"/>
          </ac:spMkLst>
        </pc:spChg>
        <pc:spChg chg="del mod">
          <ac:chgData name="z z" userId="161882819154b75b" providerId="LiveId" clId="{E857BD72-A5A7-4845-87EA-1B97DB89FFC1}" dt="2024-05-19T05:46:55.939" v="2276" actId="478"/>
          <ac:spMkLst>
            <pc:docMk/>
            <pc:sldMk cId="2378992947" sldId="262"/>
            <ac:spMk id="69" creationId="{48161C71-6EF9-B38A-679A-7F3EEC27D1BB}"/>
          </ac:spMkLst>
        </pc:spChg>
        <pc:spChg chg="del mod">
          <ac:chgData name="z z" userId="161882819154b75b" providerId="LiveId" clId="{E857BD72-A5A7-4845-87EA-1B97DB89FFC1}" dt="2024-05-19T05:47:00.130" v="2277" actId="478"/>
          <ac:spMkLst>
            <pc:docMk/>
            <pc:sldMk cId="2378992947" sldId="262"/>
            <ac:spMk id="70" creationId="{C5C4E9D3-43C2-158C-25E6-9C1F8EBDC17B}"/>
          </ac:spMkLst>
        </pc:spChg>
        <pc:spChg chg="del mod">
          <ac:chgData name="z z" userId="161882819154b75b" providerId="LiveId" clId="{E857BD72-A5A7-4845-87EA-1B97DB89FFC1}" dt="2024-05-19T05:46:55.939" v="2276" actId="478"/>
          <ac:spMkLst>
            <pc:docMk/>
            <pc:sldMk cId="2378992947" sldId="262"/>
            <ac:spMk id="71" creationId="{ED419F58-A652-740F-6071-17147819301B}"/>
          </ac:spMkLst>
        </pc:spChg>
        <pc:spChg chg="del mod">
          <ac:chgData name="z z" userId="161882819154b75b" providerId="LiveId" clId="{E857BD72-A5A7-4845-87EA-1B97DB89FFC1}" dt="2024-05-19T05:46:55.939" v="2276" actId="478"/>
          <ac:spMkLst>
            <pc:docMk/>
            <pc:sldMk cId="2378992947" sldId="262"/>
            <ac:spMk id="72" creationId="{12DA2D84-39C4-8E78-1697-65542ADACA5E}"/>
          </ac:spMkLst>
        </pc:spChg>
        <pc:spChg chg="del mod">
          <ac:chgData name="z z" userId="161882819154b75b" providerId="LiveId" clId="{E857BD72-A5A7-4845-87EA-1B97DB89FFC1}" dt="2024-05-19T05:46:55.939" v="2276" actId="478"/>
          <ac:spMkLst>
            <pc:docMk/>
            <pc:sldMk cId="2378992947" sldId="262"/>
            <ac:spMk id="73" creationId="{8092115B-30F9-CFBE-4358-AD1CAFD749A3}"/>
          </ac:spMkLst>
        </pc:spChg>
        <pc:spChg chg="del mod">
          <ac:chgData name="z z" userId="161882819154b75b" providerId="LiveId" clId="{E857BD72-A5A7-4845-87EA-1B97DB89FFC1}" dt="2024-05-19T05:47:00.130" v="2277" actId="478"/>
          <ac:spMkLst>
            <pc:docMk/>
            <pc:sldMk cId="2378992947" sldId="262"/>
            <ac:spMk id="74" creationId="{57D2126A-46AE-24FF-FC70-278F1D6D2BF8}"/>
          </ac:spMkLst>
        </pc:spChg>
        <pc:spChg chg="del mod">
          <ac:chgData name="z z" userId="161882819154b75b" providerId="LiveId" clId="{E857BD72-A5A7-4845-87EA-1B97DB89FFC1}" dt="2024-05-19T05:46:52.101" v="2274" actId="478"/>
          <ac:spMkLst>
            <pc:docMk/>
            <pc:sldMk cId="2378992947" sldId="262"/>
            <ac:spMk id="75" creationId="{E19025D3-E36F-4331-7F8B-D7ADA729CB1E}"/>
          </ac:spMkLst>
        </pc:spChg>
        <pc:spChg chg="del mod">
          <ac:chgData name="z z" userId="161882819154b75b" providerId="LiveId" clId="{E857BD72-A5A7-4845-87EA-1B97DB89FFC1}" dt="2024-05-19T05:46:52.996" v="2275" actId="478"/>
          <ac:spMkLst>
            <pc:docMk/>
            <pc:sldMk cId="2378992947" sldId="262"/>
            <ac:spMk id="76" creationId="{13937ED3-D91D-1641-466D-6BBBCD7E4BA9}"/>
          </ac:spMkLst>
        </pc:spChg>
        <pc:spChg chg="del mod">
          <ac:chgData name="z z" userId="161882819154b75b" providerId="LiveId" clId="{E857BD72-A5A7-4845-87EA-1B97DB89FFC1}" dt="2024-05-19T05:46:55.939" v="2276" actId="478"/>
          <ac:spMkLst>
            <pc:docMk/>
            <pc:sldMk cId="2378992947" sldId="262"/>
            <ac:spMk id="77" creationId="{4089A46E-327C-1B04-AD46-87B67614D809}"/>
          </ac:spMkLst>
        </pc:spChg>
        <pc:spChg chg="add del mod">
          <ac:chgData name="z z" userId="161882819154b75b" providerId="LiveId" clId="{E857BD72-A5A7-4845-87EA-1B97DB89FFC1}" dt="2024-05-19T05:36:53.382" v="2237" actId="478"/>
          <ac:spMkLst>
            <pc:docMk/>
            <pc:sldMk cId="2378992947" sldId="262"/>
            <ac:spMk id="78" creationId="{9E8C609A-07F5-ABB5-1FAC-1D6AE3E2417B}"/>
          </ac:spMkLst>
        </pc:spChg>
        <pc:spChg chg="add mod">
          <ac:chgData name="z z" userId="161882819154b75b" providerId="LiveId" clId="{E857BD72-A5A7-4845-87EA-1B97DB89FFC1}" dt="2024-05-19T05:57:26.473" v="2495" actId="1037"/>
          <ac:spMkLst>
            <pc:docMk/>
            <pc:sldMk cId="2378992947" sldId="262"/>
            <ac:spMk id="79" creationId="{9B06B6EA-30E2-D13F-53D5-606A374979E2}"/>
          </ac:spMkLst>
        </pc:spChg>
        <pc:spChg chg="add mod">
          <ac:chgData name="z z" userId="161882819154b75b" providerId="LiveId" clId="{E857BD72-A5A7-4845-87EA-1B97DB89FFC1}" dt="2024-05-19T05:57:26.473" v="2495" actId="1037"/>
          <ac:spMkLst>
            <pc:docMk/>
            <pc:sldMk cId="2378992947" sldId="262"/>
            <ac:spMk id="80" creationId="{CFB71216-1D6B-A46B-B7D1-14A2207DE5EE}"/>
          </ac:spMkLst>
        </pc:spChg>
        <pc:spChg chg="add mod">
          <ac:chgData name="z z" userId="161882819154b75b" providerId="LiveId" clId="{E857BD72-A5A7-4845-87EA-1B97DB89FFC1}" dt="2024-05-19T05:57:26.473" v="2495" actId="1037"/>
          <ac:spMkLst>
            <pc:docMk/>
            <pc:sldMk cId="2378992947" sldId="262"/>
            <ac:spMk id="81" creationId="{75B90A20-32E1-5042-C112-1AFD1088B690}"/>
          </ac:spMkLst>
        </pc:spChg>
        <pc:spChg chg="add mod">
          <ac:chgData name="z z" userId="161882819154b75b" providerId="LiveId" clId="{E857BD72-A5A7-4845-87EA-1B97DB89FFC1}" dt="2024-05-19T06:13:24.976" v="2647" actId="1038"/>
          <ac:spMkLst>
            <pc:docMk/>
            <pc:sldMk cId="2378992947" sldId="262"/>
            <ac:spMk id="82" creationId="{13D77A91-3C3D-CE44-BD72-C27D2679E565}"/>
          </ac:spMkLst>
        </pc:spChg>
        <pc:spChg chg="add mod">
          <ac:chgData name="z z" userId="161882819154b75b" providerId="LiveId" clId="{E857BD72-A5A7-4845-87EA-1B97DB89FFC1}" dt="2024-05-19T06:14:42.064" v="2786" actId="1035"/>
          <ac:spMkLst>
            <pc:docMk/>
            <pc:sldMk cId="2378992947" sldId="262"/>
            <ac:spMk id="83" creationId="{967571C8-9CF5-ABCF-F0E6-7565A695686D}"/>
          </ac:spMkLst>
        </pc:spChg>
        <pc:spChg chg="add mod">
          <ac:chgData name="z z" userId="161882819154b75b" providerId="LiveId" clId="{E857BD72-A5A7-4845-87EA-1B97DB89FFC1}" dt="2024-05-19T06:13:24.976" v="2647" actId="1038"/>
          <ac:spMkLst>
            <pc:docMk/>
            <pc:sldMk cId="2378992947" sldId="262"/>
            <ac:spMk id="84" creationId="{D5B5647A-98FF-6D39-5565-AD8FC6121A58}"/>
          </ac:spMkLst>
        </pc:spChg>
        <pc:spChg chg="add mod">
          <ac:chgData name="z z" userId="161882819154b75b" providerId="LiveId" clId="{E857BD72-A5A7-4845-87EA-1B97DB89FFC1}" dt="2024-05-19T06:13:24.976" v="2647" actId="1038"/>
          <ac:spMkLst>
            <pc:docMk/>
            <pc:sldMk cId="2378992947" sldId="262"/>
            <ac:spMk id="85" creationId="{3B1CB2C5-32F1-577F-9817-621AC974CA1E}"/>
          </ac:spMkLst>
        </pc:spChg>
        <pc:spChg chg="add mod">
          <ac:chgData name="z z" userId="161882819154b75b" providerId="LiveId" clId="{E857BD72-A5A7-4845-87EA-1B97DB89FFC1}" dt="2024-05-19T05:57:26.473" v="2495" actId="1037"/>
          <ac:spMkLst>
            <pc:docMk/>
            <pc:sldMk cId="2378992947" sldId="262"/>
            <ac:spMk id="86" creationId="{8BBFD34D-42F1-1A30-618B-D47BD9157FFF}"/>
          </ac:spMkLst>
        </pc:spChg>
        <pc:spChg chg="add mod">
          <ac:chgData name="z z" userId="161882819154b75b" providerId="LiveId" clId="{E857BD72-A5A7-4845-87EA-1B97DB89FFC1}" dt="2024-05-19T05:57:26.473" v="2495" actId="1037"/>
          <ac:spMkLst>
            <pc:docMk/>
            <pc:sldMk cId="2378992947" sldId="262"/>
            <ac:spMk id="87" creationId="{A6363FD9-3F11-1674-9F75-4E14ED692BA7}"/>
          </ac:spMkLst>
        </pc:spChg>
        <pc:spChg chg="add mod">
          <ac:chgData name="z z" userId="161882819154b75b" providerId="LiveId" clId="{E857BD72-A5A7-4845-87EA-1B97DB89FFC1}" dt="2024-05-19T06:15:16.428" v="2815" actId="1036"/>
          <ac:spMkLst>
            <pc:docMk/>
            <pc:sldMk cId="2378992947" sldId="262"/>
            <ac:spMk id="88" creationId="{14C7E3CB-C9B2-042E-5FB9-6575E02E311D}"/>
          </ac:spMkLst>
        </pc:spChg>
        <pc:spChg chg="add mod">
          <ac:chgData name="z z" userId="161882819154b75b" providerId="LiveId" clId="{E857BD72-A5A7-4845-87EA-1B97DB89FFC1}" dt="2024-05-19T06:13:53.726" v="2689" actId="1037"/>
          <ac:spMkLst>
            <pc:docMk/>
            <pc:sldMk cId="2378992947" sldId="262"/>
            <ac:spMk id="89" creationId="{1DAA8F9C-611A-3684-FF16-314C78DB5B40}"/>
          </ac:spMkLst>
        </pc:spChg>
        <pc:spChg chg="add mod">
          <ac:chgData name="z z" userId="161882819154b75b" providerId="LiveId" clId="{E857BD72-A5A7-4845-87EA-1B97DB89FFC1}" dt="2024-05-19T06:14:42.064" v="2786" actId="1035"/>
          <ac:spMkLst>
            <pc:docMk/>
            <pc:sldMk cId="2378992947" sldId="262"/>
            <ac:spMk id="90" creationId="{1C4034A6-7ADA-C885-E869-833C37CBDF80}"/>
          </ac:spMkLst>
        </pc:spChg>
        <pc:spChg chg="add mod">
          <ac:chgData name="z z" userId="161882819154b75b" providerId="LiveId" clId="{E857BD72-A5A7-4845-87EA-1B97DB89FFC1}" dt="2024-05-19T06:15:16.428" v="2815" actId="1036"/>
          <ac:spMkLst>
            <pc:docMk/>
            <pc:sldMk cId="2378992947" sldId="262"/>
            <ac:spMk id="91" creationId="{CADC6F8B-8731-48C8-9A6D-15187582B47A}"/>
          </ac:spMkLst>
        </pc:spChg>
        <pc:spChg chg="add mod">
          <ac:chgData name="z z" userId="161882819154b75b" providerId="LiveId" clId="{E857BD72-A5A7-4845-87EA-1B97DB89FFC1}" dt="2024-05-19T05:57:26.473" v="2495" actId="1037"/>
          <ac:spMkLst>
            <pc:docMk/>
            <pc:sldMk cId="2378992947" sldId="262"/>
            <ac:spMk id="92" creationId="{136D218D-8D3E-89A3-7C8B-963336C8D5B5}"/>
          </ac:spMkLst>
        </pc:spChg>
        <pc:spChg chg="add del mod">
          <ac:chgData name="z z" userId="161882819154b75b" providerId="LiveId" clId="{E857BD72-A5A7-4845-87EA-1B97DB89FFC1}" dt="2024-05-19T05:50:19.978" v="2351" actId="478"/>
          <ac:spMkLst>
            <pc:docMk/>
            <pc:sldMk cId="2378992947" sldId="262"/>
            <ac:spMk id="93" creationId="{3EC0F1B4-63DE-C265-FF66-7DAF7119E113}"/>
          </ac:spMkLst>
        </pc:spChg>
        <pc:spChg chg="add mod">
          <ac:chgData name="z z" userId="161882819154b75b" providerId="LiveId" clId="{E857BD72-A5A7-4845-87EA-1B97DB89FFC1}" dt="2024-05-19T06:13:24.976" v="2647" actId="1038"/>
          <ac:spMkLst>
            <pc:docMk/>
            <pc:sldMk cId="2378992947" sldId="262"/>
            <ac:spMk id="94" creationId="{1FF4DD5B-AF5B-EBF1-EDE1-AAE5276D5E79}"/>
          </ac:spMkLst>
        </pc:spChg>
        <pc:spChg chg="add mod">
          <ac:chgData name="z z" userId="161882819154b75b" providerId="LiveId" clId="{E857BD72-A5A7-4845-87EA-1B97DB89FFC1}" dt="2024-05-19T06:14:42.064" v="2786" actId="1035"/>
          <ac:spMkLst>
            <pc:docMk/>
            <pc:sldMk cId="2378992947" sldId="262"/>
            <ac:spMk id="95" creationId="{2876580C-5F85-FD56-B8D9-F67F498FBD37}"/>
          </ac:spMkLst>
        </pc:spChg>
        <pc:spChg chg="add mod">
          <ac:chgData name="z z" userId="161882819154b75b" providerId="LiveId" clId="{E857BD72-A5A7-4845-87EA-1B97DB89FFC1}" dt="2024-05-19T06:13:53.726" v="2689" actId="1037"/>
          <ac:spMkLst>
            <pc:docMk/>
            <pc:sldMk cId="2378992947" sldId="262"/>
            <ac:spMk id="96" creationId="{5291D727-248B-DE40-CDEF-BB469686531E}"/>
          </ac:spMkLst>
        </pc:spChg>
        <pc:spChg chg="add mod">
          <ac:chgData name="z z" userId="161882819154b75b" providerId="LiveId" clId="{E857BD72-A5A7-4845-87EA-1B97DB89FFC1}" dt="2024-05-19T06:15:16.428" v="2815" actId="1036"/>
          <ac:spMkLst>
            <pc:docMk/>
            <pc:sldMk cId="2378992947" sldId="262"/>
            <ac:spMk id="97" creationId="{AB5CB7D0-B58F-0048-419E-93D3A30DA8BC}"/>
          </ac:spMkLst>
        </pc:spChg>
        <pc:spChg chg="add mod">
          <ac:chgData name="z z" userId="161882819154b75b" providerId="LiveId" clId="{E857BD72-A5A7-4845-87EA-1B97DB89FFC1}" dt="2024-05-19T06:02:48.629" v="2584" actId="1076"/>
          <ac:spMkLst>
            <pc:docMk/>
            <pc:sldMk cId="2378992947" sldId="262"/>
            <ac:spMk id="98" creationId="{BDC8DFEF-F02C-DB05-9544-8E53F46865F3}"/>
          </ac:spMkLst>
        </pc:spChg>
        <pc:spChg chg="add mod ord">
          <ac:chgData name="z z" userId="161882819154b75b" providerId="LiveId" clId="{E857BD72-A5A7-4845-87EA-1B97DB89FFC1}" dt="2024-05-19T06:12:04.072" v="2612" actId="1037"/>
          <ac:spMkLst>
            <pc:docMk/>
            <pc:sldMk cId="2378992947" sldId="262"/>
            <ac:spMk id="99" creationId="{6E6A6140-C4B9-564C-477E-930FE56722D5}"/>
          </ac:spMkLst>
        </pc:spChg>
        <pc:spChg chg="add mod">
          <ac:chgData name="z z" userId="161882819154b75b" providerId="LiveId" clId="{E857BD72-A5A7-4845-87EA-1B97DB89FFC1}" dt="2024-05-19T06:05:02.181" v="2603" actId="693"/>
          <ac:spMkLst>
            <pc:docMk/>
            <pc:sldMk cId="2378992947" sldId="262"/>
            <ac:spMk id="100" creationId="{52FFBE0F-00BA-5D51-A0C5-390087F54AA7}"/>
          </ac:spMkLst>
        </pc:spChg>
        <pc:spChg chg="add mod">
          <ac:chgData name="z z" userId="161882819154b75b" providerId="LiveId" clId="{E857BD72-A5A7-4845-87EA-1B97DB89FFC1}" dt="2024-05-19T06:04:44.382" v="2602" actId="693"/>
          <ac:spMkLst>
            <pc:docMk/>
            <pc:sldMk cId="2378992947" sldId="262"/>
            <ac:spMk id="101" creationId="{4FA55A7C-EB28-E163-9D85-CBA6761F2EBD}"/>
          </ac:spMkLst>
        </pc:spChg>
        <pc:spChg chg="add mod">
          <ac:chgData name="z z" userId="161882819154b75b" providerId="LiveId" clId="{E857BD72-A5A7-4845-87EA-1B97DB89FFC1}" dt="2024-05-19T06:05:45.396" v="2609" actId="693"/>
          <ac:spMkLst>
            <pc:docMk/>
            <pc:sldMk cId="2378992947" sldId="262"/>
            <ac:spMk id="102" creationId="{D87B2082-8628-32C1-F354-7D0F69FE476D}"/>
          </ac:spMkLst>
        </pc:spChg>
      </pc:sldChg>
      <pc:sldChg chg="add del">
        <pc:chgData name="z z" userId="161882819154b75b" providerId="LiveId" clId="{E857BD72-A5A7-4845-87EA-1B97DB89FFC1}" dt="2024-05-19T05:23:12.860" v="2161" actId="47"/>
        <pc:sldMkLst>
          <pc:docMk/>
          <pc:sldMk cId="1584392988" sldId="263"/>
        </pc:sldMkLst>
      </pc:sldChg>
      <pc:sldChg chg="new del">
        <pc:chgData name="z z" userId="161882819154b75b" providerId="LiveId" clId="{E857BD72-A5A7-4845-87EA-1B97DB89FFC1}" dt="2024-05-19T05:45:02.354" v="2259" actId="47"/>
        <pc:sldMkLst>
          <pc:docMk/>
          <pc:sldMk cId="2901846958" sldId="263"/>
        </pc:sldMkLst>
      </pc:sldChg>
      <pc:sldChg chg="addSp delSp modSp add mod delAnim modAnim">
        <pc:chgData name="z z" userId="161882819154b75b" providerId="LiveId" clId="{E857BD72-A5A7-4845-87EA-1B97DB89FFC1}" dt="2024-05-19T09:10:51.047" v="8542" actId="20577"/>
        <pc:sldMkLst>
          <pc:docMk/>
          <pc:sldMk cId="3633456029" sldId="263"/>
        </pc:sldMkLst>
        <pc:spChg chg="add mod">
          <ac:chgData name="z z" userId="161882819154b75b" providerId="LiveId" clId="{E857BD72-A5A7-4845-87EA-1B97DB89FFC1}" dt="2024-05-19T07:11:18.998" v="2941" actId="1076"/>
          <ac:spMkLst>
            <pc:docMk/>
            <pc:sldMk cId="3633456029" sldId="263"/>
            <ac:spMk id="9" creationId="{17C33801-03AB-0474-6253-85703A4F11A2}"/>
          </ac:spMkLst>
        </pc:spChg>
        <pc:spChg chg="mod">
          <ac:chgData name="z z" userId="161882819154b75b" providerId="LiveId" clId="{E857BD72-A5A7-4845-87EA-1B97DB89FFC1}" dt="2024-05-19T09:10:51.047" v="8542" actId="20577"/>
          <ac:spMkLst>
            <pc:docMk/>
            <pc:sldMk cId="3633456029" sldId="263"/>
            <ac:spMk id="11" creationId="{01D0C114-722D-725D-9953-FD7AA326D3D3}"/>
          </ac:spMkLst>
        </pc:spChg>
        <pc:spChg chg="add mod">
          <ac:chgData name="z z" userId="161882819154b75b" providerId="LiveId" clId="{E857BD72-A5A7-4845-87EA-1B97DB89FFC1}" dt="2024-05-19T07:11:47.794" v="2997" actId="20577"/>
          <ac:spMkLst>
            <pc:docMk/>
            <pc:sldMk cId="3633456029" sldId="263"/>
            <ac:spMk id="13" creationId="{F54BA367-132D-8169-FB84-08D64927445D}"/>
          </ac:spMkLst>
        </pc:spChg>
        <pc:spChg chg="add mod">
          <ac:chgData name="z z" userId="161882819154b75b" providerId="LiveId" clId="{E857BD72-A5A7-4845-87EA-1B97DB89FFC1}" dt="2024-05-19T07:12:12.818" v="3038" actId="20577"/>
          <ac:spMkLst>
            <pc:docMk/>
            <pc:sldMk cId="3633456029" sldId="263"/>
            <ac:spMk id="14" creationId="{F13371BF-39A3-847D-11E5-B3D8D408758E}"/>
          </ac:spMkLst>
        </pc:spChg>
        <pc:spChg chg="add mod">
          <ac:chgData name="z z" userId="161882819154b75b" providerId="LiveId" clId="{E857BD72-A5A7-4845-87EA-1B97DB89FFC1}" dt="2024-05-19T07:12:35.019" v="3070" actId="20577"/>
          <ac:spMkLst>
            <pc:docMk/>
            <pc:sldMk cId="3633456029" sldId="263"/>
            <ac:spMk id="15" creationId="{A8F89DB1-F19E-AB10-F7BE-11464CE300BA}"/>
          </ac:spMkLst>
        </pc:spChg>
        <pc:spChg chg="add mod">
          <ac:chgData name="z z" userId="161882819154b75b" providerId="LiveId" clId="{E857BD72-A5A7-4845-87EA-1B97DB89FFC1}" dt="2024-05-19T07:13:00.777" v="3114" actId="20577"/>
          <ac:spMkLst>
            <pc:docMk/>
            <pc:sldMk cId="3633456029" sldId="263"/>
            <ac:spMk id="16" creationId="{10B40F29-0B6D-8E70-7E6D-43238BB4AC24}"/>
          </ac:spMkLst>
        </pc:spChg>
        <pc:spChg chg="mod">
          <ac:chgData name="z z" userId="161882819154b75b" providerId="LiveId" clId="{E857BD72-A5A7-4845-87EA-1B97DB89FFC1}" dt="2024-05-19T07:21:11.670" v="3201"/>
          <ac:spMkLst>
            <pc:docMk/>
            <pc:sldMk cId="3633456029" sldId="263"/>
            <ac:spMk id="19" creationId="{E6119AE8-C236-0466-4F67-42B29B46890B}"/>
          </ac:spMkLst>
        </pc:spChg>
        <pc:spChg chg="add mod ord">
          <ac:chgData name="z z" userId="161882819154b75b" providerId="LiveId" clId="{E857BD72-A5A7-4845-87EA-1B97DB89FFC1}" dt="2024-05-19T07:21:17.401" v="3202" actId="167"/>
          <ac:spMkLst>
            <pc:docMk/>
            <pc:sldMk cId="3633456029" sldId="263"/>
            <ac:spMk id="20" creationId="{45F53013-D584-08D2-5BBC-3D52B3911AF8}"/>
          </ac:spMkLst>
        </pc:spChg>
        <pc:spChg chg="add mod ord">
          <ac:chgData name="z z" userId="161882819154b75b" providerId="LiveId" clId="{E857BD72-A5A7-4845-87EA-1B97DB89FFC1}" dt="2024-05-19T07:21:17.401" v="3202" actId="167"/>
          <ac:spMkLst>
            <pc:docMk/>
            <pc:sldMk cId="3633456029" sldId="263"/>
            <ac:spMk id="21" creationId="{8CF29A0D-3BE9-02C2-1523-E6BD8616FCF2}"/>
          </ac:spMkLst>
        </pc:spChg>
        <pc:spChg chg="del mod">
          <ac:chgData name="z z" userId="161882819154b75b" providerId="LiveId" clId="{E857BD72-A5A7-4845-87EA-1B97DB89FFC1}" dt="2024-05-19T07:05:23.104" v="2831" actId="478"/>
          <ac:spMkLst>
            <pc:docMk/>
            <pc:sldMk cId="3633456029" sldId="263"/>
            <ac:spMk id="79" creationId="{9B06B6EA-30E2-D13F-53D5-606A374979E2}"/>
          </ac:spMkLst>
        </pc:spChg>
        <pc:spChg chg="del mod">
          <ac:chgData name="z z" userId="161882819154b75b" providerId="LiveId" clId="{E857BD72-A5A7-4845-87EA-1B97DB89FFC1}" dt="2024-05-19T07:05:23.104" v="2831" actId="478"/>
          <ac:spMkLst>
            <pc:docMk/>
            <pc:sldMk cId="3633456029" sldId="263"/>
            <ac:spMk id="80" creationId="{CFB71216-1D6B-A46B-B7D1-14A2207DE5EE}"/>
          </ac:spMkLst>
        </pc:spChg>
        <pc:spChg chg="del mod">
          <ac:chgData name="z z" userId="161882819154b75b" providerId="LiveId" clId="{E857BD72-A5A7-4845-87EA-1B97DB89FFC1}" dt="2024-05-19T07:05:23.104" v="2831" actId="478"/>
          <ac:spMkLst>
            <pc:docMk/>
            <pc:sldMk cId="3633456029" sldId="263"/>
            <ac:spMk id="81" creationId="{75B90A20-32E1-5042-C112-1AFD1088B690}"/>
          </ac:spMkLst>
        </pc:spChg>
        <pc:spChg chg="mod topLvl">
          <ac:chgData name="z z" userId="161882819154b75b" providerId="LiveId" clId="{E857BD72-A5A7-4845-87EA-1B97DB89FFC1}" dt="2024-05-19T07:14:00.722" v="3125" actId="165"/>
          <ac:spMkLst>
            <pc:docMk/>
            <pc:sldMk cId="3633456029" sldId="263"/>
            <ac:spMk id="82" creationId="{13D77A91-3C3D-CE44-BD72-C27D2679E565}"/>
          </ac:spMkLst>
        </pc:spChg>
        <pc:spChg chg="mod topLvl">
          <ac:chgData name="z z" userId="161882819154b75b" providerId="LiveId" clId="{E857BD72-A5A7-4845-87EA-1B97DB89FFC1}" dt="2024-05-19T07:14:00.722" v="3125" actId="165"/>
          <ac:spMkLst>
            <pc:docMk/>
            <pc:sldMk cId="3633456029" sldId="263"/>
            <ac:spMk id="83" creationId="{967571C8-9CF5-ABCF-F0E6-7565A695686D}"/>
          </ac:spMkLst>
        </pc:spChg>
        <pc:spChg chg="mod topLvl">
          <ac:chgData name="z z" userId="161882819154b75b" providerId="LiveId" clId="{E857BD72-A5A7-4845-87EA-1B97DB89FFC1}" dt="2024-05-19T07:14:00.722" v="3125" actId="165"/>
          <ac:spMkLst>
            <pc:docMk/>
            <pc:sldMk cId="3633456029" sldId="263"/>
            <ac:spMk id="84" creationId="{D5B5647A-98FF-6D39-5565-AD8FC6121A58}"/>
          </ac:spMkLst>
        </pc:spChg>
        <pc:spChg chg="mod topLvl">
          <ac:chgData name="z z" userId="161882819154b75b" providerId="LiveId" clId="{E857BD72-A5A7-4845-87EA-1B97DB89FFC1}" dt="2024-05-19T07:14:00.722" v="3125" actId="165"/>
          <ac:spMkLst>
            <pc:docMk/>
            <pc:sldMk cId="3633456029" sldId="263"/>
            <ac:spMk id="85" creationId="{3B1CB2C5-32F1-577F-9817-621AC974CA1E}"/>
          </ac:spMkLst>
        </pc:spChg>
        <pc:spChg chg="mod topLvl">
          <ac:chgData name="z z" userId="161882819154b75b" providerId="LiveId" clId="{E857BD72-A5A7-4845-87EA-1B97DB89FFC1}" dt="2024-05-19T07:14:00.722" v="3125" actId="165"/>
          <ac:spMkLst>
            <pc:docMk/>
            <pc:sldMk cId="3633456029" sldId="263"/>
            <ac:spMk id="86" creationId="{8BBFD34D-42F1-1A30-618B-D47BD9157FFF}"/>
          </ac:spMkLst>
        </pc:spChg>
        <pc:spChg chg="mod topLvl">
          <ac:chgData name="z z" userId="161882819154b75b" providerId="LiveId" clId="{E857BD72-A5A7-4845-87EA-1B97DB89FFC1}" dt="2024-05-19T07:14:00.722" v="3125" actId="165"/>
          <ac:spMkLst>
            <pc:docMk/>
            <pc:sldMk cId="3633456029" sldId="263"/>
            <ac:spMk id="87" creationId="{A6363FD9-3F11-1674-9F75-4E14ED692BA7}"/>
          </ac:spMkLst>
        </pc:spChg>
        <pc:spChg chg="mod topLvl">
          <ac:chgData name="z z" userId="161882819154b75b" providerId="LiveId" clId="{E857BD72-A5A7-4845-87EA-1B97DB89FFC1}" dt="2024-05-19T07:14:00.722" v="3125" actId="165"/>
          <ac:spMkLst>
            <pc:docMk/>
            <pc:sldMk cId="3633456029" sldId="263"/>
            <ac:spMk id="88" creationId="{14C7E3CB-C9B2-042E-5FB9-6575E02E311D}"/>
          </ac:spMkLst>
        </pc:spChg>
        <pc:spChg chg="mod topLvl">
          <ac:chgData name="z z" userId="161882819154b75b" providerId="LiveId" clId="{E857BD72-A5A7-4845-87EA-1B97DB89FFC1}" dt="2024-05-19T07:14:00.722" v="3125" actId="165"/>
          <ac:spMkLst>
            <pc:docMk/>
            <pc:sldMk cId="3633456029" sldId="263"/>
            <ac:spMk id="89" creationId="{1DAA8F9C-611A-3684-FF16-314C78DB5B40}"/>
          </ac:spMkLst>
        </pc:spChg>
        <pc:spChg chg="mod topLvl">
          <ac:chgData name="z z" userId="161882819154b75b" providerId="LiveId" clId="{E857BD72-A5A7-4845-87EA-1B97DB89FFC1}" dt="2024-05-19T07:14:00.722" v="3125" actId="165"/>
          <ac:spMkLst>
            <pc:docMk/>
            <pc:sldMk cId="3633456029" sldId="263"/>
            <ac:spMk id="90" creationId="{1C4034A6-7ADA-C885-E869-833C37CBDF80}"/>
          </ac:spMkLst>
        </pc:spChg>
        <pc:spChg chg="mod topLvl">
          <ac:chgData name="z z" userId="161882819154b75b" providerId="LiveId" clId="{E857BD72-A5A7-4845-87EA-1B97DB89FFC1}" dt="2024-05-19T07:14:00.722" v="3125" actId="165"/>
          <ac:spMkLst>
            <pc:docMk/>
            <pc:sldMk cId="3633456029" sldId="263"/>
            <ac:spMk id="91" creationId="{CADC6F8B-8731-48C8-9A6D-15187582B47A}"/>
          </ac:spMkLst>
        </pc:spChg>
        <pc:spChg chg="del mod">
          <ac:chgData name="z z" userId="161882819154b75b" providerId="LiveId" clId="{E857BD72-A5A7-4845-87EA-1B97DB89FFC1}" dt="2024-05-19T07:05:23.104" v="2831" actId="478"/>
          <ac:spMkLst>
            <pc:docMk/>
            <pc:sldMk cId="3633456029" sldId="263"/>
            <ac:spMk id="92" creationId="{136D218D-8D3E-89A3-7C8B-963336C8D5B5}"/>
          </ac:spMkLst>
        </pc:spChg>
        <pc:spChg chg="mod topLvl">
          <ac:chgData name="z z" userId="161882819154b75b" providerId="LiveId" clId="{E857BD72-A5A7-4845-87EA-1B97DB89FFC1}" dt="2024-05-19T07:14:00.722" v="3125" actId="165"/>
          <ac:spMkLst>
            <pc:docMk/>
            <pc:sldMk cId="3633456029" sldId="263"/>
            <ac:spMk id="94" creationId="{1FF4DD5B-AF5B-EBF1-EDE1-AAE5276D5E79}"/>
          </ac:spMkLst>
        </pc:spChg>
        <pc:spChg chg="mod topLvl">
          <ac:chgData name="z z" userId="161882819154b75b" providerId="LiveId" clId="{E857BD72-A5A7-4845-87EA-1B97DB89FFC1}" dt="2024-05-19T07:14:00.722" v="3125" actId="165"/>
          <ac:spMkLst>
            <pc:docMk/>
            <pc:sldMk cId="3633456029" sldId="263"/>
            <ac:spMk id="95" creationId="{2876580C-5F85-FD56-B8D9-F67F498FBD37}"/>
          </ac:spMkLst>
        </pc:spChg>
        <pc:spChg chg="mod topLvl">
          <ac:chgData name="z z" userId="161882819154b75b" providerId="LiveId" clId="{E857BD72-A5A7-4845-87EA-1B97DB89FFC1}" dt="2024-05-19T07:14:00.722" v="3125" actId="165"/>
          <ac:spMkLst>
            <pc:docMk/>
            <pc:sldMk cId="3633456029" sldId="263"/>
            <ac:spMk id="96" creationId="{5291D727-248B-DE40-CDEF-BB469686531E}"/>
          </ac:spMkLst>
        </pc:spChg>
        <pc:spChg chg="mod topLvl">
          <ac:chgData name="z z" userId="161882819154b75b" providerId="LiveId" clId="{E857BD72-A5A7-4845-87EA-1B97DB89FFC1}" dt="2024-05-19T07:14:00.722" v="3125" actId="165"/>
          <ac:spMkLst>
            <pc:docMk/>
            <pc:sldMk cId="3633456029" sldId="263"/>
            <ac:spMk id="97" creationId="{AB5CB7D0-B58F-0048-419E-93D3A30DA8BC}"/>
          </ac:spMkLst>
        </pc:spChg>
        <pc:spChg chg="mod topLvl">
          <ac:chgData name="z z" userId="161882819154b75b" providerId="LiveId" clId="{E857BD72-A5A7-4845-87EA-1B97DB89FFC1}" dt="2024-05-19T07:14:00.722" v="3125" actId="165"/>
          <ac:spMkLst>
            <pc:docMk/>
            <pc:sldMk cId="3633456029" sldId="263"/>
            <ac:spMk id="98" creationId="{BDC8DFEF-F02C-DB05-9544-8E53F46865F3}"/>
          </ac:spMkLst>
        </pc:spChg>
        <pc:spChg chg="del">
          <ac:chgData name="z z" userId="161882819154b75b" providerId="LiveId" clId="{E857BD72-A5A7-4845-87EA-1B97DB89FFC1}" dt="2024-05-19T07:04:03.998" v="2820" actId="478"/>
          <ac:spMkLst>
            <pc:docMk/>
            <pc:sldMk cId="3633456029" sldId="263"/>
            <ac:spMk id="99" creationId="{6E6A6140-C4B9-564C-477E-930FE56722D5}"/>
          </ac:spMkLst>
        </pc:spChg>
        <pc:spChg chg="del">
          <ac:chgData name="z z" userId="161882819154b75b" providerId="LiveId" clId="{E857BD72-A5A7-4845-87EA-1B97DB89FFC1}" dt="2024-05-19T07:04:02.636" v="2819" actId="478"/>
          <ac:spMkLst>
            <pc:docMk/>
            <pc:sldMk cId="3633456029" sldId="263"/>
            <ac:spMk id="100" creationId="{52FFBE0F-00BA-5D51-A0C5-390087F54AA7}"/>
          </ac:spMkLst>
        </pc:spChg>
        <pc:spChg chg="del">
          <ac:chgData name="z z" userId="161882819154b75b" providerId="LiveId" clId="{E857BD72-A5A7-4845-87EA-1B97DB89FFC1}" dt="2024-05-19T07:04:04.630" v="2821" actId="478"/>
          <ac:spMkLst>
            <pc:docMk/>
            <pc:sldMk cId="3633456029" sldId="263"/>
            <ac:spMk id="101" creationId="{4FA55A7C-EB28-E163-9D85-CBA6761F2EBD}"/>
          </ac:spMkLst>
        </pc:spChg>
        <pc:spChg chg="del">
          <ac:chgData name="z z" userId="161882819154b75b" providerId="LiveId" clId="{E857BD72-A5A7-4845-87EA-1B97DB89FFC1}" dt="2024-05-19T07:04:05.257" v="2822" actId="478"/>
          <ac:spMkLst>
            <pc:docMk/>
            <pc:sldMk cId="3633456029" sldId="263"/>
            <ac:spMk id="102" creationId="{D87B2082-8628-32C1-F354-7D0F69FE476D}"/>
          </ac:spMkLst>
        </pc:spChg>
        <pc:grpChg chg="add del mod">
          <ac:chgData name="z z" userId="161882819154b75b" providerId="LiveId" clId="{E857BD72-A5A7-4845-87EA-1B97DB89FFC1}" dt="2024-05-19T07:14:00.722" v="3125" actId="165"/>
          <ac:grpSpMkLst>
            <pc:docMk/>
            <pc:sldMk cId="3633456029" sldId="263"/>
            <ac:grpSpMk id="3" creationId="{569E147A-A61F-307B-1A06-F9EB70C49CD9}"/>
          </ac:grpSpMkLst>
        </pc:grpChg>
        <pc:grpChg chg="add mod">
          <ac:chgData name="z z" userId="161882819154b75b" providerId="LiveId" clId="{E857BD72-A5A7-4845-87EA-1B97DB89FFC1}" dt="2024-05-19T07:05:15.508" v="2830" actId="164"/>
          <ac:grpSpMkLst>
            <pc:docMk/>
            <pc:sldMk cId="3633456029" sldId="263"/>
            <ac:grpSpMk id="4" creationId="{2B0B4516-1B02-1EDD-436A-0F95CDAA70B6}"/>
          </ac:grpSpMkLst>
        </pc:grpChg>
        <pc:grpChg chg="add del mod">
          <ac:chgData name="z z" userId="161882819154b75b" providerId="LiveId" clId="{E857BD72-A5A7-4845-87EA-1B97DB89FFC1}" dt="2024-05-19T07:14:00.722" v="3125" actId="165"/>
          <ac:grpSpMkLst>
            <pc:docMk/>
            <pc:sldMk cId="3633456029" sldId="263"/>
            <ac:grpSpMk id="5" creationId="{A0B04252-3199-464B-EBD2-92FB6FCC0574}"/>
          </ac:grpSpMkLst>
        </pc:grpChg>
        <pc:grpChg chg="add del mod">
          <ac:chgData name="z z" userId="161882819154b75b" providerId="LiveId" clId="{E857BD72-A5A7-4845-87EA-1B97DB89FFC1}" dt="2024-05-19T07:14:00.722" v="3125" actId="165"/>
          <ac:grpSpMkLst>
            <pc:docMk/>
            <pc:sldMk cId="3633456029" sldId="263"/>
            <ac:grpSpMk id="6" creationId="{1446A47A-828F-E363-AED0-051EB839FBF7}"/>
          </ac:grpSpMkLst>
        </pc:grpChg>
        <pc:grpChg chg="add del mod">
          <ac:chgData name="z z" userId="161882819154b75b" providerId="LiveId" clId="{E857BD72-A5A7-4845-87EA-1B97DB89FFC1}" dt="2024-05-19T07:14:00.722" v="3125" actId="165"/>
          <ac:grpSpMkLst>
            <pc:docMk/>
            <pc:sldMk cId="3633456029" sldId="263"/>
            <ac:grpSpMk id="7" creationId="{117BD814-3195-F138-E2C0-5DE5ED203469}"/>
          </ac:grpSpMkLst>
        </pc:grpChg>
        <pc:grpChg chg="add del mod">
          <ac:chgData name="z z" userId="161882819154b75b" providerId="LiveId" clId="{E857BD72-A5A7-4845-87EA-1B97DB89FFC1}" dt="2024-05-19T07:14:00.722" v="3125" actId="165"/>
          <ac:grpSpMkLst>
            <pc:docMk/>
            <pc:sldMk cId="3633456029" sldId="263"/>
            <ac:grpSpMk id="8" creationId="{0778CF42-B7D2-6152-F93B-DCD67D273288}"/>
          </ac:grpSpMkLst>
        </pc:grpChg>
        <pc:grpChg chg="add mod ord">
          <ac:chgData name="z z" userId="161882819154b75b" providerId="LiveId" clId="{E857BD72-A5A7-4845-87EA-1B97DB89FFC1}" dt="2024-05-19T07:21:17.401" v="3202" actId="167"/>
          <ac:grpSpMkLst>
            <pc:docMk/>
            <pc:sldMk cId="3633456029" sldId="263"/>
            <ac:grpSpMk id="17" creationId="{18AF07DE-C14D-E796-24BC-2CF4AC7D9E1B}"/>
          </ac:grpSpMkLst>
        </pc:grpChg>
        <pc:picChg chg="mod">
          <ac:chgData name="z z" userId="161882819154b75b" providerId="LiveId" clId="{E857BD72-A5A7-4845-87EA-1B97DB89FFC1}" dt="2024-05-19T07:21:11.670" v="3201"/>
          <ac:picMkLst>
            <pc:docMk/>
            <pc:sldMk cId="3633456029" sldId="263"/>
            <ac:picMk id="18" creationId="{CDE06DE2-E15B-8DC7-D979-3E49BC3C5DA0}"/>
          </ac:picMkLst>
        </pc:picChg>
      </pc:sldChg>
      <pc:sldChg chg="addSp delSp modSp add mod delAnim modAnim">
        <pc:chgData name="z z" userId="161882819154b75b" providerId="LiveId" clId="{E857BD72-A5A7-4845-87EA-1B97DB89FFC1}" dt="2024-05-19T09:10:55.515" v="8550" actId="20577"/>
        <pc:sldMkLst>
          <pc:docMk/>
          <pc:sldMk cId="366169775" sldId="264"/>
        </pc:sldMkLst>
        <pc:spChg chg="add mod">
          <ac:chgData name="z z" userId="161882819154b75b" providerId="LiveId" clId="{E857BD72-A5A7-4845-87EA-1B97DB89FFC1}" dt="2024-05-19T07:14:53.005" v="3129"/>
          <ac:spMkLst>
            <pc:docMk/>
            <pc:sldMk cId="366169775" sldId="264"/>
            <ac:spMk id="3" creationId="{1A0AF6BE-A3D5-09B8-F58B-D05E83EC4331}"/>
          </ac:spMkLst>
        </pc:spChg>
        <pc:spChg chg="add mod">
          <ac:chgData name="z z" userId="161882819154b75b" providerId="LiveId" clId="{E857BD72-A5A7-4845-87EA-1B97DB89FFC1}" dt="2024-05-19T07:14:53.005" v="3129"/>
          <ac:spMkLst>
            <pc:docMk/>
            <pc:sldMk cId="366169775" sldId="264"/>
            <ac:spMk id="4" creationId="{E781ABD2-13B5-5AF3-99C6-287A69EA46E1}"/>
          </ac:spMkLst>
        </pc:spChg>
        <pc:spChg chg="add mod">
          <ac:chgData name="z z" userId="161882819154b75b" providerId="LiveId" clId="{E857BD72-A5A7-4845-87EA-1B97DB89FFC1}" dt="2024-05-19T07:14:53.005" v="3129"/>
          <ac:spMkLst>
            <pc:docMk/>
            <pc:sldMk cId="366169775" sldId="264"/>
            <ac:spMk id="5" creationId="{D4C918DE-93C5-BA07-4BD6-0166D78110BC}"/>
          </ac:spMkLst>
        </pc:spChg>
        <pc:spChg chg="add mod">
          <ac:chgData name="z z" userId="161882819154b75b" providerId="LiveId" clId="{E857BD72-A5A7-4845-87EA-1B97DB89FFC1}" dt="2024-05-19T07:14:53.005" v="3129"/>
          <ac:spMkLst>
            <pc:docMk/>
            <pc:sldMk cId="366169775" sldId="264"/>
            <ac:spMk id="6" creationId="{27613ED8-716F-4E91-5D0A-FCCBA910E687}"/>
          </ac:spMkLst>
        </pc:spChg>
        <pc:spChg chg="add mod">
          <ac:chgData name="z z" userId="161882819154b75b" providerId="LiveId" clId="{E857BD72-A5A7-4845-87EA-1B97DB89FFC1}" dt="2024-05-19T07:14:53.005" v="3129"/>
          <ac:spMkLst>
            <pc:docMk/>
            <pc:sldMk cId="366169775" sldId="264"/>
            <ac:spMk id="7" creationId="{1711D464-6626-7CF0-67B3-52F08A174AE0}"/>
          </ac:spMkLst>
        </pc:spChg>
        <pc:spChg chg="add mod">
          <ac:chgData name="z z" userId="161882819154b75b" providerId="LiveId" clId="{E857BD72-A5A7-4845-87EA-1B97DB89FFC1}" dt="2024-05-19T07:14:53.005" v="3129"/>
          <ac:spMkLst>
            <pc:docMk/>
            <pc:sldMk cId="366169775" sldId="264"/>
            <ac:spMk id="8" creationId="{F0551105-1B67-7194-3B89-7678B227CA6B}"/>
          </ac:spMkLst>
        </pc:spChg>
        <pc:spChg chg="del">
          <ac:chgData name="z z" userId="161882819154b75b" providerId="LiveId" clId="{E857BD72-A5A7-4845-87EA-1B97DB89FFC1}" dt="2024-05-19T07:14:41.680" v="3127" actId="478"/>
          <ac:spMkLst>
            <pc:docMk/>
            <pc:sldMk cId="366169775" sldId="264"/>
            <ac:spMk id="9" creationId="{17C33801-03AB-0474-6253-85703A4F11A2}"/>
          </ac:spMkLst>
        </pc:spChg>
        <pc:spChg chg="mod">
          <ac:chgData name="z z" userId="161882819154b75b" providerId="LiveId" clId="{E857BD72-A5A7-4845-87EA-1B97DB89FFC1}" dt="2024-05-19T09:10:55.515" v="8550" actId="20577"/>
          <ac:spMkLst>
            <pc:docMk/>
            <pc:sldMk cId="366169775" sldId="264"/>
            <ac:spMk id="11" creationId="{01D0C114-722D-725D-9953-FD7AA326D3D3}"/>
          </ac:spMkLst>
        </pc:spChg>
        <pc:spChg chg="del">
          <ac:chgData name="z z" userId="161882819154b75b" providerId="LiveId" clId="{E857BD72-A5A7-4845-87EA-1B97DB89FFC1}" dt="2024-05-19T07:14:41.680" v="3127" actId="478"/>
          <ac:spMkLst>
            <pc:docMk/>
            <pc:sldMk cId="366169775" sldId="264"/>
            <ac:spMk id="13" creationId="{F54BA367-132D-8169-FB84-08D64927445D}"/>
          </ac:spMkLst>
        </pc:spChg>
        <pc:spChg chg="del">
          <ac:chgData name="z z" userId="161882819154b75b" providerId="LiveId" clId="{E857BD72-A5A7-4845-87EA-1B97DB89FFC1}" dt="2024-05-19T07:14:41.680" v="3127" actId="478"/>
          <ac:spMkLst>
            <pc:docMk/>
            <pc:sldMk cId="366169775" sldId="264"/>
            <ac:spMk id="14" creationId="{F13371BF-39A3-847D-11E5-B3D8D408758E}"/>
          </ac:spMkLst>
        </pc:spChg>
        <pc:spChg chg="del">
          <ac:chgData name="z z" userId="161882819154b75b" providerId="LiveId" clId="{E857BD72-A5A7-4845-87EA-1B97DB89FFC1}" dt="2024-05-19T07:14:41.680" v="3127" actId="478"/>
          <ac:spMkLst>
            <pc:docMk/>
            <pc:sldMk cId="366169775" sldId="264"/>
            <ac:spMk id="15" creationId="{A8F89DB1-F19E-AB10-F7BE-11464CE300BA}"/>
          </ac:spMkLst>
        </pc:spChg>
        <pc:spChg chg="del">
          <ac:chgData name="z z" userId="161882819154b75b" providerId="LiveId" clId="{E857BD72-A5A7-4845-87EA-1B97DB89FFC1}" dt="2024-05-19T07:14:41.680" v="3127" actId="478"/>
          <ac:spMkLst>
            <pc:docMk/>
            <pc:sldMk cId="366169775" sldId="264"/>
            <ac:spMk id="16" creationId="{10B40F29-0B6D-8E70-7E6D-43238BB4AC24}"/>
          </ac:spMkLst>
        </pc:spChg>
        <pc:spChg chg="add mod">
          <ac:chgData name="z z" userId="161882819154b75b" providerId="LiveId" clId="{E857BD72-A5A7-4845-87EA-1B97DB89FFC1}" dt="2024-05-19T07:14:53.005" v="3129"/>
          <ac:spMkLst>
            <pc:docMk/>
            <pc:sldMk cId="366169775" sldId="264"/>
            <ac:spMk id="17" creationId="{8AAA38CF-9B90-B470-0722-7BCD8D504938}"/>
          </ac:spMkLst>
        </pc:spChg>
        <pc:spChg chg="add mod">
          <ac:chgData name="z z" userId="161882819154b75b" providerId="LiveId" clId="{E857BD72-A5A7-4845-87EA-1B97DB89FFC1}" dt="2024-05-19T07:14:53.005" v="3129"/>
          <ac:spMkLst>
            <pc:docMk/>
            <pc:sldMk cId="366169775" sldId="264"/>
            <ac:spMk id="18" creationId="{33FC5A09-EDEA-DA18-B9BE-CACC35039D60}"/>
          </ac:spMkLst>
        </pc:spChg>
        <pc:spChg chg="add mod">
          <ac:chgData name="z z" userId="161882819154b75b" providerId="LiveId" clId="{E857BD72-A5A7-4845-87EA-1B97DB89FFC1}" dt="2024-05-19T07:14:53.005" v="3129"/>
          <ac:spMkLst>
            <pc:docMk/>
            <pc:sldMk cId="366169775" sldId="264"/>
            <ac:spMk id="19" creationId="{35975F07-B851-E789-D940-05B646B2A440}"/>
          </ac:spMkLst>
        </pc:spChg>
        <pc:spChg chg="add mod">
          <ac:chgData name="z z" userId="161882819154b75b" providerId="LiveId" clId="{E857BD72-A5A7-4845-87EA-1B97DB89FFC1}" dt="2024-05-19T07:14:53.005" v="3129"/>
          <ac:spMkLst>
            <pc:docMk/>
            <pc:sldMk cId="366169775" sldId="264"/>
            <ac:spMk id="20" creationId="{B5A7A2BA-575A-F6C9-45B1-4215E1345FE3}"/>
          </ac:spMkLst>
        </pc:spChg>
        <pc:spChg chg="add mod">
          <ac:chgData name="z z" userId="161882819154b75b" providerId="LiveId" clId="{E857BD72-A5A7-4845-87EA-1B97DB89FFC1}" dt="2024-05-19T07:14:53.005" v="3129"/>
          <ac:spMkLst>
            <pc:docMk/>
            <pc:sldMk cId="366169775" sldId="264"/>
            <ac:spMk id="21" creationId="{3A707BFE-DCF5-4A30-1C2A-9D07858549AA}"/>
          </ac:spMkLst>
        </pc:spChg>
        <pc:spChg chg="add mod">
          <ac:chgData name="z z" userId="161882819154b75b" providerId="LiveId" clId="{E857BD72-A5A7-4845-87EA-1B97DB89FFC1}" dt="2024-05-19T07:14:53.005" v="3129"/>
          <ac:spMkLst>
            <pc:docMk/>
            <pc:sldMk cId="366169775" sldId="264"/>
            <ac:spMk id="22" creationId="{AB5F52D2-F01B-4491-67B9-317764354AA7}"/>
          </ac:spMkLst>
        </pc:spChg>
        <pc:spChg chg="add mod">
          <ac:chgData name="z z" userId="161882819154b75b" providerId="LiveId" clId="{E857BD72-A5A7-4845-87EA-1B97DB89FFC1}" dt="2024-05-19T07:14:53.005" v="3129"/>
          <ac:spMkLst>
            <pc:docMk/>
            <pc:sldMk cId="366169775" sldId="264"/>
            <ac:spMk id="23" creationId="{D919235E-F2C6-38EF-5D9C-5002ED402DD9}"/>
          </ac:spMkLst>
        </pc:spChg>
        <pc:spChg chg="add mod">
          <ac:chgData name="z z" userId="161882819154b75b" providerId="LiveId" clId="{E857BD72-A5A7-4845-87EA-1B97DB89FFC1}" dt="2024-05-19T07:14:53.005" v="3129"/>
          <ac:spMkLst>
            <pc:docMk/>
            <pc:sldMk cId="366169775" sldId="264"/>
            <ac:spMk id="24" creationId="{F8B7BBFE-52E7-9A82-7D31-F600280EA94E}"/>
          </ac:spMkLst>
        </pc:spChg>
        <pc:spChg chg="add del">
          <ac:chgData name="z z" userId="161882819154b75b" providerId="LiveId" clId="{E857BD72-A5A7-4845-87EA-1B97DB89FFC1}" dt="2024-05-19T07:16:29.147" v="3148" actId="478"/>
          <ac:spMkLst>
            <pc:docMk/>
            <pc:sldMk cId="366169775" sldId="264"/>
            <ac:spMk id="26" creationId="{208CF92A-FC48-D4EB-CF2B-7D568ADB5371}"/>
          </ac:spMkLst>
        </pc:spChg>
        <pc:spChg chg="add mod">
          <ac:chgData name="z z" userId="161882819154b75b" providerId="LiveId" clId="{E857BD72-A5A7-4845-87EA-1B97DB89FFC1}" dt="2024-05-19T07:18:04.780" v="3168" actId="1037"/>
          <ac:spMkLst>
            <pc:docMk/>
            <pc:sldMk cId="366169775" sldId="264"/>
            <ac:spMk id="27" creationId="{B1350694-9105-509B-47D2-3A1DEE1D9A2C}"/>
          </ac:spMkLst>
        </pc:spChg>
        <pc:spChg chg="add mod ord">
          <ac:chgData name="z z" userId="161882819154b75b" providerId="LiveId" clId="{E857BD72-A5A7-4845-87EA-1B97DB89FFC1}" dt="2024-05-19T07:22:31.861" v="3205" actId="167"/>
          <ac:spMkLst>
            <pc:docMk/>
            <pc:sldMk cId="366169775" sldId="264"/>
            <ac:spMk id="29" creationId="{59C7A33C-790A-23F7-297D-E75E82DA97F8}"/>
          </ac:spMkLst>
        </pc:spChg>
        <pc:spChg chg="add mod ord">
          <ac:chgData name="z z" userId="161882819154b75b" providerId="LiveId" clId="{E857BD72-A5A7-4845-87EA-1B97DB89FFC1}" dt="2024-05-19T07:22:31.861" v="3205" actId="167"/>
          <ac:spMkLst>
            <pc:docMk/>
            <pc:sldMk cId="366169775" sldId="264"/>
            <ac:spMk id="30" creationId="{BD10BE5E-8EEE-E471-AF8E-131D539D7CB3}"/>
          </ac:spMkLst>
        </pc:spChg>
        <pc:spChg chg="add mod">
          <ac:chgData name="z z" userId="161882819154b75b" providerId="LiveId" clId="{E857BD72-A5A7-4845-87EA-1B97DB89FFC1}" dt="2024-05-19T07:33:28.770" v="3423" actId="207"/>
          <ac:spMkLst>
            <pc:docMk/>
            <pc:sldMk cId="366169775" sldId="264"/>
            <ac:spMk id="31" creationId="{1546D3CC-BD61-6F98-0CEB-2C2B40E180BF}"/>
          </ac:spMkLst>
        </pc:spChg>
        <pc:spChg chg="del">
          <ac:chgData name="z z" userId="161882819154b75b" providerId="LiveId" clId="{E857BD72-A5A7-4845-87EA-1B97DB89FFC1}" dt="2024-05-19T07:14:52.237" v="3128" actId="478"/>
          <ac:spMkLst>
            <pc:docMk/>
            <pc:sldMk cId="366169775" sldId="264"/>
            <ac:spMk id="82" creationId="{13D77A91-3C3D-CE44-BD72-C27D2679E565}"/>
          </ac:spMkLst>
        </pc:spChg>
        <pc:spChg chg="del">
          <ac:chgData name="z z" userId="161882819154b75b" providerId="LiveId" clId="{E857BD72-A5A7-4845-87EA-1B97DB89FFC1}" dt="2024-05-19T07:14:52.237" v="3128" actId="478"/>
          <ac:spMkLst>
            <pc:docMk/>
            <pc:sldMk cId="366169775" sldId="264"/>
            <ac:spMk id="83" creationId="{967571C8-9CF5-ABCF-F0E6-7565A695686D}"/>
          </ac:spMkLst>
        </pc:spChg>
        <pc:spChg chg="del">
          <ac:chgData name="z z" userId="161882819154b75b" providerId="LiveId" clId="{E857BD72-A5A7-4845-87EA-1B97DB89FFC1}" dt="2024-05-19T07:14:52.237" v="3128" actId="478"/>
          <ac:spMkLst>
            <pc:docMk/>
            <pc:sldMk cId="366169775" sldId="264"/>
            <ac:spMk id="84" creationId="{D5B5647A-98FF-6D39-5565-AD8FC6121A58}"/>
          </ac:spMkLst>
        </pc:spChg>
        <pc:spChg chg="del">
          <ac:chgData name="z z" userId="161882819154b75b" providerId="LiveId" clId="{E857BD72-A5A7-4845-87EA-1B97DB89FFC1}" dt="2024-05-19T07:14:52.237" v="3128" actId="478"/>
          <ac:spMkLst>
            <pc:docMk/>
            <pc:sldMk cId="366169775" sldId="264"/>
            <ac:spMk id="85" creationId="{3B1CB2C5-32F1-577F-9817-621AC974CA1E}"/>
          </ac:spMkLst>
        </pc:spChg>
        <pc:spChg chg="del">
          <ac:chgData name="z z" userId="161882819154b75b" providerId="LiveId" clId="{E857BD72-A5A7-4845-87EA-1B97DB89FFC1}" dt="2024-05-19T07:14:52.237" v="3128" actId="478"/>
          <ac:spMkLst>
            <pc:docMk/>
            <pc:sldMk cId="366169775" sldId="264"/>
            <ac:spMk id="86" creationId="{8BBFD34D-42F1-1A30-618B-D47BD9157FFF}"/>
          </ac:spMkLst>
        </pc:spChg>
        <pc:spChg chg="del">
          <ac:chgData name="z z" userId="161882819154b75b" providerId="LiveId" clId="{E857BD72-A5A7-4845-87EA-1B97DB89FFC1}" dt="2024-05-19T07:14:52.237" v="3128" actId="478"/>
          <ac:spMkLst>
            <pc:docMk/>
            <pc:sldMk cId="366169775" sldId="264"/>
            <ac:spMk id="87" creationId="{A6363FD9-3F11-1674-9F75-4E14ED692BA7}"/>
          </ac:spMkLst>
        </pc:spChg>
        <pc:spChg chg="del">
          <ac:chgData name="z z" userId="161882819154b75b" providerId="LiveId" clId="{E857BD72-A5A7-4845-87EA-1B97DB89FFC1}" dt="2024-05-19T07:14:52.237" v="3128" actId="478"/>
          <ac:spMkLst>
            <pc:docMk/>
            <pc:sldMk cId="366169775" sldId="264"/>
            <ac:spMk id="88" creationId="{14C7E3CB-C9B2-042E-5FB9-6575E02E311D}"/>
          </ac:spMkLst>
        </pc:spChg>
        <pc:spChg chg="del">
          <ac:chgData name="z z" userId="161882819154b75b" providerId="LiveId" clId="{E857BD72-A5A7-4845-87EA-1B97DB89FFC1}" dt="2024-05-19T07:14:52.237" v="3128" actId="478"/>
          <ac:spMkLst>
            <pc:docMk/>
            <pc:sldMk cId="366169775" sldId="264"/>
            <ac:spMk id="89" creationId="{1DAA8F9C-611A-3684-FF16-314C78DB5B40}"/>
          </ac:spMkLst>
        </pc:spChg>
        <pc:spChg chg="del">
          <ac:chgData name="z z" userId="161882819154b75b" providerId="LiveId" clId="{E857BD72-A5A7-4845-87EA-1B97DB89FFC1}" dt="2024-05-19T07:14:52.237" v="3128" actId="478"/>
          <ac:spMkLst>
            <pc:docMk/>
            <pc:sldMk cId="366169775" sldId="264"/>
            <ac:spMk id="90" creationId="{1C4034A6-7ADA-C885-E869-833C37CBDF80}"/>
          </ac:spMkLst>
        </pc:spChg>
        <pc:spChg chg="del">
          <ac:chgData name="z z" userId="161882819154b75b" providerId="LiveId" clId="{E857BD72-A5A7-4845-87EA-1B97DB89FFC1}" dt="2024-05-19T07:14:52.237" v="3128" actId="478"/>
          <ac:spMkLst>
            <pc:docMk/>
            <pc:sldMk cId="366169775" sldId="264"/>
            <ac:spMk id="91" creationId="{CADC6F8B-8731-48C8-9A6D-15187582B47A}"/>
          </ac:spMkLst>
        </pc:spChg>
        <pc:spChg chg="del">
          <ac:chgData name="z z" userId="161882819154b75b" providerId="LiveId" clId="{E857BD72-A5A7-4845-87EA-1B97DB89FFC1}" dt="2024-05-19T07:14:52.237" v="3128" actId="478"/>
          <ac:spMkLst>
            <pc:docMk/>
            <pc:sldMk cId="366169775" sldId="264"/>
            <ac:spMk id="94" creationId="{1FF4DD5B-AF5B-EBF1-EDE1-AAE5276D5E79}"/>
          </ac:spMkLst>
        </pc:spChg>
        <pc:spChg chg="del">
          <ac:chgData name="z z" userId="161882819154b75b" providerId="LiveId" clId="{E857BD72-A5A7-4845-87EA-1B97DB89FFC1}" dt="2024-05-19T07:14:52.237" v="3128" actId="478"/>
          <ac:spMkLst>
            <pc:docMk/>
            <pc:sldMk cId="366169775" sldId="264"/>
            <ac:spMk id="95" creationId="{2876580C-5F85-FD56-B8D9-F67F498FBD37}"/>
          </ac:spMkLst>
        </pc:spChg>
        <pc:spChg chg="del">
          <ac:chgData name="z z" userId="161882819154b75b" providerId="LiveId" clId="{E857BD72-A5A7-4845-87EA-1B97DB89FFC1}" dt="2024-05-19T07:14:52.237" v="3128" actId="478"/>
          <ac:spMkLst>
            <pc:docMk/>
            <pc:sldMk cId="366169775" sldId="264"/>
            <ac:spMk id="96" creationId="{5291D727-248B-DE40-CDEF-BB469686531E}"/>
          </ac:spMkLst>
        </pc:spChg>
        <pc:spChg chg="del">
          <ac:chgData name="z z" userId="161882819154b75b" providerId="LiveId" clId="{E857BD72-A5A7-4845-87EA-1B97DB89FFC1}" dt="2024-05-19T07:14:52.237" v="3128" actId="478"/>
          <ac:spMkLst>
            <pc:docMk/>
            <pc:sldMk cId="366169775" sldId="264"/>
            <ac:spMk id="97" creationId="{AB5CB7D0-B58F-0048-419E-93D3A30DA8BC}"/>
          </ac:spMkLst>
        </pc:spChg>
        <pc:spChg chg="del">
          <ac:chgData name="z z" userId="161882819154b75b" providerId="LiveId" clId="{E857BD72-A5A7-4845-87EA-1B97DB89FFC1}" dt="2024-05-19T07:14:52.237" v="3128" actId="478"/>
          <ac:spMkLst>
            <pc:docMk/>
            <pc:sldMk cId="366169775" sldId="264"/>
            <ac:spMk id="98" creationId="{BDC8DFEF-F02C-DB05-9544-8E53F46865F3}"/>
          </ac:spMkLst>
        </pc:spChg>
        <pc:grpChg chg="add mod ord">
          <ac:chgData name="z z" userId="161882819154b75b" providerId="LiveId" clId="{E857BD72-A5A7-4845-87EA-1B97DB89FFC1}" dt="2024-05-19T07:22:31.861" v="3205" actId="167"/>
          <ac:grpSpMkLst>
            <pc:docMk/>
            <pc:sldMk cId="366169775" sldId="264"/>
            <ac:grpSpMk id="28" creationId="{1D3C0C96-BA45-B69C-0575-7059C521B768}"/>
          </ac:grpSpMkLst>
        </pc:grpChg>
        <pc:picChg chg="add mod ord">
          <ac:chgData name="z z" userId="161882819154b75b" providerId="LiveId" clId="{E857BD72-A5A7-4845-87EA-1B97DB89FFC1}" dt="2024-05-19T07:17:38.304" v="3158" actId="164"/>
          <ac:picMkLst>
            <pc:docMk/>
            <pc:sldMk cId="366169775" sldId="264"/>
            <ac:picMk id="25" creationId="{3B941E91-AEDA-6464-25D7-8037BF297430}"/>
          </ac:picMkLst>
        </pc:picChg>
      </pc:sldChg>
      <pc:sldChg chg="addSp delSp modSp add mod modTransition setBg delAnim">
        <pc:chgData name="z z" userId="161882819154b75b" providerId="LiveId" clId="{E857BD72-A5A7-4845-87EA-1B97DB89FFC1}" dt="2024-05-19T09:10:59.584" v="8558" actId="20577"/>
        <pc:sldMkLst>
          <pc:docMk/>
          <pc:sldMk cId="3034850634" sldId="265"/>
        </pc:sldMkLst>
        <pc:spChg chg="mod">
          <ac:chgData name="z z" userId="161882819154b75b" providerId="LiveId" clId="{E857BD72-A5A7-4845-87EA-1B97DB89FFC1}" dt="2024-05-19T07:30:58.091" v="3265" actId="1036"/>
          <ac:spMkLst>
            <pc:docMk/>
            <pc:sldMk cId="3034850634" sldId="265"/>
            <ac:spMk id="3" creationId="{1A0AF6BE-A3D5-09B8-F58B-D05E83EC4331}"/>
          </ac:spMkLst>
        </pc:spChg>
        <pc:spChg chg="mod">
          <ac:chgData name="z z" userId="161882819154b75b" providerId="LiveId" clId="{E857BD72-A5A7-4845-87EA-1B97DB89FFC1}" dt="2024-05-19T07:30:58.091" v="3265" actId="1036"/>
          <ac:spMkLst>
            <pc:docMk/>
            <pc:sldMk cId="3034850634" sldId="265"/>
            <ac:spMk id="4" creationId="{E781ABD2-13B5-5AF3-99C6-287A69EA46E1}"/>
          </ac:spMkLst>
        </pc:spChg>
        <pc:spChg chg="mod">
          <ac:chgData name="z z" userId="161882819154b75b" providerId="LiveId" clId="{E857BD72-A5A7-4845-87EA-1B97DB89FFC1}" dt="2024-05-19T07:30:58.091" v="3265" actId="1036"/>
          <ac:spMkLst>
            <pc:docMk/>
            <pc:sldMk cId="3034850634" sldId="265"/>
            <ac:spMk id="5" creationId="{D4C918DE-93C5-BA07-4BD6-0166D78110BC}"/>
          </ac:spMkLst>
        </pc:spChg>
        <pc:spChg chg="mod">
          <ac:chgData name="z z" userId="161882819154b75b" providerId="LiveId" clId="{E857BD72-A5A7-4845-87EA-1B97DB89FFC1}" dt="2024-05-19T07:30:58.091" v="3265" actId="1036"/>
          <ac:spMkLst>
            <pc:docMk/>
            <pc:sldMk cId="3034850634" sldId="265"/>
            <ac:spMk id="6" creationId="{27613ED8-716F-4E91-5D0A-FCCBA910E687}"/>
          </ac:spMkLst>
        </pc:spChg>
        <pc:spChg chg="mod">
          <ac:chgData name="z z" userId="161882819154b75b" providerId="LiveId" clId="{E857BD72-A5A7-4845-87EA-1B97DB89FFC1}" dt="2024-05-19T07:30:58.091" v="3265" actId="1036"/>
          <ac:spMkLst>
            <pc:docMk/>
            <pc:sldMk cId="3034850634" sldId="265"/>
            <ac:spMk id="7" creationId="{1711D464-6626-7CF0-67B3-52F08A174AE0}"/>
          </ac:spMkLst>
        </pc:spChg>
        <pc:spChg chg="mod">
          <ac:chgData name="z z" userId="161882819154b75b" providerId="LiveId" clId="{E857BD72-A5A7-4845-87EA-1B97DB89FFC1}" dt="2024-05-19T07:30:58.091" v="3265" actId="1036"/>
          <ac:spMkLst>
            <pc:docMk/>
            <pc:sldMk cId="3034850634" sldId="265"/>
            <ac:spMk id="8" creationId="{F0551105-1B67-7194-3B89-7678B227CA6B}"/>
          </ac:spMkLst>
        </pc:spChg>
        <pc:spChg chg="add mod">
          <ac:chgData name="z z" userId="161882819154b75b" providerId="LiveId" clId="{E857BD72-A5A7-4845-87EA-1B97DB89FFC1}" dt="2024-05-19T07:33:50.282" v="3426" actId="1076"/>
          <ac:spMkLst>
            <pc:docMk/>
            <pc:sldMk cId="3034850634" sldId="265"/>
            <ac:spMk id="9" creationId="{4EDE7D3B-F5EE-4F13-227D-EEDDB501D3BB}"/>
          </ac:spMkLst>
        </pc:spChg>
        <pc:spChg chg="mod">
          <ac:chgData name="z z" userId="161882819154b75b" providerId="LiveId" clId="{E857BD72-A5A7-4845-87EA-1B97DB89FFC1}" dt="2024-05-19T09:10:59.584" v="8558" actId="20577"/>
          <ac:spMkLst>
            <pc:docMk/>
            <pc:sldMk cId="3034850634" sldId="265"/>
            <ac:spMk id="11" creationId="{01D0C114-722D-725D-9953-FD7AA326D3D3}"/>
          </ac:spMkLst>
        </pc:spChg>
        <pc:spChg chg="add del mod">
          <ac:chgData name="z z" userId="161882819154b75b" providerId="LiveId" clId="{E857BD72-A5A7-4845-87EA-1B97DB89FFC1}" dt="2024-05-19T07:36:19.393" v="3486" actId="478"/>
          <ac:spMkLst>
            <pc:docMk/>
            <pc:sldMk cId="3034850634" sldId="265"/>
            <ac:spMk id="14" creationId="{3C8C5DA0-A2C2-EE04-71D1-22DAB111F5E1}"/>
          </ac:spMkLst>
        </pc:spChg>
        <pc:spChg chg="add del mod">
          <ac:chgData name="z z" userId="161882819154b75b" providerId="LiveId" clId="{E857BD72-A5A7-4845-87EA-1B97DB89FFC1}" dt="2024-05-19T07:37:18.895" v="3546" actId="478"/>
          <ac:spMkLst>
            <pc:docMk/>
            <pc:sldMk cId="3034850634" sldId="265"/>
            <ac:spMk id="15" creationId="{AC5239F5-0223-04E2-33B7-55ADD350A609}"/>
          </ac:spMkLst>
        </pc:spChg>
        <pc:spChg chg="add del mod">
          <ac:chgData name="z z" userId="161882819154b75b" providerId="LiveId" clId="{E857BD72-A5A7-4845-87EA-1B97DB89FFC1}" dt="2024-05-19T07:37:18.895" v="3546" actId="478"/>
          <ac:spMkLst>
            <pc:docMk/>
            <pc:sldMk cId="3034850634" sldId="265"/>
            <ac:spMk id="16" creationId="{C511D73A-B7CE-3A91-8173-0A4BC2DEB95B}"/>
          </ac:spMkLst>
        </pc:spChg>
        <pc:spChg chg="mod">
          <ac:chgData name="z z" userId="161882819154b75b" providerId="LiveId" clId="{E857BD72-A5A7-4845-87EA-1B97DB89FFC1}" dt="2024-05-19T07:30:58.091" v="3265" actId="1036"/>
          <ac:spMkLst>
            <pc:docMk/>
            <pc:sldMk cId="3034850634" sldId="265"/>
            <ac:spMk id="17" creationId="{8AAA38CF-9B90-B470-0722-7BCD8D504938}"/>
          </ac:spMkLst>
        </pc:spChg>
        <pc:spChg chg="mod">
          <ac:chgData name="z z" userId="161882819154b75b" providerId="LiveId" clId="{E857BD72-A5A7-4845-87EA-1B97DB89FFC1}" dt="2024-05-19T07:30:58.091" v="3265" actId="1036"/>
          <ac:spMkLst>
            <pc:docMk/>
            <pc:sldMk cId="3034850634" sldId="265"/>
            <ac:spMk id="18" creationId="{33FC5A09-EDEA-DA18-B9BE-CACC35039D60}"/>
          </ac:spMkLst>
        </pc:spChg>
        <pc:spChg chg="mod">
          <ac:chgData name="z z" userId="161882819154b75b" providerId="LiveId" clId="{E857BD72-A5A7-4845-87EA-1B97DB89FFC1}" dt="2024-05-19T07:30:58.091" v="3265" actId="1036"/>
          <ac:spMkLst>
            <pc:docMk/>
            <pc:sldMk cId="3034850634" sldId="265"/>
            <ac:spMk id="19" creationId="{35975F07-B851-E789-D940-05B646B2A440}"/>
          </ac:spMkLst>
        </pc:spChg>
        <pc:spChg chg="mod">
          <ac:chgData name="z z" userId="161882819154b75b" providerId="LiveId" clId="{E857BD72-A5A7-4845-87EA-1B97DB89FFC1}" dt="2024-05-19T07:30:58.091" v="3265" actId="1036"/>
          <ac:spMkLst>
            <pc:docMk/>
            <pc:sldMk cId="3034850634" sldId="265"/>
            <ac:spMk id="20" creationId="{B5A7A2BA-575A-F6C9-45B1-4215E1345FE3}"/>
          </ac:spMkLst>
        </pc:spChg>
        <pc:spChg chg="mod">
          <ac:chgData name="z z" userId="161882819154b75b" providerId="LiveId" clId="{E857BD72-A5A7-4845-87EA-1B97DB89FFC1}" dt="2024-05-19T07:30:58.091" v="3265" actId="1036"/>
          <ac:spMkLst>
            <pc:docMk/>
            <pc:sldMk cId="3034850634" sldId="265"/>
            <ac:spMk id="21" creationId="{3A707BFE-DCF5-4A30-1C2A-9D07858549AA}"/>
          </ac:spMkLst>
        </pc:spChg>
        <pc:spChg chg="mod">
          <ac:chgData name="z z" userId="161882819154b75b" providerId="LiveId" clId="{E857BD72-A5A7-4845-87EA-1B97DB89FFC1}" dt="2024-05-19T07:30:58.091" v="3265" actId="1036"/>
          <ac:spMkLst>
            <pc:docMk/>
            <pc:sldMk cId="3034850634" sldId="265"/>
            <ac:spMk id="22" creationId="{AB5F52D2-F01B-4491-67B9-317764354AA7}"/>
          </ac:spMkLst>
        </pc:spChg>
        <pc:spChg chg="mod">
          <ac:chgData name="z z" userId="161882819154b75b" providerId="LiveId" clId="{E857BD72-A5A7-4845-87EA-1B97DB89FFC1}" dt="2024-05-19T07:30:58.091" v="3265" actId="1036"/>
          <ac:spMkLst>
            <pc:docMk/>
            <pc:sldMk cId="3034850634" sldId="265"/>
            <ac:spMk id="23" creationId="{D919235E-F2C6-38EF-5D9C-5002ED402DD9}"/>
          </ac:spMkLst>
        </pc:spChg>
        <pc:spChg chg="mod">
          <ac:chgData name="z z" userId="161882819154b75b" providerId="LiveId" clId="{E857BD72-A5A7-4845-87EA-1B97DB89FFC1}" dt="2024-05-19T07:30:58.091" v="3265" actId="1036"/>
          <ac:spMkLst>
            <pc:docMk/>
            <pc:sldMk cId="3034850634" sldId="265"/>
            <ac:spMk id="24" creationId="{F8B7BBFE-52E7-9A82-7D31-F600280EA94E}"/>
          </ac:spMkLst>
        </pc:spChg>
        <pc:spChg chg="add del mod">
          <ac:chgData name="z z" userId="161882819154b75b" providerId="LiveId" clId="{E857BD72-A5A7-4845-87EA-1B97DB89FFC1}" dt="2024-05-19T07:37:18.895" v="3546" actId="478"/>
          <ac:spMkLst>
            <pc:docMk/>
            <pc:sldMk cId="3034850634" sldId="265"/>
            <ac:spMk id="26" creationId="{148AE7A1-A5B2-7EC8-1FFB-784569E6982D}"/>
          </ac:spMkLst>
        </pc:spChg>
        <pc:spChg chg="del">
          <ac:chgData name="z z" userId="161882819154b75b" providerId="LiveId" clId="{E857BD72-A5A7-4845-87EA-1B97DB89FFC1}" dt="2024-05-19T07:26:55.227" v="3223" actId="478"/>
          <ac:spMkLst>
            <pc:docMk/>
            <pc:sldMk cId="3034850634" sldId="265"/>
            <ac:spMk id="29" creationId="{59C7A33C-790A-23F7-297D-E75E82DA97F8}"/>
          </ac:spMkLst>
        </pc:spChg>
        <pc:spChg chg="del">
          <ac:chgData name="z z" userId="161882819154b75b" providerId="LiveId" clId="{E857BD72-A5A7-4845-87EA-1B97DB89FFC1}" dt="2024-05-19T07:26:56.909" v="3224" actId="478"/>
          <ac:spMkLst>
            <pc:docMk/>
            <pc:sldMk cId="3034850634" sldId="265"/>
            <ac:spMk id="30" creationId="{BD10BE5E-8EEE-E471-AF8E-131D539D7CB3}"/>
          </ac:spMkLst>
        </pc:spChg>
        <pc:spChg chg="add del mod">
          <ac:chgData name="z z" userId="161882819154b75b" providerId="LiveId" clId="{E857BD72-A5A7-4845-87EA-1B97DB89FFC1}" dt="2024-05-19T07:39:47.771" v="3650" actId="478"/>
          <ac:spMkLst>
            <pc:docMk/>
            <pc:sldMk cId="3034850634" sldId="265"/>
            <ac:spMk id="31" creationId="{8AC815D9-4384-AC62-47E8-DFB6CE8D1CF9}"/>
          </ac:spMkLst>
        </pc:spChg>
        <pc:spChg chg="add del mod">
          <ac:chgData name="z z" userId="161882819154b75b" providerId="LiveId" clId="{E857BD72-A5A7-4845-87EA-1B97DB89FFC1}" dt="2024-05-19T07:39:45.448" v="3649" actId="478"/>
          <ac:spMkLst>
            <pc:docMk/>
            <pc:sldMk cId="3034850634" sldId="265"/>
            <ac:spMk id="32" creationId="{AEC941DC-02DF-D90E-17D1-1BCD90E3A7E4}"/>
          </ac:spMkLst>
        </pc:spChg>
        <pc:spChg chg="add del mod">
          <ac:chgData name="z z" userId="161882819154b75b" providerId="LiveId" clId="{E857BD72-A5A7-4845-87EA-1B97DB89FFC1}" dt="2024-05-19T07:39:45.448" v="3649" actId="478"/>
          <ac:spMkLst>
            <pc:docMk/>
            <pc:sldMk cId="3034850634" sldId="265"/>
            <ac:spMk id="33" creationId="{C41569AB-74B0-8285-00C2-7242B3B10D1E}"/>
          </ac:spMkLst>
        </pc:spChg>
        <pc:spChg chg="add mod">
          <ac:chgData name="z z" userId="161882819154b75b" providerId="LiveId" clId="{E857BD72-A5A7-4845-87EA-1B97DB89FFC1}" dt="2024-05-19T07:39:58.005" v="3708" actId="1035"/>
          <ac:spMkLst>
            <pc:docMk/>
            <pc:sldMk cId="3034850634" sldId="265"/>
            <ac:spMk id="34" creationId="{CD236A31-7728-4F94-FD3A-2D9A83916AE6}"/>
          </ac:spMkLst>
        </pc:spChg>
        <pc:spChg chg="add mod">
          <ac:chgData name="z z" userId="161882819154b75b" providerId="LiveId" clId="{E857BD72-A5A7-4845-87EA-1B97DB89FFC1}" dt="2024-05-19T07:39:58.005" v="3708" actId="1035"/>
          <ac:spMkLst>
            <pc:docMk/>
            <pc:sldMk cId="3034850634" sldId="265"/>
            <ac:spMk id="35" creationId="{8809F86B-DDD8-925E-0850-4DE5328BB946}"/>
          </ac:spMkLst>
        </pc:spChg>
        <pc:spChg chg="add mod">
          <ac:chgData name="z z" userId="161882819154b75b" providerId="LiveId" clId="{E857BD72-A5A7-4845-87EA-1B97DB89FFC1}" dt="2024-05-19T07:39:58.005" v="3708" actId="1035"/>
          <ac:spMkLst>
            <pc:docMk/>
            <pc:sldMk cId="3034850634" sldId="265"/>
            <ac:spMk id="36" creationId="{7528C853-E331-7A0F-96C0-6EEF87D997EE}"/>
          </ac:spMkLst>
        </pc:spChg>
        <pc:grpChg chg="mod">
          <ac:chgData name="z z" userId="161882819154b75b" providerId="LiveId" clId="{E857BD72-A5A7-4845-87EA-1B97DB89FFC1}" dt="2024-05-19T07:30:58.091" v="3265" actId="1036"/>
          <ac:grpSpMkLst>
            <pc:docMk/>
            <pc:sldMk cId="3034850634" sldId="265"/>
            <ac:grpSpMk id="28" creationId="{1D3C0C96-BA45-B69C-0575-7059C521B768}"/>
          </ac:grpSpMkLst>
        </pc:grpChg>
      </pc:sldChg>
      <pc:sldChg chg="addSp modSp add mod modTransition">
        <pc:chgData name="z z" userId="161882819154b75b" providerId="LiveId" clId="{E857BD72-A5A7-4845-87EA-1B97DB89FFC1}" dt="2024-05-19T09:11:04.578" v="8566" actId="20577"/>
        <pc:sldMkLst>
          <pc:docMk/>
          <pc:sldMk cId="1011037113" sldId="266"/>
        </pc:sldMkLst>
        <pc:spChg chg="mod">
          <ac:chgData name="z z" userId="161882819154b75b" providerId="LiveId" clId="{E857BD72-A5A7-4845-87EA-1B97DB89FFC1}" dt="2024-05-19T07:42:45.093" v="3711" actId="1076"/>
          <ac:spMkLst>
            <pc:docMk/>
            <pc:sldMk cId="1011037113" sldId="266"/>
            <ac:spMk id="9" creationId="{4EDE7D3B-F5EE-4F13-227D-EEDDB501D3BB}"/>
          </ac:spMkLst>
        </pc:spChg>
        <pc:spChg chg="mod">
          <ac:chgData name="z z" userId="161882819154b75b" providerId="LiveId" clId="{E857BD72-A5A7-4845-87EA-1B97DB89FFC1}" dt="2024-05-19T09:11:04.578" v="8566" actId="20577"/>
          <ac:spMkLst>
            <pc:docMk/>
            <pc:sldMk cId="1011037113" sldId="266"/>
            <ac:spMk id="11" creationId="{01D0C114-722D-725D-9953-FD7AA326D3D3}"/>
          </ac:spMkLst>
        </pc:spChg>
        <pc:spChg chg="add mod">
          <ac:chgData name="z z" userId="161882819154b75b" providerId="LiveId" clId="{E857BD72-A5A7-4845-87EA-1B97DB89FFC1}" dt="2024-05-19T07:39:01.638" v="3597" actId="1076"/>
          <ac:spMkLst>
            <pc:docMk/>
            <pc:sldMk cId="1011037113" sldId="266"/>
            <ac:spMk id="13" creationId="{4387DE82-4E58-0C74-371E-B42EB9DA87F5}"/>
          </ac:spMkLst>
        </pc:spChg>
        <pc:spChg chg="mod">
          <ac:chgData name="z z" userId="161882819154b75b" providerId="LiveId" clId="{E857BD72-A5A7-4845-87EA-1B97DB89FFC1}" dt="2024-05-19T07:39:27.652" v="3644" actId="1037"/>
          <ac:spMkLst>
            <pc:docMk/>
            <pc:sldMk cId="1011037113" sldId="266"/>
            <ac:spMk id="14" creationId="{3C8C5DA0-A2C2-EE04-71D1-22DAB111F5E1}"/>
          </ac:spMkLst>
        </pc:spChg>
        <pc:spChg chg="add mod">
          <ac:chgData name="z z" userId="161882819154b75b" providerId="LiveId" clId="{E857BD72-A5A7-4845-87EA-1B97DB89FFC1}" dt="2024-05-19T07:39:34.862" v="3648" actId="1035"/>
          <ac:spMkLst>
            <pc:docMk/>
            <pc:sldMk cId="1011037113" sldId="266"/>
            <ac:spMk id="15" creationId="{91FBB064-68B1-E3FB-8D1C-B194045E25C3}"/>
          </ac:spMkLst>
        </pc:spChg>
        <pc:picChg chg="add mod">
          <ac:chgData name="z z" userId="161882819154b75b" providerId="LiveId" clId="{E857BD72-A5A7-4845-87EA-1B97DB89FFC1}" dt="2024-05-19T07:59:34.588" v="4016" actId="1035"/>
          <ac:picMkLst>
            <pc:docMk/>
            <pc:sldMk cId="1011037113" sldId="266"/>
            <ac:picMk id="16" creationId="{B3EF1160-DCBB-BD38-312D-7F9626106F72}"/>
          </ac:picMkLst>
        </pc:picChg>
      </pc:sldChg>
      <pc:sldChg chg="addSp delSp modSp add mod">
        <pc:chgData name="z z" userId="161882819154b75b" providerId="LiveId" clId="{E857BD72-A5A7-4845-87EA-1B97DB89FFC1}" dt="2024-05-19T09:11:09.112" v="8574" actId="20577"/>
        <pc:sldMkLst>
          <pc:docMk/>
          <pc:sldMk cId="972619586" sldId="267"/>
        </pc:sldMkLst>
        <pc:spChg chg="mod ord">
          <ac:chgData name="z z" userId="161882819154b75b" providerId="LiveId" clId="{E857BD72-A5A7-4845-87EA-1B97DB89FFC1}" dt="2024-05-19T08:42:45.696" v="6553" actId="1036"/>
          <ac:spMkLst>
            <pc:docMk/>
            <pc:sldMk cId="972619586" sldId="267"/>
            <ac:spMk id="3" creationId="{1A0AF6BE-A3D5-09B8-F58B-D05E83EC4331}"/>
          </ac:spMkLst>
        </pc:spChg>
        <pc:spChg chg="mod ord">
          <ac:chgData name="z z" userId="161882819154b75b" providerId="LiveId" clId="{E857BD72-A5A7-4845-87EA-1B97DB89FFC1}" dt="2024-05-19T08:42:45.696" v="6553" actId="1036"/>
          <ac:spMkLst>
            <pc:docMk/>
            <pc:sldMk cId="972619586" sldId="267"/>
            <ac:spMk id="4" creationId="{E781ABD2-13B5-5AF3-99C6-287A69EA46E1}"/>
          </ac:spMkLst>
        </pc:spChg>
        <pc:spChg chg="mod ord">
          <ac:chgData name="z z" userId="161882819154b75b" providerId="LiveId" clId="{E857BD72-A5A7-4845-87EA-1B97DB89FFC1}" dt="2024-05-19T08:42:45.696" v="6553" actId="1036"/>
          <ac:spMkLst>
            <pc:docMk/>
            <pc:sldMk cId="972619586" sldId="267"/>
            <ac:spMk id="5" creationId="{D4C918DE-93C5-BA07-4BD6-0166D78110BC}"/>
          </ac:spMkLst>
        </pc:spChg>
        <pc:spChg chg="mod ord">
          <ac:chgData name="z z" userId="161882819154b75b" providerId="LiveId" clId="{E857BD72-A5A7-4845-87EA-1B97DB89FFC1}" dt="2024-05-19T08:42:45.696" v="6553" actId="1036"/>
          <ac:spMkLst>
            <pc:docMk/>
            <pc:sldMk cId="972619586" sldId="267"/>
            <ac:spMk id="6" creationId="{27613ED8-716F-4E91-5D0A-FCCBA910E687}"/>
          </ac:spMkLst>
        </pc:spChg>
        <pc:spChg chg="mod ord">
          <ac:chgData name="z z" userId="161882819154b75b" providerId="LiveId" clId="{E857BD72-A5A7-4845-87EA-1B97DB89FFC1}" dt="2024-05-19T08:42:45.696" v="6553" actId="1036"/>
          <ac:spMkLst>
            <pc:docMk/>
            <pc:sldMk cId="972619586" sldId="267"/>
            <ac:spMk id="7" creationId="{1711D464-6626-7CF0-67B3-52F08A174AE0}"/>
          </ac:spMkLst>
        </pc:spChg>
        <pc:spChg chg="mod ord">
          <ac:chgData name="z z" userId="161882819154b75b" providerId="LiveId" clId="{E857BD72-A5A7-4845-87EA-1B97DB89FFC1}" dt="2024-05-19T08:42:45.696" v="6553" actId="1036"/>
          <ac:spMkLst>
            <pc:docMk/>
            <pc:sldMk cId="972619586" sldId="267"/>
            <ac:spMk id="8" creationId="{F0551105-1B67-7194-3B89-7678B227CA6B}"/>
          </ac:spMkLst>
        </pc:spChg>
        <pc:spChg chg="mod">
          <ac:chgData name="z z" userId="161882819154b75b" providerId="LiveId" clId="{E857BD72-A5A7-4845-87EA-1B97DB89FFC1}" dt="2024-05-19T07:54:20.520" v="3887" actId="1076"/>
          <ac:spMkLst>
            <pc:docMk/>
            <pc:sldMk cId="972619586" sldId="267"/>
            <ac:spMk id="9" creationId="{4EDE7D3B-F5EE-4F13-227D-EEDDB501D3BB}"/>
          </ac:spMkLst>
        </pc:spChg>
        <pc:spChg chg="mod">
          <ac:chgData name="z z" userId="161882819154b75b" providerId="LiveId" clId="{E857BD72-A5A7-4845-87EA-1B97DB89FFC1}" dt="2024-05-19T09:11:09.112" v="8574" actId="20577"/>
          <ac:spMkLst>
            <pc:docMk/>
            <pc:sldMk cId="972619586" sldId="267"/>
            <ac:spMk id="11" creationId="{01D0C114-722D-725D-9953-FD7AA326D3D3}"/>
          </ac:spMkLst>
        </pc:spChg>
        <pc:spChg chg="mod">
          <ac:chgData name="z z" userId="161882819154b75b" providerId="LiveId" clId="{E857BD72-A5A7-4845-87EA-1B97DB89FFC1}" dt="2024-05-19T07:54:45.468" v="3913" actId="1037"/>
          <ac:spMkLst>
            <pc:docMk/>
            <pc:sldMk cId="972619586" sldId="267"/>
            <ac:spMk id="13" creationId="{4387DE82-4E58-0C74-371E-B42EB9DA87F5}"/>
          </ac:spMkLst>
        </pc:spChg>
        <pc:spChg chg="mod">
          <ac:chgData name="z z" userId="161882819154b75b" providerId="LiveId" clId="{E857BD72-A5A7-4845-87EA-1B97DB89FFC1}" dt="2024-05-19T07:54:45.468" v="3913" actId="1037"/>
          <ac:spMkLst>
            <pc:docMk/>
            <pc:sldMk cId="972619586" sldId="267"/>
            <ac:spMk id="14" creationId="{3C8C5DA0-A2C2-EE04-71D1-22DAB111F5E1}"/>
          </ac:spMkLst>
        </pc:spChg>
        <pc:spChg chg="mod">
          <ac:chgData name="z z" userId="161882819154b75b" providerId="LiveId" clId="{E857BD72-A5A7-4845-87EA-1B97DB89FFC1}" dt="2024-05-19T07:54:45.468" v="3913" actId="1037"/>
          <ac:spMkLst>
            <pc:docMk/>
            <pc:sldMk cId="972619586" sldId="267"/>
            <ac:spMk id="15" creationId="{91FBB064-68B1-E3FB-8D1C-B194045E25C3}"/>
          </ac:spMkLst>
        </pc:spChg>
        <pc:spChg chg="mod ord">
          <ac:chgData name="z z" userId="161882819154b75b" providerId="LiveId" clId="{E857BD72-A5A7-4845-87EA-1B97DB89FFC1}" dt="2024-05-19T08:42:45.696" v="6553" actId="1036"/>
          <ac:spMkLst>
            <pc:docMk/>
            <pc:sldMk cId="972619586" sldId="267"/>
            <ac:spMk id="17" creationId="{8AAA38CF-9B90-B470-0722-7BCD8D504938}"/>
          </ac:spMkLst>
        </pc:spChg>
        <pc:spChg chg="mod ord">
          <ac:chgData name="z z" userId="161882819154b75b" providerId="LiveId" clId="{E857BD72-A5A7-4845-87EA-1B97DB89FFC1}" dt="2024-05-19T08:42:45.696" v="6553" actId="1036"/>
          <ac:spMkLst>
            <pc:docMk/>
            <pc:sldMk cId="972619586" sldId="267"/>
            <ac:spMk id="18" creationId="{33FC5A09-EDEA-DA18-B9BE-CACC35039D60}"/>
          </ac:spMkLst>
        </pc:spChg>
        <pc:spChg chg="mod ord">
          <ac:chgData name="z z" userId="161882819154b75b" providerId="LiveId" clId="{E857BD72-A5A7-4845-87EA-1B97DB89FFC1}" dt="2024-05-19T08:42:45.696" v="6553" actId="1036"/>
          <ac:spMkLst>
            <pc:docMk/>
            <pc:sldMk cId="972619586" sldId="267"/>
            <ac:spMk id="19" creationId="{35975F07-B851-E789-D940-05B646B2A440}"/>
          </ac:spMkLst>
        </pc:spChg>
        <pc:spChg chg="mod ord">
          <ac:chgData name="z z" userId="161882819154b75b" providerId="LiveId" clId="{E857BD72-A5A7-4845-87EA-1B97DB89FFC1}" dt="2024-05-19T08:42:45.696" v="6553" actId="1036"/>
          <ac:spMkLst>
            <pc:docMk/>
            <pc:sldMk cId="972619586" sldId="267"/>
            <ac:spMk id="20" creationId="{B5A7A2BA-575A-F6C9-45B1-4215E1345FE3}"/>
          </ac:spMkLst>
        </pc:spChg>
        <pc:spChg chg="mod ord">
          <ac:chgData name="z z" userId="161882819154b75b" providerId="LiveId" clId="{E857BD72-A5A7-4845-87EA-1B97DB89FFC1}" dt="2024-05-19T08:42:45.696" v="6553" actId="1036"/>
          <ac:spMkLst>
            <pc:docMk/>
            <pc:sldMk cId="972619586" sldId="267"/>
            <ac:spMk id="21" creationId="{3A707BFE-DCF5-4A30-1C2A-9D07858549AA}"/>
          </ac:spMkLst>
        </pc:spChg>
        <pc:spChg chg="mod ord">
          <ac:chgData name="z z" userId="161882819154b75b" providerId="LiveId" clId="{E857BD72-A5A7-4845-87EA-1B97DB89FFC1}" dt="2024-05-19T08:42:45.696" v="6553" actId="1036"/>
          <ac:spMkLst>
            <pc:docMk/>
            <pc:sldMk cId="972619586" sldId="267"/>
            <ac:spMk id="22" creationId="{AB5F52D2-F01B-4491-67B9-317764354AA7}"/>
          </ac:spMkLst>
        </pc:spChg>
        <pc:spChg chg="mod ord">
          <ac:chgData name="z z" userId="161882819154b75b" providerId="LiveId" clId="{E857BD72-A5A7-4845-87EA-1B97DB89FFC1}" dt="2024-05-19T08:42:45.696" v="6553" actId="1036"/>
          <ac:spMkLst>
            <pc:docMk/>
            <pc:sldMk cId="972619586" sldId="267"/>
            <ac:spMk id="23" creationId="{D919235E-F2C6-38EF-5D9C-5002ED402DD9}"/>
          </ac:spMkLst>
        </pc:spChg>
        <pc:spChg chg="mod ord">
          <ac:chgData name="z z" userId="161882819154b75b" providerId="LiveId" clId="{E857BD72-A5A7-4845-87EA-1B97DB89FFC1}" dt="2024-05-19T08:42:45.696" v="6553" actId="1036"/>
          <ac:spMkLst>
            <pc:docMk/>
            <pc:sldMk cId="972619586" sldId="267"/>
            <ac:spMk id="24" creationId="{F8B7BBFE-52E7-9A82-7D31-F600280EA94E}"/>
          </ac:spMkLst>
        </pc:spChg>
        <pc:grpChg chg="del">
          <ac:chgData name="z z" userId="161882819154b75b" providerId="LiveId" clId="{E857BD72-A5A7-4845-87EA-1B97DB89FFC1}" dt="2024-05-19T07:53:45.737" v="3716" actId="478"/>
          <ac:grpSpMkLst>
            <pc:docMk/>
            <pc:sldMk cId="972619586" sldId="267"/>
            <ac:grpSpMk id="28" creationId="{1D3C0C96-BA45-B69C-0575-7059C521B768}"/>
          </ac:grpSpMkLst>
        </pc:grpChg>
        <pc:picChg chg="add mod">
          <ac:chgData name="z z" userId="161882819154b75b" providerId="LiveId" clId="{E857BD72-A5A7-4845-87EA-1B97DB89FFC1}" dt="2024-05-19T07:59:24.441" v="3918" actId="1076"/>
          <ac:picMkLst>
            <pc:docMk/>
            <pc:sldMk cId="972619586" sldId="267"/>
            <ac:picMk id="26" creationId="{9F1314D9-4C68-0DA6-536B-C8EB68BB5883}"/>
          </ac:picMkLst>
        </pc:picChg>
        <pc:picChg chg="add mod">
          <ac:chgData name="z z" userId="161882819154b75b" providerId="LiveId" clId="{E857BD72-A5A7-4845-87EA-1B97DB89FFC1}" dt="2024-05-19T08:04:22.742" v="4123"/>
          <ac:picMkLst>
            <pc:docMk/>
            <pc:sldMk cId="972619586" sldId="267"/>
            <ac:picMk id="29" creationId="{1128BCDA-DCBC-0D67-7768-7C3EEC54ACC7}"/>
          </ac:picMkLst>
        </pc:picChg>
      </pc:sldChg>
      <pc:sldChg chg="addSp delSp modSp add mod delAnim modAnim">
        <pc:chgData name="z z" userId="161882819154b75b" providerId="LiveId" clId="{E857BD72-A5A7-4845-87EA-1B97DB89FFC1}" dt="2024-05-19T09:11:13.414" v="8582" actId="20577"/>
        <pc:sldMkLst>
          <pc:docMk/>
          <pc:sldMk cId="1093104912" sldId="268"/>
        </pc:sldMkLst>
        <pc:spChg chg="del">
          <ac:chgData name="z z" userId="161882819154b75b" providerId="LiveId" clId="{E857BD72-A5A7-4845-87EA-1B97DB89FFC1}" dt="2024-05-19T08:42:08.043" v="6474" actId="478"/>
          <ac:spMkLst>
            <pc:docMk/>
            <pc:sldMk cId="1093104912" sldId="268"/>
            <ac:spMk id="3" creationId="{1A0AF6BE-A3D5-09B8-F58B-D05E83EC4331}"/>
          </ac:spMkLst>
        </pc:spChg>
        <pc:spChg chg="del">
          <ac:chgData name="z z" userId="161882819154b75b" providerId="LiveId" clId="{E857BD72-A5A7-4845-87EA-1B97DB89FFC1}" dt="2024-05-19T08:42:08.043" v="6474" actId="478"/>
          <ac:spMkLst>
            <pc:docMk/>
            <pc:sldMk cId="1093104912" sldId="268"/>
            <ac:spMk id="4" creationId="{E781ABD2-13B5-5AF3-99C6-287A69EA46E1}"/>
          </ac:spMkLst>
        </pc:spChg>
        <pc:spChg chg="del">
          <ac:chgData name="z z" userId="161882819154b75b" providerId="LiveId" clId="{E857BD72-A5A7-4845-87EA-1B97DB89FFC1}" dt="2024-05-19T08:42:08.043" v="6474" actId="478"/>
          <ac:spMkLst>
            <pc:docMk/>
            <pc:sldMk cId="1093104912" sldId="268"/>
            <ac:spMk id="5" creationId="{D4C918DE-93C5-BA07-4BD6-0166D78110BC}"/>
          </ac:spMkLst>
        </pc:spChg>
        <pc:spChg chg="del">
          <ac:chgData name="z z" userId="161882819154b75b" providerId="LiveId" clId="{E857BD72-A5A7-4845-87EA-1B97DB89FFC1}" dt="2024-05-19T08:42:08.043" v="6474" actId="478"/>
          <ac:spMkLst>
            <pc:docMk/>
            <pc:sldMk cId="1093104912" sldId="268"/>
            <ac:spMk id="6" creationId="{27613ED8-716F-4E91-5D0A-FCCBA910E687}"/>
          </ac:spMkLst>
        </pc:spChg>
        <pc:spChg chg="del">
          <ac:chgData name="z z" userId="161882819154b75b" providerId="LiveId" clId="{E857BD72-A5A7-4845-87EA-1B97DB89FFC1}" dt="2024-05-19T08:42:08.043" v="6474" actId="478"/>
          <ac:spMkLst>
            <pc:docMk/>
            <pc:sldMk cId="1093104912" sldId="268"/>
            <ac:spMk id="7" creationId="{1711D464-6626-7CF0-67B3-52F08A174AE0}"/>
          </ac:spMkLst>
        </pc:spChg>
        <pc:spChg chg="del">
          <ac:chgData name="z z" userId="161882819154b75b" providerId="LiveId" clId="{E857BD72-A5A7-4845-87EA-1B97DB89FFC1}" dt="2024-05-19T08:42:08.043" v="6474" actId="478"/>
          <ac:spMkLst>
            <pc:docMk/>
            <pc:sldMk cId="1093104912" sldId="268"/>
            <ac:spMk id="8" creationId="{F0551105-1B67-7194-3B89-7678B227CA6B}"/>
          </ac:spMkLst>
        </pc:spChg>
        <pc:spChg chg="mod">
          <ac:chgData name="z z" userId="161882819154b75b" providerId="LiveId" clId="{E857BD72-A5A7-4845-87EA-1B97DB89FFC1}" dt="2024-05-19T09:11:13.414" v="8582" actId="20577"/>
          <ac:spMkLst>
            <pc:docMk/>
            <pc:sldMk cId="1093104912" sldId="268"/>
            <ac:spMk id="11" creationId="{01D0C114-722D-725D-9953-FD7AA326D3D3}"/>
          </ac:spMkLst>
        </pc:spChg>
        <pc:spChg chg="del">
          <ac:chgData name="z z" userId="161882819154b75b" providerId="LiveId" clId="{E857BD72-A5A7-4845-87EA-1B97DB89FFC1}" dt="2024-05-19T08:42:08.043" v="6474" actId="478"/>
          <ac:spMkLst>
            <pc:docMk/>
            <pc:sldMk cId="1093104912" sldId="268"/>
            <ac:spMk id="17" creationId="{8AAA38CF-9B90-B470-0722-7BCD8D504938}"/>
          </ac:spMkLst>
        </pc:spChg>
        <pc:spChg chg="del">
          <ac:chgData name="z z" userId="161882819154b75b" providerId="LiveId" clId="{E857BD72-A5A7-4845-87EA-1B97DB89FFC1}" dt="2024-05-19T08:42:08.043" v="6474" actId="478"/>
          <ac:spMkLst>
            <pc:docMk/>
            <pc:sldMk cId="1093104912" sldId="268"/>
            <ac:spMk id="18" creationId="{33FC5A09-EDEA-DA18-B9BE-CACC35039D60}"/>
          </ac:spMkLst>
        </pc:spChg>
        <pc:spChg chg="del">
          <ac:chgData name="z z" userId="161882819154b75b" providerId="LiveId" clId="{E857BD72-A5A7-4845-87EA-1B97DB89FFC1}" dt="2024-05-19T08:42:08.043" v="6474" actId="478"/>
          <ac:spMkLst>
            <pc:docMk/>
            <pc:sldMk cId="1093104912" sldId="268"/>
            <ac:spMk id="19" creationId="{35975F07-B851-E789-D940-05B646B2A440}"/>
          </ac:spMkLst>
        </pc:spChg>
        <pc:spChg chg="del">
          <ac:chgData name="z z" userId="161882819154b75b" providerId="LiveId" clId="{E857BD72-A5A7-4845-87EA-1B97DB89FFC1}" dt="2024-05-19T08:42:08.043" v="6474" actId="478"/>
          <ac:spMkLst>
            <pc:docMk/>
            <pc:sldMk cId="1093104912" sldId="268"/>
            <ac:spMk id="20" creationId="{B5A7A2BA-575A-F6C9-45B1-4215E1345FE3}"/>
          </ac:spMkLst>
        </pc:spChg>
        <pc:spChg chg="del">
          <ac:chgData name="z z" userId="161882819154b75b" providerId="LiveId" clId="{E857BD72-A5A7-4845-87EA-1B97DB89FFC1}" dt="2024-05-19T08:42:08.043" v="6474" actId="478"/>
          <ac:spMkLst>
            <pc:docMk/>
            <pc:sldMk cId="1093104912" sldId="268"/>
            <ac:spMk id="21" creationId="{3A707BFE-DCF5-4A30-1C2A-9D07858549AA}"/>
          </ac:spMkLst>
        </pc:spChg>
        <pc:spChg chg="del">
          <ac:chgData name="z z" userId="161882819154b75b" providerId="LiveId" clId="{E857BD72-A5A7-4845-87EA-1B97DB89FFC1}" dt="2024-05-19T08:42:08.043" v="6474" actId="478"/>
          <ac:spMkLst>
            <pc:docMk/>
            <pc:sldMk cId="1093104912" sldId="268"/>
            <ac:spMk id="22" creationId="{AB5F52D2-F01B-4491-67B9-317764354AA7}"/>
          </ac:spMkLst>
        </pc:spChg>
        <pc:spChg chg="del">
          <ac:chgData name="z z" userId="161882819154b75b" providerId="LiveId" clId="{E857BD72-A5A7-4845-87EA-1B97DB89FFC1}" dt="2024-05-19T08:42:08.043" v="6474" actId="478"/>
          <ac:spMkLst>
            <pc:docMk/>
            <pc:sldMk cId="1093104912" sldId="268"/>
            <ac:spMk id="23" creationId="{D919235E-F2C6-38EF-5D9C-5002ED402DD9}"/>
          </ac:spMkLst>
        </pc:spChg>
        <pc:spChg chg="del">
          <ac:chgData name="z z" userId="161882819154b75b" providerId="LiveId" clId="{E857BD72-A5A7-4845-87EA-1B97DB89FFC1}" dt="2024-05-19T08:42:08.043" v="6474" actId="478"/>
          <ac:spMkLst>
            <pc:docMk/>
            <pc:sldMk cId="1093104912" sldId="268"/>
            <ac:spMk id="24" creationId="{F8B7BBFE-52E7-9A82-7D31-F600280EA94E}"/>
          </ac:spMkLst>
        </pc:spChg>
        <pc:spChg chg="add del mod">
          <ac:chgData name="z z" userId="161882819154b75b" providerId="LiveId" clId="{E857BD72-A5A7-4845-87EA-1B97DB89FFC1}" dt="2024-05-19T08:07:12.249" v="4331" actId="478"/>
          <ac:spMkLst>
            <pc:docMk/>
            <pc:sldMk cId="1093104912" sldId="268"/>
            <ac:spMk id="27" creationId="{1FA7BB1B-7E2B-1DB2-6D6A-B0A07883F991}"/>
          </ac:spMkLst>
        </pc:spChg>
        <pc:spChg chg="add del mod">
          <ac:chgData name="z z" userId="161882819154b75b" providerId="LiveId" clId="{E857BD72-A5A7-4845-87EA-1B97DB89FFC1}" dt="2024-05-19T08:12:44.258" v="4355" actId="478"/>
          <ac:spMkLst>
            <pc:docMk/>
            <pc:sldMk cId="1093104912" sldId="268"/>
            <ac:spMk id="28" creationId="{0527679F-A614-E8F3-4C3D-73A197061F13}"/>
          </ac:spMkLst>
        </pc:spChg>
        <pc:spChg chg="add del mod">
          <ac:chgData name="z z" userId="161882819154b75b" providerId="LiveId" clId="{E857BD72-A5A7-4845-87EA-1B97DB89FFC1}" dt="2024-05-19T08:10:45.023" v="4354" actId="478"/>
          <ac:spMkLst>
            <pc:docMk/>
            <pc:sldMk cId="1093104912" sldId="268"/>
            <ac:spMk id="29" creationId="{1C72B6BF-1116-42F4-1920-F73E75285097}"/>
          </ac:spMkLst>
        </pc:spChg>
        <pc:spChg chg="add mod">
          <ac:chgData name="z z" userId="161882819154b75b" providerId="LiveId" clId="{E857BD72-A5A7-4845-87EA-1B97DB89FFC1}" dt="2024-05-19T08:25:04.249" v="5510" actId="1038"/>
          <ac:spMkLst>
            <pc:docMk/>
            <pc:sldMk cId="1093104912" sldId="268"/>
            <ac:spMk id="38" creationId="{108962EE-52B9-6CF0-BB3A-48D4B7719307}"/>
          </ac:spMkLst>
        </pc:spChg>
        <pc:spChg chg="add mod">
          <ac:chgData name="z z" userId="161882819154b75b" providerId="LiveId" clId="{E857BD72-A5A7-4845-87EA-1B97DB89FFC1}" dt="2024-05-19T08:25:04.249" v="5510" actId="1038"/>
          <ac:spMkLst>
            <pc:docMk/>
            <pc:sldMk cId="1093104912" sldId="268"/>
            <ac:spMk id="39" creationId="{6CCE1A7F-FA3B-15BF-4C6C-D61EB687BE07}"/>
          </ac:spMkLst>
        </pc:spChg>
        <pc:picChg chg="add mod ord">
          <ac:chgData name="z z" userId="161882819154b75b" providerId="LiveId" clId="{E857BD72-A5A7-4845-87EA-1B97DB89FFC1}" dt="2024-05-19T08:08:43.625" v="4349" actId="167"/>
          <ac:picMkLst>
            <pc:docMk/>
            <pc:sldMk cId="1093104912" sldId="268"/>
            <ac:picMk id="25" creationId="{C33CC922-14B2-CBDE-2BE7-D604B3A3615F}"/>
          </ac:picMkLst>
        </pc:picChg>
        <pc:picChg chg="mod">
          <ac:chgData name="z z" userId="161882819154b75b" providerId="LiveId" clId="{E857BD72-A5A7-4845-87EA-1B97DB89FFC1}" dt="2024-05-19T08:04:41.752" v="4275" actId="1038"/>
          <ac:picMkLst>
            <pc:docMk/>
            <pc:sldMk cId="1093104912" sldId="268"/>
            <ac:picMk id="26" creationId="{9F1314D9-4C68-0DA6-536B-C8EB68BB5883}"/>
          </ac:picMkLst>
        </pc:picChg>
        <pc:picChg chg="add mod">
          <ac:chgData name="z z" userId="161882819154b75b" providerId="LiveId" clId="{E857BD72-A5A7-4845-87EA-1B97DB89FFC1}" dt="2024-05-19T08:15:30.952" v="4626" actId="1076"/>
          <ac:picMkLst>
            <pc:docMk/>
            <pc:sldMk cId="1093104912" sldId="268"/>
            <ac:picMk id="30" creationId="{D1D9C069-8928-A2B2-8DE8-36E3B8FB01F5}"/>
          </ac:picMkLst>
        </pc:picChg>
        <pc:picChg chg="add mod">
          <ac:chgData name="z z" userId="161882819154b75b" providerId="LiveId" clId="{E857BD72-A5A7-4845-87EA-1B97DB89FFC1}" dt="2024-05-19T08:20:22.931" v="4912" actId="1037"/>
          <ac:picMkLst>
            <pc:docMk/>
            <pc:sldMk cId="1093104912" sldId="268"/>
            <ac:picMk id="31" creationId="{699F3E73-C136-6E53-B979-CEE70373D1C5}"/>
          </ac:picMkLst>
        </pc:picChg>
        <pc:picChg chg="add mod">
          <ac:chgData name="z z" userId="161882819154b75b" providerId="LiveId" clId="{E857BD72-A5A7-4845-87EA-1B97DB89FFC1}" dt="2024-05-19T08:20:05.671" v="4836" actId="1038"/>
          <ac:picMkLst>
            <pc:docMk/>
            <pc:sldMk cId="1093104912" sldId="268"/>
            <ac:picMk id="32" creationId="{EA02E014-D62F-2BCF-9E98-4A5BCC9FCC18}"/>
          </ac:picMkLst>
        </pc:picChg>
        <pc:picChg chg="add mod">
          <ac:chgData name="z z" userId="161882819154b75b" providerId="LiveId" clId="{E857BD72-A5A7-4845-87EA-1B97DB89FFC1}" dt="2024-05-19T08:21:00.637" v="4919" actId="1037"/>
          <ac:picMkLst>
            <pc:docMk/>
            <pc:sldMk cId="1093104912" sldId="268"/>
            <ac:picMk id="33" creationId="{B8133533-B5A6-452D-0726-65815A0FCF77}"/>
          </ac:picMkLst>
        </pc:picChg>
        <pc:picChg chg="add mod">
          <ac:chgData name="z z" userId="161882819154b75b" providerId="LiveId" clId="{E857BD72-A5A7-4845-87EA-1B97DB89FFC1}" dt="2024-05-19T08:21:08.770" v="4942" actId="1038"/>
          <ac:picMkLst>
            <pc:docMk/>
            <pc:sldMk cId="1093104912" sldId="268"/>
            <ac:picMk id="34" creationId="{7841FE8F-66D9-587A-CE10-24DF56D473CA}"/>
          </ac:picMkLst>
        </pc:picChg>
        <pc:picChg chg="add mod">
          <ac:chgData name="z z" userId="161882819154b75b" providerId="LiveId" clId="{E857BD72-A5A7-4845-87EA-1B97DB89FFC1}" dt="2024-05-19T08:21:15.831" v="4953" actId="1037"/>
          <ac:picMkLst>
            <pc:docMk/>
            <pc:sldMk cId="1093104912" sldId="268"/>
            <ac:picMk id="35" creationId="{1D10A8D8-2456-3CEB-AE0E-DAF4DE18412B}"/>
          </ac:picMkLst>
        </pc:picChg>
        <pc:picChg chg="add mod">
          <ac:chgData name="z z" userId="161882819154b75b" providerId="LiveId" clId="{E857BD72-A5A7-4845-87EA-1B97DB89FFC1}" dt="2024-05-19T08:21:21.032" v="4965" actId="1038"/>
          <ac:picMkLst>
            <pc:docMk/>
            <pc:sldMk cId="1093104912" sldId="268"/>
            <ac:picMk id="36" creationId="{85202675-D3DD-521F-8022-30E900A826C7}"/>
          </ac:picMkLst>
        </pc:picChg>
        <pc:picChg chg="add mod">
          <ac:chgData name="z z" userId="161882819154b75b" providerId="LiveId" clId="{E857BD72-A5A7-4845-87EA-1B97DB89FFC1}" dt="2024-05-19T08:21:21.032" v="4965" actId="1038"/>
          <ac:picMkLst>
            <pc:docMk/>
            <pc:sldMk cId="1093104912" sldId="268"/>
            <ac:picMk id="37" creationId="{66A11E04-4B73-F5EA-8573-293CE567085D}"/>
          </ac:picMkLst>
        </pc:picChg>
      </pc:sldChg>
      <pc:sldChg chg="addSp delSp modSp add mod modTransition">
        <pc:chgData name="z z" userId="161882819154b75b" providerId="LiveId" clId="{E857BD72-A5A7-4845-87EA-1B97DB89FFC1}" dt="2024-05-19T09:11:17.915" v="8590" actId="20577"/>
        <pc:sldMkLst>
          <pc:docMk/>
          <pc:sldMk cId="1553195285" sldId="269"/>
        </pc:sldMkLst>
        <pc:spChg chg="del">
          <ac:chgData name="z z" userId="161882819154b75b" providerId="LiveId" clId="{E857BD72-A5A7-4845-87EA-1B97DB89FFC1}" dt="2024-05-19T08:42:12.335" v="6475" actId="478"/>
          <ac:spMkLst>
            <pc:docMk/>
            <pc:sldMk cId="1553195285" sldId="269"/>
            <ac:spMk id="3" creationId="{1A0AF6BE-A3D5-09B8-F58B-D05E83EC4331}"/>
          </ac:spMkLst>
        </pc:spChg>
        <pc:spChg chg="del">
          <ac:chgData name="z z" userId="161882819154b75b" providerId="LiveId" clId="{E857BD72-A5A7-4845-87EA-1B97DB89FFC1}" dt="2024-05-19T08:42:12.335" v="6475" actId="478"/>
          <ac:spMkLst>
            <pc:docMk/>
            <pc:sldMk cId="1553195285" sldId="269"/>
            <ac:spMk id="4" creationId="{E781ABD2-13B5-5AF3-99C6-287A69EA46E1}"/>
          </ac:spMkLst>
        </pc:spChg>
        <pc:spChg chg="del">
          <ac:chgData name="z z" userId="161882819154b75b" providerId="LiveId" clId="{E857BD72-A5A7-4845-87EA-1B97DB89FFC1}" dt="2024-05-19T08:42:12.335" v="6475" actId="478"/>
          <ac:spMkLst>
            <pc:docMk/>
            <pc:sldMk cId="1553195285" sldId="269"/>
            <ac:spMk id="5" creationId="{D4C918DE-93C5-BA07-4BD6-0166D78110BC}"/>
          </ac:spMkLst>
        </pc:spChg>
        <pc:spChg chg="del">
          <ac:chgData name="z z" userId="161882819154b75b" providerId="LiveId" clId="{E857BD72-A5A7-4845-87EA-1B97DB89FFC1}" dt="2024-05-19T08:42:12.335" v="6475" actId="478"/>
          <ac:spMkLst>
            <pc:docMk/>
            <pc:sldMk cId="1553195285" sldId="269"/>
            <ac:spMk id="6" creationId="{27613ED8-716F-4E91-5D0A-FCCBA910E687}"/>
          </ac:spMkLst>
        </pc:spChg>
        <pc:spChg chg="del">
          <ac:chgData name="z z" userId="161882819154b75b" providerId="LiveId" clId="{E857BD72-A5A7-4845-87EA-1B97DB89FFC1}" dt="2024-05-19T08:42:12.335" v="6475" actId="478"/>
          <ac:spMkLst>
            <pc:docMk/>
            <pc:sldMk cId="1553195285" sldId="269"/>
            <ac:spMk id="7" creationId="{1711D464-6626-7CF0-67B3-52F08A174AE0}"/>
          </ac:spMkLst>
        </pc:spChg>
        <pc:spChg chg="del">
          <ac:chgData name="z z" userId="161882819154b75b" providerId="LiveId" clId="{E857BD72-A5A7-4845-87EA-1B97DB89FFC1}" dt="2024-05-19T08:42:12.335" v="6475" actId="478"/>
          <ac:spMkLst>
            <pc:docMk/>
            <pc:sldMk cId="1553195285" sldId="269"/>
            <ac:spMk id="8" creationId="{F0551105-1B67-7194-3B89-7678B227CA6B}"/>
          </ac:spMkLst>
        </pc:spChg>
        <pc:spChg chg="mod">
          <ac:chgData name="z z" userId="161882819154b75b" providerId="LiveId" clId="{E857BD72-A5A7-4845-87EA-1B97DB89FFC1}" dt="2024-05-19T08:23:14.583" v="5168" actId="1037"/>
          <ac:spMkLst>
            <pc:docMk/>
            <pc:sldMk cId="1553195285" sldId="269"/>
            <ac:spMk id="9" creationId="{4EDE7D3B-F5EE-4F13-227D-EEDDB501D3BB}"/>
          </ac:spMkLst>
        </pc:spChg>
        <pc:spChg chg="mod">
          <ac:chgData name="z z" userId="161882819154b75b" providerId="LiveId" clId="{E857BD72-A5A7-4845-87EA-1B97DB89FFC1}" dt="2024-05-19T09:11:17.915" v="8590" actId="20577"/>
          <ac:spMkLst>
            <pc:docMk/>
            <pc:sldMk cId="1553195285" sldId="269"/>
            <ac:spMk id="11" creationId="{01D0C114-722D-725D-9953-FD7AA326D3D3}"/>
          </ac:spMkLst>
        </pc:spChg>
        <pc:spChg chg="mod">
          <ac:chgData name="z z" userId="161882819154b75b" providerId="LiveId" clId="{E857BD72-A5A7-4845-87EA-1B97DB89FFC1}" dt="2024-05-19T08:23:14.583" v="5168" actId="1037"/>
          <ac:spMkLst>
            <pc:docMk/>
            <pc:sldMk cId="1553195285" sldId="269"/>
            <ac:spMk id="13" creationId="{4387DE82-4E58-0C74-371E-B42EB9DA87F5}"/>
          </ac:spMkLst>
        </pc:spChg>
        <pc:spChg chg="mod">
          <ac:chgData name="z z" userId="161882819154b75b" providerId="LiveId" clId="{E857BD72-A5A7-4845-87EA-1B97DB89FFC1}" dt="2024-05-19T08:23:14.583" v="5168" actId="1037"/>
          <ac:spMkLst>
            <pc:docMk/>
            <pc:sldMk cId="1553195285" sldId="269"/>
            <ac:spMk id="14" creationId="{3C8C5DA0-A2C2-EE04-71D1-22DAB111F5E1}"/>
          </ac:spMkLst>
        </pc:spChg>
        <pc:spChg chg="mod">
          <ac:chgData name="z z" userId="161882819154b75b" providerId="LiveId" clId="{E857BD72-A5A7-4845-87EA-1B97DB89FFC1}" dt="2024-05-19T08:23:14.583" v="5168" actId="1037"/>
          <ac:spMkLst>
            <pc:docMk/>
            <pc:sldMk cId="1553195285" sldId="269"/>
            <ac:spMk id="15" creationId="{91FBB064-68B1-E3FB-8D1C-B194045E25C3}"/>
          </ac:spMkLst>
        </pc:spChg>
        <pc:spChg chg="del">
          <ac:chgData name="z z" userId="161882819154b75b" providerId="LiveId" clId="{E857BD72-A5A7-4845-87EA-1B97DB89FFC1}" dt="2024-05-19T08:42:12.335" v="6475" actId="478"/>
          <ac:spMkLst>
            <pc:docMk/>
            <pc:sldMk cId="1553195285" sldId="269"/>
            <ac:spMk id="17" creationId="{8AAA38CF-9B90-B470-0722-7BCD8D504938}"/>
          </ac:spMkLst>
        </pc:spChg>
        <pc:spChg chg="del">
          <ac:chgData name="z z" userId="161882819154b75b" providerId="LiveId" clId="{E857BD72-A5A7-4845-87EA-1B97DB89FFC1}" dt="2024-05-19T08:42:12.335" v="6475" actId="478"/>
          <ac:spMkLst>
            <pc:docMk/>
            <pc:sldMk cId="1553195285" sldId="269"/>
            <ac:spMk id="18" creationId="{33FC5A09-EDEA-DA18-B9BE-CACC35039D60}"/>
          </ac:spMkLst>
        </pc:spChg>
        <pc:spChg chg="del">
          <ac:chgData name="z z" userId="161882819154b75b" providerId="LiveId" clId="{E857BD72-A5A7-4845-87EA-1B97DB89FFC1}" dt="2024-05-19T08:42:12.335" v="6475" actId="478"/>
          <ac:spMkLst>
            <pc:docMk/>
            <pc:sldMk cId="1553195285" sldId="269"/>
            <ac:spMk id="19" creationId="{35975F07-B851-E789-D940-05B646B2A440}"/>
          </ac:spMkLst>
        </pc:spChg>
        <pc:spChg chg="del">
          <ac:chgData name="z z" userId="161882819154b75b" providerId="LiveId" clId="{E857BD72-A5A7-4845-87EA-1B97DB89FFC1}" dt="2024-05-19T08:42:12.335" v="6475" actId="478"/>
          <ac:spMkLst>
            <pc:docMk/>
            <pc:sldMk cId="1553195285" sldId="269"/>
            <ac:spMk id="20" creationId="{B5A7A2BA-575A-F6C9-45B1-4215E1345FE3}"/>
          </ac:spMkLst>
        </pc:spChg>
        <pc:spChg chg="del">
          <ac:chgData name="z z" userId="161882819154b75b" providerId="LiveId" clId="{E857BD72-A5A7-4845-87EA-1B97DB89FFC1}" dt="2024-05-19T08:42:12.335" v="6475" actId="478"/>
          <ac:spMkLst>
            <pc:docMk/>
            <pc:sldMk cId="1553195285" sldId="269"/>
            <ac:spMk id="21" creationId="{3A707BFE-DCF5-4A30-1C2A-9D07858549AA}"/>
          </ac:spMkLst>
        </pc:spChg>
        <pc:spChg chg="del">
          <ac:chgData name="z z" userId="161882819154b75b" providerId="LiveId" clId="{E857BD72-A5A7-4845-87EA-1B97DB89FFC1}" dt="2024-05-19T08:42:12.335" v="6475" actId="478"/>
          <ac:spMkLst>
            <pc:docMk/>
            <pc:sldMk cId="1553195285" sldId="269"/>
            <ac:spMk id="22" creationId="{AB5F52D2-F01B-4491-67B9-317764354AA7}"/>
          </ac:spMkLst>
        </pc:spChg>
        <pc:spChg chg="del">
          <ac:chgData name="z z" userId="161882819154b75b" providerId="LiveId" clId="{E857BD72-A5A7-4845-87EA-1B97DB89FFC1}" dt="2024-05-19T08:42:12.335" v="6475" actId="478"/>
          <ac:spMkLst>
            <pc:docMk/>
            <pc:sldMk cId="1553195285" sldId="269"/>
            <ac:spMk id="23" creationId="{D919235E-F2C6-38EF-5D9C-5002ED402DD9}"/>
          </ac:spMkLst>
        </pc:spChg>
        <pc:spChg chg="del">
          <ac:chgData name="z z" userId="161882819154b75b" providerId="LiveId" clId="{E857BD72-A5A7-4845-87EA-1B97DB89FFC1}" dt="2024-05-19T08:42:12.335" v="6475" actId="478"/>
          <ac:spMkLst>
            <pc:docMk/>
            <pc:sldMk cId="1553195285" sldId="269"/>
            <ac:spMk id="24" creationId="{F8B7BBFE-52E7-9A82-7D31-F600280EA94E}"/>
          </ac:spMkLst>
        </pc:spChg>
        <pc:spChg chg="add mod">
          <ac:chgData name="z z" userId="161882819154b75b" providerId="LiveId" clId="{E857BD72-A5A7-4845-87EA-1B97DB89FFC1}" dt="2024-05-19T08:23:31.847" v="5184" actId="1038"/>
          <ac:spMkLst>
            <pc:docMk/>
            <pc:sldMk cId="1553195285" sldId="269"/>
            <ac:spMk id="34" creationId="{2FA3297A-BCFD-D2F1-728C-141240CF5AD7}"/>
          </ac:spMkLst>
        </pc:spChg>
        <pc:spChg chg="add mod">
          <ac:chgData name="z z" userId="161882819154b75b" providerId="LiveId" clId="{E857BD72-A5A7-4845-87EA-1B97DB89FFC1}" dt="2024-05-19T08:23:31.847" v="5184" actId="1038"/>
          <ac:spMkLst>
            <pc:docMk/>
            <pc:sldMk cId="1553195285" sldId="269"/>
            <ac:spMk id="35" creationId="{3E5B53A3-FD8E-08FC-86AB-17E5AC87494D}"/>
          </ac:spMkLst>
        </pc:spChg>
        <pc:spChg chg="add mod">
          <ac:chgData name="z z" userId="161882819154b75b" providerId="LiveId" clId="{E857BD72-A5A7-4845-87EA-1B97DB89FFC1}" dt="2024-05-19T08:23:31.847" v="5184" actId="1038"/>
          <ac:spMkLst>
            <pc:docMk/>
            <pc:sldMk cId="1553195285" sldId="269"/>
            <ac:spMk id="36" creationId="{D9472A9D-F2E6-1DA1-51CF-7D3B0242BDC3}"/>
          </ac:spMkLst>
        </pc:spChg>
        <pc:spChg chg="add mod">
          <ac:chgData name="z z" userId="161882819154b75b" providerId="LiveId" clId="{E857BD72-A5A7-4845-87EA-1B97DB89FFC1}" dt="2024-05-19T08:23:31.847" v="5184" actId="1038"/>
          <ac:spMkLst>
            <pc:docMk/>
            <pc:sldMk cId="1553195285" sldId="269"/>
            <ac:spMk id="37" creationId="{66ADB6F6-686E-39F6-2C45-CBDF5F88DF39}"/>
          </ac:spMkLst>
        </pc:spChg>
        <pc:spChg chg="add mod">
          <ac:chgData name="z z" userId="161882819154b75b" providerId="LiveId" clId="{E857BD72-A5A7-4845-87EA-1B97DB89FFC1}" dt="2024-05-19T08:24:39.955" v="5272" actId="14100"/>
          <ac:spMkLst>
            <pc:docMk/>
            <pc:sldMk cId="1553195285" sldId="269"/>
            <ac:spMk id="38" creationId="{9A7DB140-0666-4BDF-E6DC-C5369CB52D89}"/>
          </ac:spMkLst>
        </pc:spChg>
        <pc:spChg chg="add del mod">
          <ac:chgData name="z z" userId="161882819154b75b" providerId="LiveId" clId="{E857BD72-A5A7-4845-87EA-1B97DB89FFC1}" dt="2024-05-19T08:24:19.425" v="5234" actId="478"/>
          <ac:spMkLst>
            <pc:docMk/>
            <pc:sldMk cId="1553195285" sldId="269"/>
            <ac:spMk id="39" creationId="{612D609D-5B7A-6ACD-557C-A06735D44B1A}"/>
          </ac:spMkLst>
        </pc:spChg>
        <pc:spChg chg="add mod">
          <ac:chgData name="z z" userId="161882819154b75b" providerId="LiveId" clId="{E857BD72-A5A7-4845-87EA-1B97DB89FFC1}" dt="2024-05-19T08:24:45.027" v="5273" actId="1076"/>
          <ac:spMkLst>
            <pc:docMk/>
            <pc:sldMk cId="1553195285" sldId="269"/>
            <ac:spMk id="40" creationId="{453C2B1F-C34C-5878-EC2A-00FCD6383563}"/>
          </ac:spMkLst>
        </pc:spChg>
        <pc:spChg chg="add del mod">
          <ac:chgData name="z z" userId="161882819154b75b" providerId="LiveId" clId="{E857BD72-A5A7-4845-87EA-1B97DB89FFC1}" dt="2024-05-19T08:24:19.425" v="5234" actId="478"/>
          <ac:spMkLst>
            <pc:docMk/>
            <pc:sldMk cId="1553195285" sldId="269"/>
            <ac:spMk id="41" creationId="{2C58AF19-678C-F855-9839-3FFBFD10DA9D}"/>
          </ac:spMkLst>
        </pc:spChg>
        <pc:spChg chg="add mod">
          <ac:chgData name="z z" userId="161882819154b75b" providerId="LiveId" clId="{E857BD72-A5A7-4845-87EA-1B97DB89FFC1}" dt="2024-05-19T08:47:45.804" v="6638" actId="1038"/>
          <ac:spMkLst>
            <pc:docMk/>
            <pc:sldMk cId="1553195285" sldId="269"/>
            <ac:spMk id="45" creationId="{612A5CFE-A17F-5C41-7688-FC0ACD46B431}"/>
          </ac:spMkLst>
        </pc:spChg>
        <pc:spChg chg="add mod">
          <ac:chgData name="z z" userId="161882819154b75b" providerId="LiveId" clId="{E857BD72-A5A7-4845-87EA-1B97DB89FFC1}" dt="2024-05-19T08:47:45.804" v="6638" actId="1038"/>
          <ac:spMkLst>
            <pc:docMk/>
            <pc:sldMk cId="1553195285" sldId="269"/>
            <ac:spMk id="46" creationId="{5F2D9A94-1182-82FC-5574-834B09582CCC}"/>
          </ac:spMkLst>
        </pc:spChg>
        <pc:picChg chg="add mod">
          <ac:chgData name="z z" userId="161882819154b75b" providerId="LiveId" clId="{E857BD72-A5A7-4845-87EA-1B97DB89FFC1}" dt="2024-05-19T08:19:45.905" v="4788" actId="1038"/>
          <ac:picMkLst>
            <pc:docMk/>
            <pc:sldMk cId="1553195285" sldId="269"/>
            <ac:picMk id="16" creationId="{15EFB846-80AE-46C5-9E2B-BFB2BE1B0AB8}"/>
          </ac:picMkLst>
        </pc:picChg>
        <pc:picChg chg="mod">
          <ac:chgData name="z z" userId="161882819154b75b" providerId="LiveId" clId="{E857BD72-A5A7-4845-87EA-1B97DB89FFC1}" dt="2024-05-19T08:13:54.028" v="4614" actId="1037"/>
          <ac:picMkLst>
            <pc:docMk/>
            <pc:sldMk cId="1553195285" sldId="269"/>
            <ac:picMk id="25" creationId="{C33CC922-14B2-CBDE-2BE7-D604B3A3615F}"/>
          </ac:picMkLst>
        </pc:picChg>
        <pc:picChg chg="mod">
          <ac:chgData name="z z" userId="161882819154b75b" providerId="LiveId" clId="{E857BD72-A5A7-4845-87EA-1B97DB89FFC1}" dt="2024-05-19T08:13:46.776" v="4551" actId="1037"/>
          <ac:picMkLst>
            <pc:docMk/>
            <pc:sldMk cId="1553195285" sldId="269"/>
            <ac:picMk id="26" creationId="{9F1314D9-4C68-0DA6-536B-C8EB68BB5883}"/>
          </ac:picMkLst>
        </pc:picChg>
        <pc:picChg chg="add mod">
          <ac:chgData name="z z" userId="161882819154b75b" providerId="LiveId" clId="{E857BD72-A5A7-4845-87EA-1B97DB89FFC1}" dt="2024-05-19T08:19:45.905" v="4788" actId="1038"/>
          <ac:picMkLst>
            <pc:docMk/>
            <pc:sldMk cId="1553195285" sldId="269"/>
            <ac:picMk id="27" creationId="{0C87A949-CBCC-C490-B129-CF63650568A2}"/>
          </ac:picMkLst>
        </pc:picChg>
        <pc:picChg chg="add mod">
          <ac:chgData name="z z" userId="161882819154b75b" providerId="LiveId" clId="{E857BD72-A5A7-4845-87EA-1B97DB89FFC1}" dt="2024-05-19T08:19:45.905" v="4788" actId="1038"/>
          <ac:picMkLst>
            <pc:docMk/>
            <pc:sldMk cId="1553195285" sldId="269"/>
            <ac:picMk id="28" creationId="{88E82D5D-2A70-E248-4F0E-5E16A7FB6E82}"/>
          </ac:picMkLst>
        </pc:picChg>
        <pc:picChg chg="add mod">
          <ac:chgData name="z z" userId="161882819154b75b" providerId="LiveId" clId="{E857BD72-A5A7-4845-87EA-1B97DB89FFC1}" dt="2024-05-19T08:19:45.905" v="4788" actId="1038"/>
          <ac:picMkLst>
            <pc:docMk/>
            <pc:sldMk cId="1553195285" sldId="269"/>
            <ac:picMk id="29" creationId="{251D6755-B880-3CE5-F211-2396584203F1}"/>
          </ac:picMkLst>
        </pc:picChg>
        <pc:picChg chg="add mod">
          <ac:chgData name="z z" userId="161882819154b75b" providerId="LiveId" clId="{E857BD72-A5A7-4845-87EA-1B97DB89FFC1}" dt="2024-05-19T08:19:45.905" v="4788" actId="1038"/>
          <ac:picMkLst>
            <pc:docMk/>
            <pc:sldMk cId="1553195285" sldId="269"/>
            <ac:picMk id="30" creationId="{C1A6971D-439A-022D-21B1-9A0C5490FE20}"/>
          </ac:picMkLst>
        </pc:picChg>
        <pc:picChg chg="add mod">
          <ac:chgData name="z z" userId="161882819154b75b" providerId="LiveId" clId="{E857BD72-A5A7-4845-87EA-1B97DB89FFC1}" dt="2024-05-19T08:19:45.905" v="4788" actId="1038"/>
          <ac:picMkLst>
            <pc:docMk/>
            <pc:sldMk cId="1553195285" sldId="269"/>
            <ac:picMk id="31" creationId="{C9913050-EA92-9A6F-2B93-728AA7E4031B}"/>
          </ac:picMkLst>
        </pc:picChg>
        <pc:picChg chg="add mod">
          <ac:chgData name="z z" userId="161882819154b75b" providerId="LiveId" clId="{E857BD72-A5A7-4845-87EA-1B97DB89FFC1}" dt="2024-05-19T08:19:45.905" v="4788" actId="1038"/>
          <ac:picMkLst>
            <pc:docMk/>
            <pc:sldMk cId="1553195285" sldId="269"/>
            <ac:picMk id="32" creationId="{70A8239F-F52E-F898-BA83-F82E1A47730F}"/>
          </ac:picMkLst>
        </pc:picChg>
        <pc:picChg chg="add mod">
          <ac:chgData name="z z" userId="161882819154b75b" providerId="LiveId" clId="{E857BD72-A5A7-4845-87EA-1B97DB89FFC1}" dt="2024-05-19T08:19:45.905" v="4788" actId="1038"/>
          <ac:picMkLst>
            <pc:docMk/>
            <pc:sldMk cId="1553195285" sldId="269"/>
            <ac:picMk id="33" creationId="{2134A1C7-CA89-ADCF-0EE2-BE9B46B9308A}"/>
          </ac:picMkLst>
        </pc:picChg>
        <pc:picChg chg="add del mod">
          <ac:chgData name="z z" userId="161882819154b75b" providerId="LiveId" clId="{E857BD72-A5A7-4845-87EA-1B97DB89FFC1}" dt="2024-05-19T08:38:09.029" v="6113" actId="478"/>
          <ac:picMkLst>
            <pc:docMk/>
            <pc:sldMk cId="1553195285" sldId="269"/>
            <ac:picMk id="42" creationId="{E1C8ED5B-D32A-5F14-A040-DC47F280756A}"/>
          </ac:picMkLst>
        </pc:picChg>
        <pc:picChg chg="add mod">
          <ac:chgData name="z z" userId="161882819154b75b" providerId="LiveId" clId="{E857BD72-A5A7-4845-87EA-1B97DB89FFC1}" dt="2024-05-19T08:47:30.330" v="6587" actId="1038"/>
          <ac:picMkLst>
            <pc:docMk/>
            <pc:sldMk cId="1553195285" sldId="269"/>
            <ac:picMk id="43" creationId="{F7113D7A-952C-C148-CB60-12A0E50B85C8}"/>
          </ac:picMkLst>
        </pc:picChg>
        <pc:picChg chg="add mod">
          <ac:chgData name="z z" userId="161882819154b75b" providerId="LiveId" clId="{E857BD72-A5A7-4845-87EA-1B97DB89FFC1}" dt="2024-05-19T08:38:09.334" v="6114"/>
          <ac:picMkLst>
            <pc:docMk/>
            <pc:sldMk cId="1553195285" sldId="269"/>
            <ac:picMk id="44" creationId="{FCAEFED6-EDF3-AD03-80D9-571B531705A5}"/>
          </ac:picMkLst>
        </pc:picChg>
      </pc:sldChg>
      <pc:sldChg chg="addSp delSp modSp add mod modTransition">
        <pc:chgData name="z z" userId="161882819154b75b" providerId="LiveId" clId="{E857BD72-A5A7-4845-87EA-1B97DB89FFC1}" dt="2024-05-19T09:11:29.514" v="8610" actId="20577"/>
        <pc:sldMkLst>
          <pc:docMk/>
          <pc:sldMk cId="3622404836" sldId="270"/>
        </pc:sldMkLst>
        <pc:spChg chg="del">
          <ac:chgData name="z z" userId="161882819154b75b" providerId="LiveId" clId="{E857BD72-A5A7-4845-87EA-1B97DB89FFC1}" dt="2024-05-19T08:42:16.444" v="6476" actId="478"/>
          <ac:spMkLst>
            <pc:docMk/>
            <pc:sldMk cId="3622404836" sldId="270"/>
            <ac:spMk id="3" creationId="{1A0AF6BE-A3D5-09B8-F58B-D05E83EC4331}"/>
          </ac:spMkLst>
        </pc:spChg>
        <pc:spChg chg="del">
          <ac:chgData name="z z" userId="161882819154b75b" providerId="LiveId" clId="{E857BD72-A5A7-4845-87EA-1B97DB89FFC1}" dt="2024-05-19T08:42:16.444" v="6476" actId="478"/>
          <ac:spMkLst>
            <pc:docMk/>
            <pc:sldMk cId="3622404836" sldId="270"/>
            <ac:spMk id="4" creationId="{E781ABD2-13B5-5AF3-99C6-287A69EA46E1}"/>
          </ac:spMkLst>
        </pc:spChg>
        <pc:spChg chg="del">
          <ac:chgData name="z z" userId="161882819154b75b" providerId="LiveId" clId="{E857BD72-A5A7-4845-87EA-1B97DB89FFC1}" dt="2024-05-19T08:42:16.444" v="6476" actId="478"/>
          <ac:spMkLst>
            <pc:docMk/>
            <pc:sldMk cId="3622404836" sldId="270"/>
            <ac:spMk id="5" creationId="{D4C918DE-93C5-BA07-4BD6-0166D78110BC}"/>
          </ac:spMkLst>
        </pc:spChg>
        <pc:spChg chg="del">
          <ac:chgData name="z z" userId="161882819154b75b" providerId="LiveId" clId="{E857BD72-A5A7-4845-87EA-1B97DB89FFC1}" dt="2024-05-19T08:42:16.444" v="6476" actId="478"/>
          <ac:spMkLst>
            <pc:docMk/>
            <pc:sldMk cId="3622404836" sldId="270"/>
            <ac:spMk id="6" creationId="{27613ED8-716F-4E91-5D0A-FCCBA910E687}"/>
          </ac:spMkLst>
        </pc:spChg>
        <pc:spChg chg="del">
          <ac:chgData name="z z" userId="161882819154b75b" providerId="LiveId" clId="{E857BD72-A5A7-4845-87EA-1B97DB89FFC1}" dt="2024-05-19T08:42:16.444" v="6476" actId="478"/>
          <ac:spMkLst>
            <pc:docMk/>
            <pc:sldMk cId="3622404836" sldId="270"/>
            <ac:spMk id="7" creationId="{1711D464-6626-7CF0-67B3-52F08A174AE0}"/>
          </ac:spMkLst>
        </pc:spChg>
        <pc:spChg chg="del">
          <ac:chgData name="z z" userId="161882819154b75b" providerId="LiveId" clId="{E857BD72-A5A7-4845-87EA-1B97DB89FFC1}" dt="2024-05-19T08:42:16.444" v="6476" actId="478"/>
          <ac:spMkLst>
            <pc:docMk/>
            <pc:sldMk cId="3622404836" sldId="270"/>
            <ac:spMk id="8" creationId="{F0551105-1B67-7194-3B89-7678B227CA6B}"/>
          </ac:spMkLst>
        </pc:spChg>
        <pc:spChg chg="del">
          <ac:chgData name="z z" userId="161882819154b75b" providerId="LiveId" clId="{E857BD72-A5A7-4845-87EA-1B97DB89FFC1}" dt="2024-05-19T08:27:36.280" v="5598" actId="478"/>
          <ac:spMkLst>
            <pc:docMk/>
            <pc:sldMk cId="3622404836" sldId="270"/>
            <ac:spMk id="9" creationId="{4EDE7D3B-F5EE-4F13-227D-EEDDB501D3BB}"/>
          </ac:spMkLst>
        </pc:spChg>
        <pc:spChg chg="mod">
          <ac:chgData name="z z" userId="161882819154b75b" providerId="LiveId" clId="{E857BD72-A5A7-4845-87EA-1B97DB89FFC1}" dt="2024-05-19T09:11:29.514" v="8610" actId="20577"/>
          <ac:spMkLst>
            <pc:docMk/>
            <pc:sldMk cId="3622404836" sldId="270"/>
            <ac:spMk id="11" creationId="{01D0C114-722D-725D-9953-FD7AA326D3D3}"/>
          </ac:spMkLst>
        </pc:spChg>
        <pc:spChg chg="del">
          <ac:chgData name="z z" userId="161882819154b75b" providerId="LiveId" clId="{E857BD72-A5A7-4845-87EA-1B97DB89FFC1}" dt="2024-05-19T08:27:36.280" v="5598" actId="478"/>
          <ac:spMkLst>
            <pc:docMk/>
            <pc:sldMk cId="3622404836" sldId="270"/>
            <ac:spMk id="13" creationId="{4387DE82-4E58-0C74-371E-B42EB9DA87F5}"/>
          </ac:spMkLst>
        </pc:spChg>
        <pc:spChg chg="del">
          <ac:chgData name="z z" userId="161882819154b75b" providerId="LiveId" clId="{E857BD72-A5A7-4845-87EA-1B97DB89FFC1}" dt="2024-05-19T08:27:36.280" v="5598" actId="478"/>
          <ac:spMkLst>
            <pc:docMk/>
            <pc:sldMk cId="3622404836" sldId="270"/>
            <ac:spMk id="14" creationId="{3C8C5DA0-A2C2-EE04-71D1-22DAB111F5E1}"/>
          </ac:spMkLst>
        </pc:spChg>
        <pc:spChg chg="del">
          <ac:chgData name="z z" userId="161882819154b75b" providerId="LiveId" clId="{E857BD72-A5A7-4845-87EA-1B97DB89FFC1}" dt="2024-05-19T08:27:36.280" v="5598" actId="478"/>
          <ac:spMkLst>
            <pc:docMk/>
            <pc:sldMk cId="3622404836" sldId="270"/>
            <ac:spMk id="15" creationId="{91FBB064-68B1-E3FB-8D1C-B194045E25C3}"/>
          </ac:spMkLst>
        </pc:spChg>
        <pc:spChg chg="del">
          <ac:chgData name="z z" userId="161882819154b75b" providerId="LiveId" clId="{E857BD72-A5A7-4845-87EA-1B97DB89FFC1}" dt="2024-05-19T08:42:16.444" v="6476" actId="478"/>
          <ac:spMkLst>
            <pc:docMk/>
            <pc:sldMk cId="3622404836" sldId="270"/>
            <ac:spMk id="17" creationId="{8AAA38CF-9B90-B470-0722-7BCD8D504938}"/>
          </ac:spMkLst>
        </pc:spChg>
        <pc:spChg chg="del">
          <ac:chgData name="z z" userId="161882819154b75b" providerId="LiveId" clId="{E857BD72-A5A7-4845-87EA-1B97DB89FFC1}" dt="2024-05-19T08:42:16.444" v="6476" actId="478"/>
          <ac:spMkLst>
            <pc:docMk/>
            <pc:sldMk cId="3622404836" sldId="270"/>
            <ac:spMk id="18" creationId="{33FC5A09-EDEA-DA18-B9BE-CACC35039D60}"/>
          </ac:spMkLst>
        </pc:spChg>
        <pc:spChg chg="del">
          <ac:chgData name="z z" userId="161882819154b75b" providerId="LiveId" clId="{E857BD72-A5A7-4845-87EA-1B97DB89FFC1}" dt="2024-05-19T08:42:16.444" v="6476" actId="478"/>
          <ac:spMkLst>
            <pc:docMk/>
            <pc:sldMk cId="3622404836" sldId="270"/>
            <ac:spMk id="19" creationId="{35975F07-B851-E789-D940-05B646B2A440}"/>
          </ac:spMkLst>
        </pc:spChg>
        <pc:spChg chg="del">
          <ac:chgData name="z z" userId="161882819154b75b" providerId="LiveId" clId="{E857BD72-A5A7-4845-87EA-1B97DB89FFC1}" dt="2024-05-19T08:42:16.444" v="6476" actId="478"/>
          <ac:spMkLst>
            <pc:docMk/>
            <pc:sldMk cId="3622404836" sldId="270"/>
            <ac:spMk id="20" creationId="{B5A7A2BA-575A-F6C9-45B1-4215E1345FE3}"/>
          </ac:spMkLst>
        </pc:spChg>
        <pc:spChg chg="del">
          <ac:chgData name="z z" userId="161882819154b75b" providerId="LiveId" clId="{E857BD72-A5A7-4845-87EA-1B97DB89FFC1}" dt="2024-05-19T08:42:16.444" v="6476" actId="478"/>
          <ac:spMkLst>
            <pc:docMk/>
            <pc:sldMk cId="3622404836" sldId="270"/>
            <ac:spMk id="21" creationId="{3A707BFE-DCF5-4A30-1C2A-9D07858549AA}"/>
          </ac:spMkLst>
        </pc:spChg>
        <pc:spChg chg="del">
          <ac:chgData name="z z" userId="161882819154b75b" providerId="LiveId" clId="{E857BD72-A5A7-4845-87EA-1B97DB89FFC1}" dt="2024-05-19T08:42:16.444" v="6476" actId="478"/>
          <ac:spMkLst>
            <pc:docMk/>
            <pc:sldMk cId="3622404836" sldId="270"/>
            <ac:spMk id="22" creationId="{AB5F52D2-F01B-4491-67B9-317764354AA7}"/>
          </ac:spMkLst>
        </pc:spChg>
        <pc:spChg chg="del">
          <ac:chgData name="z z" userId="161882819154b75b" providerId="LiveId" clId="{E857BD72-A5A7-4845-87EA-1B97DB89FFC1}" dt="2024-05-19T08:42:16.444" v="6476" actId="478"/>
          <ac:spMkLst>
            <pc:docMk/>
            <pc:sldMk cId="3622404836" sldId="270"/>
            <ac:spMk id="23" creationId="{D919235E-F2C6-38EF-5D9C-5002ED402DD9}"/>
          </ac:spMkLst>
        </pc:spChg>
        <pc:spChg chg="del">
          <ac:chgData name="z z" userId="161882819154b75b" providerId="LiveId" clId="{E857BD72-A5A7-4845-87EA-1B97DB89FFC1}" dt="2024-05-19T08:42:16.444" v="6476" actId="478"/>
          <ac:spMkLst>
            <pc:docMk/>
            <pc:sldMk cId="3622404836" sldId="270"/>
            <ac:spMk id="24" creationId="{F8B7BBFE-52E7-9A82-7D31-F600280EA94E}"/>
          </ac:spMkLst>
        </pc:spChg>
        <pc:spChg chg="del">
          <ac:chgData name="z z" userId="161882819154b75b" providerId="LiveId" clId="{E857BD72-A5A7-4845-87EA-1B97DB89FFC1}" dt="2024-05-19T08:38:18.143" v="6116" actId="478"/>
          <ac:spMkLst>
            <pc:docMk/>
            <pc:sldMk cId="3622404836" sldId="270"/>
            <ac:spMk id="38" creationId="{9A7DB140-0666-4BDF-E6DC-C5369CB52D89}"/>
          </ac:spMkLst>
        </pc:spChg>
        <pc:spChg chg="del">
          <ac:chgData name="z z" userId="161882819154b75b" providerId="LiveId" clId="{E857BD72-A5A7-4845-87EA-1B97DB89FFC1}" dt="2024-05-19T08:38:14.904" v="6115" actId="478"/>
          <ac:spMkLst>
            <pc:docMk/>
            <pc:sldMk cId="3622404836" sldId="270"/>
            <ac:spMk id="40" creationId="{453C2B1F-C34C-5878-EC2A-00FCD6383563}"/>
          </ac:spMkLst>
        </pc:spChg>
        <pc:spChg chg="add mod">
          <ac:chgData name="z z" userId="161882819154b75b" providerId="LiveId" clId="{E857BD72-A5A7-4845-87EA-1B97DB89FFC1}" dt="2024-05-19T08:38:45.691" v="6301" actId="1038"/>
          <ac:spMkLst>
            <pc:docMk/>
            <pc:sldMk cId="3622404836" sldId="270"/>
            <ac:spMk id="48" creationId="{55BCAD59-4980-1B94-E776-F2F32B163563}"/>
          </ac:spMkLst>
        </pc:spChg>
        <pc:spChg chg="add mod">
          <ac:chgData name="z z" userId="161882819154b75b" providerId="LiveId" clId="{E857BD72-A5A7-4845-87EA-1B97DB89FFC1}" dt="2024-05-19T08:38:45.691" v="6301" actId="1038"/>
          <ac:spMkLst>
            <pc:docMk/>
            <pc:sldMk cId="3622404836" sldId="270"/>
            <ac:spMk id="49" creationId="{A134479F-454A-55DC-E73A-7C99CDD07FC3}"/>
          </ac:spMkLst>
        </pc:spChg>
        <pc:spChg chg="add del mod">
          <ac:chgData name="z z" userId="161882819154b75b" providerId="LiveId" clId="{E857BD72-A5A7-4845-87EA-1B97DB89FFC1}" dt="2024-05-19T08:39:22.999" v="6378" actId="478"/>
          <ac:spMkLst>
            <pc:docMk/>
            <pc:sldMk cId="3622404836" sldId="270"/>
            <ac:spMk id="58" creationId="{A82B3C7F-1E9E-817F-CF48-5C859DEEE47A}"/>
          </ac:spMkLst>
        </pc:spChg>
        <pc:spChg chg="add del mod">
          <ac:chgData name="z z" userId="161882819154b75b" providerId="LiveId" clId="{E857BD72-A5A7-4845-87EA-1B97DB89FFC1}" dt="2024-05-19T08:39:22.999" v="6378" actId="478"/>
          <ac:spMkLst>
            <pc:docMk/>
            <pc:sldMk cId="3622404836" sldId="270"/>
            <ac:spMk id="59" creationId="{4A32262C-16CB-C278-7B80-3E64E11059F4}"/>
          </ac:spMkLst>
        </pc:spChg>
        <pc:spChg chg="add del mod">
          <ac:chgData name="z z" userId="161882819154b75b" providerId="LiveId" clId="{E857BD72-A5A7-4845-87EA-1B97DB89FFC1}" dt="2024-05-19T08:47:25.289" v="6555" actId="478"/>
          <ac:spMkLst>
            <pc:docMk/>
            <pc:sldMk cId="3622404836" sldId="270"/>
            <ac:spMk id="68" creationId="{8548B054-C9BF-1343-EED1-3206A7DBAF98}"/>
          </ac:spMkLst>
        </pc:spChg>
        <pc:spChg chg="add del mod">
          <ac:chgData name="z z" userId="161882819154b75b" providerId="LiveId" clId="{E857BD72-A5A7-4845-87EA-1B97DB89FFC1}" dt="2024-05-19T08:47:25.289" v="6555" actId="478"/>
          <ac:spMkLst>
            <pc:docMk/>
            <pc:sldMk cId="3622404836" sldId="270"/>
            <ac:spMk id="69" creationId="{A321F823-1710-6117-7460-EF07442260F4}"/>
          </ac:spMkLst>
        </pc:spChg>
        <pc:picChg chg="del mod">
          <ac:chgData name="z z" userId="161882819154b75b" providerId="LiveId" clId="{E857BD72-A5A7-4845-87EA-1B97DB89FFC1}" dt="2024-05-19T08:27:47.836" v="5599" actId="478"/>
          <ac:picMkLst>
            <pc:docMk/>
            <pc:sldMk cId="3622404836" sldId="270"/>
            <ac:picMk id="16" creationId="{15EFB846-80AE-46C5-9E2B-BFB2BE1B0AB8}"/>
          </ac:picMkLst>
        </pc:picChg>
        <pc:picChg chg="del">
          <ac:chgData name="z z" userId="161882819154b75b" providerId="LiveId" clId="{E857BD72-A5A7-4845-87EA-1B97DB89FFC1}" dt="2024-05-19T08:27:36.280" v="5598" actId="478"/>
          <ac:picMkLst>
            <pc:docMk/>
            <pc:sldMk cId="3622404836" sldId="270"/>
            <ac:picMk id="25" creationId="{C33CC922-14B2-CBDE-2BE7-D604B3A3615F}"/>
          </ac:picMkLst>
        </pc:picChg>
        <pc:picChg chg="del">
          <ac:chgData name="z z" userId="161882819154b75b" providerId="LiveId" clId="{E857BD72-A5A7-4845-87EA-1B97DB89FFC1}" dt="2024-05-19T08:27:36.280" v="5598" actId="478"/>
          <ac:picMkLst>
            <pc:docMk/>
            <pc:sldMk cId="3622404836" sldId="270"/>
            <ac:picMk id="26" creationId="{9F1314D9-4C68-0DA6-536B-C8EB68BB5883}"/>
          </ac:picMkLst>
        </pc:picChg>
        <pc:picChg chg="del mod">
          <ac:chgData name="z z" userId="161882819154b75b" providerId="LiveId" clId="{E857BD72-A5A7-4845-87EA-1B97DB89FFC1}" dt="2024-05-19T08:27:47.836" v="5599" actId="478"/>
          <ac:picMkLst>
            <pc:docMk/>
            <pc:sldMk cId="3622404836" sldId="270"/>
            <ac:picMk id="27" creationId="{0C87A949-CBCC-C490-B129-CF63650568A2}"/>
          </ac:picMkLst>
        </pc:picChg>
        <pc:picChg chg="del mod">
          <ac:chgData name="z z" userId="161882819154b75b" providerId="LiveId" clId="{E857BD72-A5A7-4845-87EA-1B97DB89FFC1}" dt="2024-05-19T08:27:47.836" v="5599" actId="478"/>
          <ac:picMkLst>
            <pc:docMk/>
            <pc:sldMk cId="3622404836" sldId="270"/>
            <ac:picMk id="28" creationId="{88E82D5D-2A70-E248-4F0E-5E16A7FB6E82}"/>
          </ac:picMkLst>
        </pc:picChg>
        <pc:picChg chg="del mod">
          <ac:chgData name="z z" userId="161882819154b75b" providerId="LiveId" clId="{E857BD72-A5A7-4845-87EA-1B97DB89FFC1}" dt="2024-05-19T08:27:47.836" v="5599" actId="478"/>
          <ac:picMkLst>
            <pc:docMk/>
            <pc:sldMk cId="3622404836" sldId="270"/>
            <ac:picMk id="29" creationId="{251D6755-B880-3CE5-F211-2396584203F1}"/>
          </ac:picMkLst>
        </pc:picChg>
        <pc:picChg chg="del mod">
          <ac:chgData name="z z" userId="161882819154b75b" providerId="LiveId" clId="{E857BD72-A5A7-4845-87EA-1B97DB89FFC1}" dt="2024-05-19T08:27:47.836" v="5599" actId="478"/>
          <ac:picMkLst>
            <pc:docMk/>
            <pc:sldMk cId="3622404836" sldId="270"/>
            <ac:picMk id="30" creationId="{C1A6971D-439A-022D-21B1-9A0C5490FE20}"/>
          </ac:picMkLst>
        </pc:picChg>
        <pc:picChg chg="del mod">
          <ac:chgData name="z z" userId="161882819154b75b" providerId="LiveId" clId="{E857BD72-A5A7-4845-87EA-1B97DB89FFC1}" dt="2024-05-19T08:27:47.836" v="5599" actId="478"/>
          <ac:picMkLst>
            <pc:docMk/>
            <pc:sldMk cId="3622404836" sldId="270"/>
            <ac:picMk id="31" creationId="{C9913050-EA92-9A6F-2B93-728AA7E4031B}"/>
          </ac:picMkLst>
        </pc:picChg>
        <pc:picChg chg="del mod">
          <ac:chgData name="z z" userId="161882819154b75b" providerId="LiveId" clId="{E857BD72-A5A7-4845-87EA-1B97DB89FFC1}" dt="2024-05-19T08:27:47.836" v="5599" actId="478"/>
          <ac:picMkLst>
            <pc:docMk/>
            <pc:sldMk cId="3622404836" sldId="270"/>
            <ac:picMk id="32" creationId="{70A8239F-F52E-F898-BA83-F82E1A47730F}"/>
          </ac:picMkLst>
        </pc:picChg>
        <pc:picChg chg="del mod">
          <ac:chgData name="z z" userId="161882819154b75b" providerId="LiveId" clId="{E857BD72-A5A7-4845-87EA-1B97DB89FFC1}" dt="2024-05-19T08:27:47.836" v="5599" actId="478"/>
          <ac:picMkLst>
            <pc:docMk/>
            <pc:sldMk cId="3622404836" sldId="270"/>
            <ac:picMk id="33" creationId="{2134A1C7-CA89-ADCF-0EE2-BE9B46B9308A}"/>
          </ac:picMkLst>
        </pc:picChg>
        <pc:picChg chg="add del mod">
          <ac:chgData name="z z" userId="161882819154b75b" providerId="LiveId" clId="{E857BD72-A5A7-4845-87EA-1B97DB89FFC1}" dt="2024-05-19T08:38:14.904" v="6115" actId="478"/>
          <ac:picMkLst>
            <pc:docMk/>
            <pc:sldMk cId="3622404836" sldId="270"/>
            <ac:picMk id="34" creationId="{0D3B4659-0CF9-08C3-9D66-10B18560E758}"/>
          </ac:picMkLst>
        </pc:picChg>
        <pc:picChg chg="add del mod">
          <ac:chgData name="z z" userId="161882819154b75b" providerId="LiveId" clId="{E857BD72-A5A7-4845-87EA-1B97DB89FFC1}" dt="2024-05-19T08:38:14.904" v="6115" actId="478"/>
          <ac:picMkLst>
            <pc:docMk/>
            <pc:sldMk cId="3622404836" sldId="270"/>
            <ac:picMk id="35" creationId="{A9972796-D8FD-7F4B-EFDD-675CAADA64F2}"/>
          </ac:picMkLst>
        </pc:picChg>
        <pc:picChg chg="add del mod">
          <ac:chgData name="z z" userId="161882819154b75b" providerId="LiveId" clId="{E857BD72-A5A7-4845-87EA-1B97DB89FFC1}" dt="2024-05-19T08:38:14.904" v="6115" actId="478"/>
          <ac:picMkLst>
            <pc:docMk/>
            <pc:sldMk cId="3622404836" sldId="270"/>
            <ac:picMk id="36" creationId="{39BA0480-31F0-2213-03D1-B75365DDE51C}"/>
          </ac:picMkLst>
        </pc:picChg>
        <pc:picChg chg="add del mod">
          <ac:chgData name="z z" userId="161882819154b75b" providerId="LiveId" clId="{E857BD72-A5A7-4845-87EA-1B97DB89FFC1}" dt="2024-05-19T08:38:14.904" v="6115" actId="478"/>
          <ac:picMkLst>
            <pc:docMk/>
            <pc:sldMk cId="3622404836" sldId="270"/>
            <ac:picMk id="37" creationId="{DD226D9D-2AEE-E26E-9D10-81254F17E11C}"/>
          </ac:picMkLst>
        </pc:picChg>
        <pc:picChg chg="add del mod">
          <ac:chgData name="z z" userId="161882819154b75b" providerId="LiveId" clId="{E857BD72-A5A7-4845-87EA-1B97DB89FFC1}" dt="2024-05-19T08:38:14.904" v="6115" actId="478"/>
          <ac:picMkLst>
            <pc:docMk/>
            <pc:sldMk cId="3622404836" sldId="270"/>
            <ac:picMk id="39" creationId="{5636DD95-43D4-AFCB-C593-6028AD020F8B}"/>
          </ac:picMkLst>
        </pc:picChg>
        <pc:picChg chg="add del mod">
          <ac:chgData name="z z" userId="161882819154b75b" providerId="LiveId" clId="{E857BD72-A5A7-4845-87EA-1B97DB89FFC1}" dt="2024-05-19T08:38:14.904" v="6115" actId="478"/>
          <ac:picMkLst>
            <pc:docMk/>
            <pc:sldMk cId="3622404836" sldId="270"/>
            <ac:picMk id="41" creationId="{D45931B4-28FA-7E56-2A66-409CB5983242}"/>
          </ac:picMkLst>
        </pc:picChg>
        <pc:picChg chg="del mod">
          <ac:chgData name="z z" userId="161882819154b75b" providerId="LiveId" clId="{E857BD72-A5A7-4845-87EA-1B97DB89FFC1}" dt="2024-05-19T08:27:47.836" v="5599" actId="478"/>
          <ac:picMkLst>
            <pc:docMk/>
            <pc:sldMk cId="3622404836" sldId="270"/>
            <ac:picMk id="42" creationId="{E1C8ED5B-D32A-5F14-A040-DC47F280756A}"/>
          </ac:picMkLst>
        </pc:picChg>
        <pc:picChg chg="add del mod">
          <ac:chgData name="z z" userId="161882819154b75b" providerId="LiveId" clId="{E857BD72-A5A7-4845-87EA-1B97DB89FFC1}" dt="2024-05-19T08:38:14.904" v="6115" actId="478"/>
          <ac:picMkLst>
            <pc:docMk/>
            <pc:sldMk cId="3622404836" sldId="270"/>
            <ac:picMk id="43" creationId="{2BAF811D-D2F8-34B4-7772-76DA272682C2}"/>
          </ac:picMkLst>
        </pc:picChg>
        <pc:picChg chg="add del mod">
          <ac:chgData name="z z" userId="161882819154b75b" providerId="LiveId" clId="{E857BD72-A5A7-4845-87EA-1B97DB89FFC1}" dt="2024-05-19T08:38:14.904" v="6115" actId="478"/>
          <ac:picMkLst>
            <pc:docMk/>
            <pc:sldMk cId="3622404836" sldId="270"/>
            <ac:picMk id="44" creationId="{2D0003A9-CB7B-6DFC-FBC4-F05EA6DBA164}"/>
          </ac:picMkLst>
        </pc:picChg>
        <pc:picChg chg="add mod">
          <ac:chgData name="z z" userId="161882819154b75b" providerId="LiveId" clId="{E857BD72-A5A7-4845-87EA-1B97DB89FFC1}" dt="2024-05-19T08:50:59.510" v="7496" actId="1038"/>
          <ac:picMkLst>
            <pc:docMk/>
            <pc:sldMk cId="3622404836" sldId="270"/>
            <ac:picMk id="45" creationId="{0B1AB2ED-0331-89E9-DF7B-0D911A31A2A0}"/>
          </ac:picMkLst>
        </pc:picChg>
        <pc:picChg chg="add mod modCrop">
          <ac:chgData name="z z" userId="161882819154b75b" providerId="LiveId" clId="{E857BD72-A5A7-4845-87EA-1B97DB89FFC1}" dt="2024-05-19T08:50:52.154" v="7429" actId="1037"/>
          <ac:picMkLst>
            <pc:docMk/>
            <pc:sldMk cId="3622404836" sldId="270"/>
            <ac:picMk id="47" creationId="{280B84AC-82EB-DFE2-68B1-5D8CEE3B83B7}"/>
          </ac:picMkLst>
        </pc:picChg>
        <pc:picChg chg="add del mod">
          <ac:chgData name="z z" userId="161882819154b75b" providerId="LiveId" clId="{E857BD72-A5A7-4845-87EA-1B97DB89FFC1}" dt="2024-05-19T08:39:22.999" v="6378" actId="478"/>
          <ac:picMkLst>
            <pc:docMk/>
            <pc:sldMk cId="3622404836" sldId="270"/>
            <ac:picMk id="50" creationId="{4722F1CE-3997-E811-9B78-530F8B77A1F3}"/>
          </ac:picMkLst>
        </pc:picChg>
        <pc:picChg chg="add del mod">
          <ac:chgData name="z z" userId="161882819154b75b" providerId="LiveId" clId="{E857BD72-A5A7-4845-87EA-1B97DB89FFC1}" dt="2024-05-19T08:39:22.999" v="6378" actId="478"/>
          <ac:picMkLst>
            <pc:docMk/>
            <pc:sldMk cId="3622404836" sldId="270"/>
            <ac:picMk id="51" creationId="{270234EA-594E-56E8-9A20-2A07D28AEE00}"/>
          </ac:picMkLst>
        </pc:picChg>
        <pc:picChg chg="add del mod">
          <ac:chgData name="z z" userId="161882819154b75b" providerId="LiveId" clId="{E857BD72-A5A7-4845-87EA-1B97DB89FFC1}" dt="2024-05-19T08:39:22.999" v="6378" actId="478"/>
          <ac:picMkLst>
            <pc:docMk/>
            <pc:sldMk cId="3622404836" sldId="270"/>
            <ac:picMk id="52" creationId="{A3AA0CFD-F6EA-245E-DD90-A19A42573370}"/>
          </ac:picMkLst>
        </pc:picChg>
        <pc:picChg chg="add del mod">
          <ac:chgData name="z z" userId="161882819154b75b" providerId="LiveId" clId="{E857BD72-A5A7-4845-87EA-1B97DB89FFC1}" dt="2024-05-19T08:39:22.999" v="6378" actId="478"/>
          <ac:picMkLst>
            <pc:docMk/>
            <pc:sldMk cId="3622404836" sldId="270"/>
            <ac:picMk id="53" creationId="{118223B5-017F-0FAF-15E1-4197119A9B39}"/>
          </ac:picMkLst>
        </pc:picChg>
        <pc:picChg chg="add del mod">
          <ac:chgData name="z z" userId="161882819154b75b" providerId="LiveId" clId="{E857BD72-A5A7-4845-87EA-1B97DB89FFC1}" dt="2024-05-19T08:39:22.999" v="6378" actId="478"/>
          <ac:picMkLst>
            <pc:docMk/>
            <pc:sldMk cId="3622404836" sldId="270"/>
            <ac:picMk id="54" creationId="{DD3E149E-395F-601D-D734-6A1C24C64F97}"/>
          </ac:picMkLst>
        </pc:picChg>
        <pc:picChg chg="add del mod">
          <ac:chgData name="z z" userId="161882819154b75b" providerId="LiveId" clId="{E857BD72-A5A7-4845-87EA-1B97DB89FFC1}" dt="2024-05-19T08:39:22.999" v="6378" actId="478"/>
          <ac:picMkLst>
            <pc:docMk/>
            <pc:sldMk cId="3622404836" sldId="270"/>
            <ac:picMk id="55" creationId="{140E3F75-5282-CCFC-DA41-C5AFB7C11631}"/>
          </ac:picMkLst>
        </pc:picChg>
        <pc:picChg chg="add del mod">
          <ac:chgData name="z z" userId="161882819154b75b" providerId="LiveId" clId="{E857BD72-A5A7-4845-87EA-1B97DB89FFC1}" dt="2024-05-19T08:39:22.999" v="6378" actId="478"/>
          <ac:picMkLst>
            <pc:docMk/>
            <pc:sldMk cId="3622404836" sldId="270"/>
            <ac:picMk id="56" creationId="{FED20529-7AEF-C84E-38B0-40EB8AFF0A78}"/>
          </ac:picMkLst>
        </pc:picChg>
        <pc:picChg chg="add del mod">
          <ac:chgData name="z z" userId="161882819154b75b" providerId="LiveId" clId="{E857BD72-A5A7-4845-87EA-1B97DB89FFC1}" dt="2024-05-19T08:39:22.999" v="6378" actId="478"/>
          <ac:picMkLst>
            <pc:docMk/>
            <pc:sldMk cId="3622404836" sldId="270"/>
            <ac:picMk id="57" creationId="{3F5C83B9-142B-8177-E760-44BFBDCA236D}"/>
          </ac:picMkLst>
        </pc:picChg>
        <pc:picChg chg="add del mod">
          <ac:chgData name="z z" userId="161882819154b75b" providerId="LiveId" clId="{E857BD72-A5A7-4845-87EA-1B97DB89FFC1}" dt="2024-05-19T08:47:25.289" v="6555" actId="478"/>
          <ac:picMkLst>
            <pc:docMk/>
            <pc:sldMk cId="3622404836" sldId="270"/>
            <ac:picMk id="60" creationId="{BEEDC6E6-85D8-402B-C691-104C881E38EE}"/>
          </ac:picMkLst>
        </pc:picChg>
        <pc:picChg chg="add del mod">
          <ac:chgData name="z z" userId="161882819154b75b" providerId="LiveId" clId="{E857BD72-A5A7-4845-87EA-1B97DB89FFC1}" dt="2024-05-19T08:47:25.289" v="6555" actId="478"/>
          <ac:picMkLst>
            <pc:docMk/>
            <pc:sldMk cId="3622404836" sldId="270"/>
            <ac:picMk id="61" creationId="{A6E34816-66E5-B3F2-B288-2D33AD62F3F1}"/>
          </ac:picMkLst>
        </pc:picChg>
        <pc:picChg chg="add del mod">
          <ac:chgData name="z z" userId="161882819154b75b" providerId="LiveId" clId="{E857BD72-A5A7-4845-87EA-1B97DB89FFC1}" dt="2024-05-19T08:47:25.289" v="6555" actId="478"/>
          <ac:picMkLst>
            <pc:docMk/>
            <pc:sldMk cId="3622404836" sldId="270"/>
            <ac:picMk id="62" creationId="{084A2240-F455-75ED-22A5-833D03230E8F}"/>
          </ac:picMkLst>
        </pc:picChg>
        <pc:picChg chg="add del mod">
          <ac:chgData name="z z" userId="161882819154b75b" providerId="LiveId" clId="{E857BD72-A5A7-4845-87EA-1B97DB89FFC1}" dt="2024-05-19T08:47:25.289" v="6555" actId="478"/>
          <ac:picMkLst>
            <pc:docMk/>
            <pc:sldMk cId="3622404836" sldId="270"/>
            <ac:picMk id="63" creationId="{AF2ABF9D-612E-D073-B22B-467BA972F98B}"/>
          </ac:picMkLst>
        </pc:picChg>
        <pc:picChg chg="add del mod">
          <ac:chgData name="z z" userId="161882819154b75b" providerId="LiveId" clId="{E857BD72-A5A7-4845-87EA-1B97DB89FFC1}" dt="2024-05-19T08:47:25.289" v="6555" actId="478"/>
          <ac:picMkLst>
            <pc:docMk/>
            <pc:sldMk cId="3622404836" sldId="270"/>
            <ac:picMk id="64" creationId="{8C241884-737F-AA7F-BF93-3A01C7A4D302}"/>
          </ac:picMkLst>
        </pc:picChg>
        <pc:picChg chg="add del mod">
          <ac:chgData name="z z" userId="161882819154b75b" providerId="LiveId" clId="{E857BD72-A5A7-4845-87EA-1B97DB89FFC1}" dt="2024-05-19T08:47:25.289" v="6555" actId="478"/>
          <ac:picMkLst>
            <pc:docMk/>
            <pc:sldMk cId="3622404836" sldId="270"/>
            <ac:picMk id="65" creationId="{C7FA973D-5088-2117-0F23-0BA06AEA6966}"/>
          </ac:picMkLst>
        </pc:picChg>
        <pc:picChg chg="add del mod">
          <ac:chgData name="z z" userId="161882819154b75b" providerId="LiveId" clId="{E857BD72-A5A7-4845-87EA-1B97DB89FFC1}" dt="2024-05-19T08:47:25.289" v="6555" actId="478"/>
          <ac:picMkLst>
            <pc:docMk/>
            <pc:sldMk cId="3622404836" sldId="270"/>
            <ac:picMk id="66" creationId="{E85C854C-AF4A-ED24-87B9-6444E83E6BBB}"/>
          </ac:picMkLst>
        </pc:picChg>
        <pc:picChg chg="add del mod">
          <ac:chgData name="z z" userId="161882819154b75b" providerId="LiveId" clId="{E857BD72-A5A7-4845-87EA-1B97DB89FFC1}" dt="2024-05-19T08:47:25.289" v="6555" actId="478"/>
          <ac:picMkLst>
            <pc:docMk/>
            <pc:sldMk cId="3622404836" sldId="270"/>
            <ac:picMk id="67" creationId="{58B03C04-CB9A-3507-2BD4-4D574CD3E84A}"/>
          </ac:picMkLst>
        </pc:picChg>
        <pc:picChg chg="add del mod">
          <ac:chgData name="z z" userId="161882819154b75b" providerId="LiveId" clId="{E857BD72-A5A7-4845-87EA-1B97DB89FFC1}" dt="2024-05-19T08:51:29.445" v="7541" actId="478"/>
          <ac:picMkLst>
            <pc:docMk/>
            <pc:sldMk cId="3622404836" sldId="270"/>
            <ac:picMk id="70" creationId="{8ABC7DE7-3F3B-CEFE-6C88-669AE9BECA59}"/>
          </ac:picMkLst>
        </pc:picChg>
        <pc:picChg chg="add mod">
          <ac:chgData name="z z" userId="161882819154b75b" providerId="LiveId" clId="{E857BD72-A5A7-4845-87EA-1B97DB89FFC1}" dt="2024-05-19T08:52:58.593" v="7640" actId="1035"/>
          <ac:picMkLst>
            <pc:docMk/>
            <pc:sldMk cId="3622404836" sldId="270"/>
            <ac:picMk id="71" creationId="{95032E43-0223-B7A1-5DC3-D20ED5ABF1F2}"/>
          </ac:picMkLst>
        </pc:picChg>
        <pc:picChg chg="add mod">
          <ac:chgData name="z z" userId="161882819154b75b" providerId="LiveId" clId="{E857BD72-A5A7-4845-87EA-1B97DB89FFC1}" dt="2024-05-19T08:52:58.593" v="7640" actId="1035"/>
          <ac:picMkLst>
            <pc:docMk/>
            <pc:sldMk cId="3622404836" sldId="270"/>
            <ac:picMk id="72" creationId="{D7632A45-8745-7FDC-2597-4524C1835E81}"/>
          </ac:picMkLst>
        </pc:picChg>
        <pc:picChg chg="add mod">
          <ac:chgData name="z z" userId="161882819154b75b" providerId="LiveId" clId="{E857BD72-A5A7-4845-87EA-1B97DB89FFC1}" dt="2024-05-19T08:52:58.593" v="7640" actId="1035"/>
          <ac:picMkLst>
            <pc:docMk/>
            <pc:sldMk cId="3622404836" sldId="270"/>
            <ac:picMk id="73" creationId="{0846CFDE-0EC5-67B2-F016-66DEA83EEBA2}"/>
          </ac:picMkLst>
        </pc:picChg>
      </pc:sldChg>
      <pc:sldChg chg="addSp delSp modSp add mod ord modTransition">
        <pc:chgData name="z z" userId="161882819154b75b" providerId="LiveId" clId="{E857BD72-A5A7-4845-87EA-1B97DB89FFC1}" dt="2024-05-20T04:45:18.555" v="14076"/>
        <pc:sldMkLst>
          <pc:docMk/>
          <pc:sldMk cId="3308096138" sldId="271"/>
        </pc:sldMkLst>
        <pc:spChg chg="mod">
          <ac:chgData name="z z" userId="161882819154b75b" providerId="LiveId" clId="{E857BD72-A5A7-4845-87EA-1B97DB89FFC1}" dt="2024-05-19T09:11:23.128" v="8598" actId="20577"/>
          <ac:spMkLst>
            <pc:docMk/>
            <pc:sldMk cId="3308096138" sldId="271"/>
            <ac:spMk id="11" creationId="{01D0C114-722D-725D-9953-FD7AA326D3D3}"/>
          </ac:spMkLst>
        </pc:spChg>
        <pc:picChg chg="add del mod">
          <ac:chgData name="z z" userId="161882819154b75b" providerId="LiveId" clId="{E857BD72-A5A7-4845-87EA-1B97DB89FFC1}" dt="2024-05-19T08:49:35.495" v="6946" actId="478"/>
          <ac:picMkLst>
            <pc:docMk/>
            <pc:sldMk cId="3308096138" sldId="271"/>
            <ac:picMk id="3" creationId="{4431C6BF-51C1-959F-F2C8-5C325E2B05EC}"/>
          </ac:picMkLst>
        </pc:picChg>
        <pc:picChg chg="add del mod">
          <ac:chgData name="z z" userId="161882819154b75b" providerId="LiveId" clId="{E857BD72-A5A7-4845-87EA-1B97DB89FFC1}" dt="2024-05-19T08:53:19.009" v="7641" actId="478"/>
          <ac:picMkLst>
            <pc:docMk/>
            <pc:sldMk cId="3308096138" sldId="271"/>
            <ac:picMk id="4" creationId="{77056DCE-DA9E-37BA-5432-A04A615EE2C9}"/>
          </ac:picMkLst>
        </pc:picChg>
        <pc:picChg chg="add mod">
          <ac:chgData name="z z" userId="161882819154b75b" providerId="LiveId" clId="{E857BD72-A5A7-4845-87EA-1B97DB89FFC1}" dt="2024-05-19T08:53:36.600" v="7794" actId="1037"/>
          <ac:picMkLst>
            <pc:docMk/>
            <pc:sldMk cId="3308096138" sldId="271"/>
            <ac:picMk id="5" creationId="{98F30A40-5B20-DC46-95FF-60B86F1C9B49}"/>
          </ac:picMkLst>
        </pc:picChg>
        <pc:picChg chg="add mod">
          <ac:chgData name="z z" userId="161882819154b75b" providerId="LiveId" clId="{E857BD72-A5A7-4845-87EA-1B97DB89FFC1}" dt="2024-05-19T08:53:24.492" v="7741" actId="1038"/>
          <ac:picMkLst>
            <pc:docMk/>
            <pc:sldMk cId="3308096138" sldId="271"/>
            <ac:picMk id="6" creationId="{F120C29F-3916-C5E9-DEAF-F8AE5CFF7D76}"/>
          </ac:picMkLst>
        </pc:picChg>
        <pc:picChg chg="add mod">
          <ac:chgData name="z z" userId="161882819154b75b" providerId="LiveId" clId="{E857BD72-A5A7-4845-87EA-1B97DB89FFC1}" dt="2024-05-19T08:53:40.293" v="7808" actId="1038"/>
          <ac:picMkLst>
            <pc:docMk/>
            <pc:sldMk cId="3308096138" sldId="271"/>
            <ac:picMk id="7" creationId="{EFF8ED78-2040-918F-58D0-A71244A72CA7}"/>
          </ac:picMkLst>
        </pc:picChg>
        <pc:picChg chg="mod">
          <ac:chgData name="z z" userId="161882819154b75b" providerId="LiveId" clId="{E857BD72-A5A7-4845-87EA-1B97DB89FFC1}" dt="2024-05-19T08:56:48.020" v="7916" actId="1038"/>
          <ac:picMkLst>
            <pc:docMk/>
            <pc:sldMk cId="3308096138" sldId="271"/>
            <ac:picMk id="64" creationId="{8C241884-737F-AA7F-BF93-3A01C7A4D302}"/>
          </ac:picMkLst>
        </pc:picChg>
        <pc:picChg chg="mod">
          <ac:chgData name="z z" userId="161882819154b75b" providerId="LiveId" clId="{E857BD72-A5A7-4845-87EA-1B97DB89FFC1}" dt="2024-05-19T08:56:38.981" v="7903" actId="1038"/>
          <ac:picMkLst>
            <pc:docMk/>
            <pc:sldMk cId="3308096138" sldId="271"/>
            <ac:picMk id="65" creationId="{C7FA973D-5088-2117-0F23-0BA06AEA6966}"/>
          </ac:picMkLst>
        </pc:picChg>
        <pc:picChg chg="mod">
          <ac:chgData name="z z" userId="161882819154b75b" providerId="LiveId" clId="{E857BD72-A5A7-4845-87EA-1B97DB89FFC1}" dt="2024-05-19T08:56:58.643" v="7933" actId="1037"/>
          <ac:picMkLst>
            <pc:docMk/>
            <pc:sldMk cId="3308096138" sldId="271"/>
            <ac:picMk id="67" creationId="{58B03C04-CB9A-3507-2BD4-4D574CD3E84A}"/>
          </ac:picMkLst>
        </pc:picChg>
      </pc:sldChg>
      <pc:sldChg chg="addSp delSp modSp add mod modTransition delAnim modAnim">
        <pc:chgData name="z z" userId="161882819154b75b" providerId="LiveId" clId="{E857BD72-A5A7-4845-87EA-1B97DB89FFC1}" dt="2024-05-19T12:42:48.322" v="9206"/>
        <pc:sldMkLst>
          <pc:docMk/>
          <pc:sldMk cId="3400719524" sldId="272"/>
        </pc:sldMkLst>
        <pc:spChg chg="mod">
          <ac:chgData name="z z" userId="161882819154b75b" providerId="LiveId" clId="{E857BD72-A5A7-4845-87EA-1B97DB89FFC1}" dt="2024-05-19T09:03:49.861" v="8485" actId="14100"/>
          <ac:spMkLst>
            <pc:docMk/>
            <pc:sldMk cId="3400719524" sldId="272"/>
            <ac:spMk id="2" creationId="{FAFF5040-EC1D-4A63-4137-B28DC686C01F}"/>
          </ac:spMkLst>
        </pc:spChg>
        <pc:spChg chg="add del mod">
          <ac:chgData name="z z" userId="161882819154b75b" providerId="LiveId" clId="{E857BD72-A5A7-4845-87EA-1B97DB89FFC1}" dt="2024-05-19T11:30:43.341" v="8676" actId="478"/>
          <ac:spMkLst>
            <pc:docMk/>
            <pc:sldMk cId="3400719524" sldId="272"/>
            <ac:spMk id="3" creationId="{733357DE-16B5-B6A6-2423-7CE081EE12B3}"/>
          </ac:spMkLst>
        </pc:spChg>
        <pc:spChg chg="add del mod">
          <ac:chgData name="z z" userId="161882819154b75b" providerId="LiveId" clId="{E857BD72-A5A7-4845-87EA-1B97DB89FFC1}" dt="2024-05-19T11:35:46.114" v="8762" actId="478"/>
          <ac:spMkLst>
            <pc:docMk/>
            <pc:sldMk cId="3400719524" sldId="272"/>
            <ac:spMk id="4" creationId="{18BC25DD-7370-1FD9-5FC3-E01078978AE6}"/>
          </ac:spMkLst>
        </pc:spChg>
        <pc:spChg chg="add del mod">
          <ac:chgData name="z z" userId="161882819154b75b" providerId="LiveId" clId="{E857BD72-A5A7-4845-87EA-1B97DB89FFC1}" dt="2024-05-19T11:35:44.778" v="8761" actId="478"/>
          <ac:spMkLst>
            <pc:docMk/>
            <pc:sldMk cId="3400719524" sldId="272"/>
            <ac:spMk id="5" creationId="{5586DD44-E56E-21C7-15DF-6016BC60C510}"/>
          </ac:spMkLst>
        </pc:spChg>
        <pc:spChg chg="add del mod ord">
          <ac:chgData name="z z" userId="161882819154b75b" providerId="LiveId" clId="{E857BD72-A5A7-4845-87EA-1B97DB89FFC1}" dt="2024-05-19T11:58:10.446" v="8887" actId="478"/>
          <ac:spMkLst>
            <pc:docMk/>
            <pc:sldMk cId="3400719524" sldId="272"/>
            <ac:spMk id="6" creationId="{1C9A227A-532D-655E-7840-2C47C3BB1E4E}"/>
          </ac:spMkLst>
        </pc:spChg>
        <pc:spChg chg="add del mod">
          <ac:chgData name="z z" userId="161882819154b75b" providerId="LiveId" clId="{E857BD72-A5A7-4845-87EA-1B97DB89FFC1}" dt="2024-05-19T11:38:21.653" v="8781" actId="478"/>
          <ac:spMkLst>
            <pc:docMk/>
            <pc:sldMk cId="3400719524" sldId="272"/>
            <ac:spMk id="7" creationId="{24191850-34F5-F68E-C652-9BA6666D1A24}"/>
          </ac:spMkLst>
        </pc:spChg>
        <pc:spChg chg="add del mod">
          <ac:chgData name="z z" userId="161882819154b75b" providerId="LiveId" clId="{E857BD72-A5A7-4845-87EA-1B97DB89FFC1}" dt="2024-05-19T11:38:21.653" v="8781" actId="478"/>
          <ac:spMkLst>
            <pc:docMk/>
            <pc:sldMk cId="3400719524" sldId="272"/>
            <ac:spMk id="9" creationId="{B18303C1-482C-AA95-8917-5F4ED3BA5DF5}"/>
          </ac:spMkLst>
        </pc:spChg>
        <pc:spChg chg="mod">
          <ac:chgData name="z z" userId="161882819154b75b" providerId="LiveId" clId="{E857BD72-A5A7-4845-87EA-1B97DB89FFC1}" dt="2024-05-19T12:00:06.865" v="8928" actId="207"/>
          <ac:spMkLst>
            <pc:docMk/>
            <pc:sldMk cId="3400719524" sldId="272"/>
            <ac:spMk id="10" creationId="{7BBB5AD6-4B1F-6CE4-CED9-0CABFD42697E}"/>
          </ac:spMkLst>
        </pc:spChg>
        <pc:spChg chg="mod">
          <ac:chgData name="z z" userId="161882819154b75b" providerId="LiveId" clId="{E857BD72-A5A7-4845-87EA-1B97DB89FFC1}" dt="2024-05-19T09:03:31.062" v="8478"/>
          <ac:spMkLst>
            <pc:docMk/>
            <pc:sldMk cId="3400719524" sldId="272"/>
            <ac:spMk id="11" creationId="{01D0C114-722D-725D-9953-FD7AA326D3D3}"/>
          </ac:spMkLst>
        </pc:spChg>
        <pc:spChg chg="mod">
          <ac:chgData name="z z" userId="161882819154b75b" providerId="LiveId" clId="{E857BD72-A5A7-4845-87EA-1B97DB89FFC1}" dt="2024-05-19T09:03:37.241" v="8481"/>
          <ac:spMkLst>
            <pc:docMk/>
            <pc:sldMk cId="3400719524" sldId="272"/>
            <ac:spMk id="12" creationId="{E363EBEF-4C60-70C8-3A1D-213A10AEA77A}"/>
          </ac:spMkLst>
        </pc:spChg>
        <pc:spChg chg="add del">
          <ac:chgData name="z z" userId="161882819154b75b" providerId="LiveId" clId="{E857BD72-A5A7-4845-87EA-1B97DB89FFC1}" dt="2024-05-19T11:40:26.021" v="8797" actId="22"/>
          <ac:spMkLst>
            <pc:docMk/>
            <pc:sldMk cId="3400719524" sldId="272"/>
            <ac:spMk id="14" creationId="{CEECCC13-0666-EEDC-8C1E-F77E0552FDEF}"/>
          </ac:spMkLst>
        </pc:spChg>
        <pc:spChg chg="add del mod">
          <ac:chgData name="z z" userId="161882819154b75b" providerId="LiveId" clId="{E857BD72-A5A7-4845-87EA-1B97DB89FFC1}" dt="2024-05-19T11:59:59.529" v="8927" actId="478"/>
          <ac:spMkLst>
            <pc:docMk/>
            <pc:sldMk cId="3400719524" sldId="272"/>
            <ac:spMk id="15" creationId="{3BB7B7D2-A58B-CE30-DFD9-0D3BDC5E3AAB}"/>
          </ac:spMkLst>
        </pc:spChg>
        <pc:spChg chg="add del mod">
          <ac:chgData name="z z" userId="161882819154b75b" providerId="LiveId" clId="{E857BD72-A5A7-4845-87EA-1B97DB89FFC1}" dt="2024-05-19T12:11:02.080" v="9019" actId="478"/>
          <ac:spMkLst>
            <pc:docMk/>
            <pc:sldMk cId="3400719524" sldId="272"/>
            <ac:spMk id="16" creationId="{43971550-B7AF-28A0-7308-78B767837791}"/>
          </ac:spMkLst>
        </pc:spChg>
        <pc:spChg chg="add del mod">
          <ac:chgData name="z z" userId="161882819154b75b" providerId="LiveId" clId="{E857BD72-A5A7-4845-87EA-1B97DB89FFC1}" dt="2024-05-19T12:08:38.900" v="8978" actId="478"/>
          <ac:spMkLst>
            <pc:docMk/>
            <pc:sldMk cId="3400719524" sldId="272"/>
            <ac:spMk id="17" creationId="{54907EA3-8757-487D-211F-3DDC782337B5}"/>
          </ac:spMkLst>
        </pc:spChg>
        <pc:spChg chg="add del mod topLvl">
          <ac:chgData name="z z" userId="161882819154b75b" providerId="LiveId" clId="{E857BD72-A5A7-4845-87EA-1B97DB89FFC1}" dt="2024-05-19T12:31:46.799" v="9031"/>
          <ac:spMkLst>
            <pc:docMk/>
            <pc:sldMk cId="3400719524" sldId="272"/>
            <ac:spMk id="18" creationId="{71E750AF-694F-E093-CFCF-6400A54CA4B5}"/>
          </ac:spMkLst>
        </pc:spChg>
        <pc:spChg chg="add del mod topLvl">
          <ac:chgData name="z z" userId="161882819154b75b" providerId="LiveId" clId="{E857BD72-A5A7-4845-87EA-1B97DB89FFC1}" dt="2024-05-19T12:35:47.109" v="9113" actId="478"/>
          <ac:spMkLst>
            <pc:docMk/>
            <pc:sldMk cId="3400719524" sldId="272"/>
            <ac:spMk id="19" creationId="{56235903-3898-5672-6CA7-CFE46C88D2A9}"/>
          </ac:spMkLst>
        </pc:spChg>
        <pc:spChg chg="add del">
          <ac:chgData name="z z" userId="161882819154b75b" providerId="LiveId" clId="{E857BD72-A5A7-4845-87EA-1B97DB89FFC1}" dt="2024-05-19T12:33:29.824" v="9055" actId="22"/>
          <ac:spMkLst>
            <pc:docMk/>
            <pc:sldMk cId="3400719524" sldId="272"/>
            <ac:spMk id="22" creationId="{E8130A81-93AC-415A-07B2-3FC83FEA59DF}"/>
          </ac:spMkLst>
        </pc:spChg>
        <pc:spChg chg="add mod">
          <ac:chgData name="z z" userId="161882819154b75b" providerId="LiveId" clId="{E857BD72-A5A7-4845-87EA-1B97DB89FFC1}" dt="2024-05-19T12:34:03.927" v="9093" actId="1036"/>
          <ac:spMkLst>
            <pc:docMk/>
            <pc:sldMk cId="3400719524" sldId="272"/>
            <ac:spMk id="24" creationId="{AD67A102-0CA2-E4D5-CAE2-B0577EC8C4D4}"/>
          </ac:spMkLst>
        </pc:spChg>
        <pc:spChg chg="add mod">
          <ac:chgData name="z z" userId="161882819154b75b" providerId="LiveId" clId="{E857BD72-A5A7-4845-87EA-1B97DB89FFC1}" dt="2024-05-19T12:34:35.518" v="9102" actId="1076"/>
          <ac:spMkLst>
            <pc:docMk/>
            <pc:sldMk cId="3400719524" sldId="272"/>
            <ac:spMk id="25" creationId="{69FE5A12-E8AC-8344-9A70-79D95444C439}"/>
          </ac:spMkLst>
        </pc:spChg>
        <pc:spChg chg="add mod">
          <ac:chgData name="z z" userId="161882819154b75b" providerId="LiveId" clId="{E857BD72-A5A7-4845-87EA-1B97DB89FFC1}" dt="2024-05-19T12:35:53.136" v="9115" actId="1076"/>
          <ac:spMkLst>
            <pc:docMk/>
            <pc:sldMk cId="3400719524" sldId="272"/>
            <ac:spMk id="26" creationId="{B97148D6-55FF-2D65-59B1-5CBEAF9FC25C}"/>
          </ac:spMkLst>
        </pc:spChg>
        <pc:spChg chg="mod">
          <ac:chgData name="z z" userId="161882819154b75b" providerId="LiveId" clId="{E857BD72-A5A7-4845-87EA-1B97DB89FFC1}" dt="2024-05-19T10:11:08.667" v="8633" actId="1037"/>
          <ac:spMkLst>
            <pc:docMk/>
            <pc:sldMk cId="3400719524" sldId="272"/>
            <ac:spMk id="48" creationId="{55BCAD59-4980-1B94-E776-F2F32B163563}"/>
          </ac:spMkLst>
        </pc:spChg>
        <pc:spChg chg="mod">
          <ac:chgData name="z z" userId="161882819154b75b" providerId="LiveId" clId="{E857BD72-A5A7-4845-87EA-1B97DB89FFC1}" dt="2024-05-19T10:11:08.667" v="8633" actId="1037"/>
          <ac:spMkLst>
            <pc:docMk/>
            <pc:sldMk cId="3400719524" sldId="272"/>
            <ac:spMk id="49" creationId="{A134479F-454A-55DC-E73A-7C99CDD07FC3}"/>
          </ac:spMkLst>
        </pc:spChg>
        <pc:grpChg chg="add del mod">
          <ac:chgData name="z z" userId="161882819154b75b" providerId="LiveId" clId="{E857BD72-A5A7-4845-87EA-1B97DB89FFC1}" dt="2024-05-19T12:11:11.043" v="9023" actId="165"/>
          <ac:grpSpMkLst>
            <pc:docMk/>
            <pc:sldMk cId="3400719524" sldId="272"/>
            <ac:grpSpMk id="20" creationId="{F7CA98D2-A44B-5274-5BB2-273F2472EEC4}"/>
          </ac:grpSpMkLst>
        </pc:grpChg>
        <pc:picChg chg="del">
          <ac:chgData name="z z" userId="161882819154b75b" providerId="LiveId" clId="{E857BD72-A5A7-4845-87EA-1B97DB89FFC1}" dt="2024-05-19T09:00:42.881" v="7935" actId="478"/>
          <ac:picMkLst>
            <pc:docMk/>
            <pc:sldMk cId="3400719524" sldId="272"/>
            <ac:picMk id="45" creationId="{0B1AB2ED-0331-89E9-DF7B-0D911A31A2A0}"/>
          </ac:picMkLst>
        </pc:picChg>
        <pc:picChg chg="del">
          <ac:chgData name="z z" userId="161882819154b75b" providerId="LiveId" clId="{E857BD72-A5A7-4845-87EA-1B97DB89FFC1}" dt="2024-05-19T09:00:42.881" v="7935" actId="478"/>
          <ac:picMkLst>
            <pc:docMk/>
            <pc:sldMk cId="3400719524" sldId="272"/>
            <ac:picMk id="47" creationId="{280B84AC-82EB-DFE2-68B1-5D8CEE3B83B7}"/>
          </ac:picMkLst>
        </pc:picChg>
        <pc:picChg chg="mod">
          <ac:chgData name="z z" userId="161882819154b75b" providerId="LiveId" clId="{E857BD72-A5A7-4845-87EA-1B97DB89FFC1}" dt="2024-05-19T10:11:08.667" v="8633" actId="1037"/>
          <ac:picMkLst>
            <pc:docMk/>
            <pc:sldMk cId="3400719524" sldId="272"/>
            <ac:picMk id="71" creationId="{95032E43-0223-B7A1-5DC3-D20ED5ABF1F2}"/>
          </ac:picMkLst>
        </pc:picChg>
        <pc:picChg chg="mod">
          <ac:chgData name="z z" userId="161882819154b75b" providerId="LiveId" clId="{E857BD72-A5A7-4845-87EA-1B97DB89FFC1}" dt="2024-05-19T09:04:08.797" v="8508" actId="1037"/>
          <ac:picMkLst>
            <pc:docMk/>
            <pc:sldMk cId="3400719524" sldId="272"/>
            <ac:picMk id="72" creationId="{D7632A45-8745-7FDC-2597-4524C1835E81}"/>
          </ac:picMkLst>
        </pc:picChg>
        <pc:picChg chg="mod">
          <ac:chgData name="z z" userId="161882819154b75b" providerId="LiveId" clId="{E857BD72-A5A7-4845-87EA-1B97DB89FFC1}" dt="2024-05-19T11:40:24.431" v="8795" actId="1076"/>
          <ac:picMkLst>
            <pc:docMk/>
            <pc:sldMk cId="3400719524" sldId="272"/>
            <ac:picMk id="73" creationId="{0846CFDE-0EC5-67B2-F016-66DEA83EEBA2}"/>
          </ac:picMkLst>
        </pc:picChg>
      </pc:sldChg>
      <pc:sldChg chg="add del">
        <pc:chgData name="z z" userId="161882819154b75b" providerId="LiveId" clId="{E857BD72-A5A7-4845-87EA-1B97DB89FFC1}" dt="2024-05-19T08:48:34.279" v="6642"/>
        <pc:sldMkLst>
          <pc:docMk/>
          <pc:sldMk cId="3602299269" sldId="272"/>
        </pc:sldMkLst>
      </pc:sldChg>
      <pc:sldChg chg="addSp delSp modSp add mod modTransition modAnim">
        <pc:chgData name="z z" userId="161882819154b75b" providerId="LiveId" clId="{E857BD72-A5A7-4845-87EA-1B97DB89FFC1}" dt="2024-05-20T09:00:08.915" v="15587" actId="478"/>
        <pc:sldMkLst>
          <pc:docMk/>
          <pc:sldMk cId="170215702" sldId="273"/>
        </pc:sldMkLst>
        <pc:spChg chg="mod">
          <ac:chgData name="z z" userId="161882819154b75b" providerId="LiveId" clId="{E857BD72-A5A7-4845-87EA-1B97DB89FFC1}" dt="2024-05-19T11:25:59.485" v="8645" actId="14100"/>
          <ac:spMkLst>
            <pc:docMk/>
            <pc:sldMk cId="170215702" sldId="273"/>
            <ac:spMk id="2" creationId="{FAFF5040-EC1D-4A63-4137-B28DC686C01F}"/>
          </ac:spMkLst>
        </pc:spChg>
        <pc:spChg chg="add mod">
          <ac:chgData name="z z" userId="161882819154b75b" providerId="LiveId" clId="{E857BD72-A5A7-4845-87EA-1B97DB89FFC1}" dt="2024-05-20T03:48:11.474" v="13789" actId="1037"/>
          <ac:spMkLst>
            <pc:docMk/>
            <pc:sldMk cId="170215702" sldId="273"/>
            <ac:spMk id="4" creationId="{61AB7E45-066D-ADE3-FA41-4744AE8C7185}"/>
          </ac:spMkLst>
        </pc:spChg>
        <pc:spChg chg="add mod">
          <ac:chgData name="z z" userId="161882819154b75b" providerId="LiveId" clId="{E857BD72-A5A7-4845-87EA-1B97DB89FFC1}" dt="2024-05-20T03:48:22.381" v="13844" actId="1037"/>
          <ac:spMkLst>
            <pc:docMk/>
            <pc:sldMk cId="170215702" sldId="273"/>
            <ac:spMk id="5" creationId="{A11B6B51-C2B5-4381-DE87-F222EDBEFA45}"/>
          </ac:spMkLst>
        </pc:spChg>
        <pc:spChg chg="add del mod">
          <ac:chgData name="z z" userId="161882819154b75b" providerId="LiveId" clId="{E857BD72-A5A7-4845-87EA-1B97DB89FFC1}" dt="2024-05-20T03:59:44.205" v="13846" actId="478"/>
          <ac:spMkLst>
            <pc:docMk/>
            <pc:sldMk cId="170215702" sldId="273"/>
            <ac:spMk id="6" creationId="{D64513AA-BFF4-27CD-3E23-6E0A326C0226}"/>
          </ac:spMkLst>
        </pc:spChg>
        <pc:spChg chg="add mod">
          <ac:chgData name="z z" userId="161882819154b75b" providerId="LiveId" clId="{E857BD72-A5A7-4845-87EA-1B97DB89FFC1}" dt="2024-05-20T04:09:42.796" v="14061" actId="1076"/>
          <ac:spMkLst>
            <pc:docMk/>
            <pc:sldMk cId="170215702" sldId="273"/>
            <ac:spMk id="7" creationId="{97E58601-6FA5-7867-5953-9FAC068C57C6}"/>
          </ac:spMkLst>
        </pc:spChg>
        <pc:spChg chg="add mod">
          <ac:chgData name="z z" userId="161882819154b75b" providerId="LiveId" clId="{E857BD72-A5A7-4845-87EA-1B97DB89FFC1}" dt="2024-05-20T04:09:42.796" v="14061" actId="1076"/>
          <ac:spMkLst>
            <pc:docMk/>
            <pc:sldMk cId="170215702" sldId="273"/>
            <ac:spMk id="8" creationId="{2F8E3804-F79C-E26A-C007-70CFDEA5BBB5}"/>
          </ac:spMkLst>
        </pc:spChg>
        <pc:spChg chg="mod">
          <ac:chgData name="z z" userId="161882819154b75b" providerId="LiveId" clId="{E857BD72-A5A7-4845-87EA-1B97DB89FFC1}" dt="2024-05-19T11:25:20.626" v="8637"/>
          <ac:spMkLst>
            <pc:docMk/>
            <pc:sldMk cId="170215702" sldId="273"/>
            <ac:spMk id="10" creationId="{7BBB5AD6-4B1F-6CE4-CED9-0CABFD42697E}"/>
          </ac:spMkLst>
        </pc:spChg>
        <pc:spChg chg="del">
          <ac:chgData name="z z" userId="161882819154b75b" providerId="LiveId" clId="{E857BD72-A5A7-4845-87EA-1B97DB89FFC1}" dt="2024-05-19T11:25:23.124" v="8638" actId="478"/>
          <ac:spMkLst>
            <pc:docMk/>
            <pc:sldMk cId="170215702" sldId="273"/>
            <ac:spMk id="11" creationId="{01D0C114-722D-725D-9953-FD7AA326D3D3}"/>
          </ac:spMkLst>
        </pc:spChg>
        <pc:spChg chg="mod">
          <ac:chgData name="z z" userId="161882819154b75b" providerId="LiveId" clId="{E857BD72-A5A7-4845-87EA-1B97DB89FFC1}" dt="2024-05-19T11:25:35.198" v="8641"/>
          <ac:spMkLst>
            <pc:docMk/>
            <pc:sldMk cId="170215702" sldId="273"/>
            <ac:spMk id="12" creationId="{E363EBEF-4C60-70C8-3A1D-213A10AEA77A}"/>
          </ac:spMkLst>
        </pc:spChg>
        <pc:spChg chg="del">
          <ac:chgData name="z z" userId="161882819154b75b" providerId="LiveId" clId="{E857BD72-A5A7-4845-87EA-1B97DB89FFC1}" dt="2024-05-20T03:43:27.860" v="13146" actId="478"/>
          <ac:spMkLst>
            <pc:docMk/>
            <pc:sldMk cId="170215702" sldId="273"/>
            <ac:spMk id="48" creationId="{55BCAD59-4980-1B94-E776-F2F32B163563}"/>
          </ac:spMkLst>
        </pc:spChg>
        <pc:spChg chg="del">
          <ac:chgData name="z z" userId="161882819154b75b" providerId="LiveId" clId="{E857BD72-A5A7-4845-87EA-1B97DB89FFC1}" dt="2024-05-20T03:43:27.860" v="13146" actId="478"/>
          <ac:spMkLst>
            <pc:docMk/>
            <pc:sldMk cId="170215702" sldId="273"/>
            <ac:spMk id="49" creationId="{A134479F-454A-55DC-E73A-7C99CDD07FC3}"/>
          </ac:spMkLst>
        </pc:spChg>
        <pc:picChg chg="add mod">
          <ac:chgData name="z z" userId="161882819154b75b" providerId="LiveId" clId="{E857BD72-A5A7-4845-87EA-1B97DB89FFC1}" dt="2024-05-20T03:47:56.508" v="13716"/>
          <ac:picMkLst>
            <pc:docMk/>
            <pc:sldMk cId="170215702" sldId="273"/>
            <ac:picMk id="3" creationId="{4AED9B43-2626-EE08-6BB0-61B7302EB023}"/>
          </ac:picMkLst>
        </pc:picChg>
        <pc:picChg chg="del">
          <ac:chgData name="z z" userId="161882819154b75b" providerId="LiveId" clId="{E857BD72-A5A7-4845-87EA-1B97DB89FFC1}" dt="2024-05-20T03:43:27.860" v="13146" actId="478"/>
          <ac:picMkLst>
            <pc:docMk/>
            <pc:sldMk cId="170215702" sldId="273"/>
            <ac:picMk id="71" creationId="{95032E43-0223-B7A1-5DC3-D20ED5ABF1F2}"/>
          </ac:picMkLst>
        </pc:picChg>
        <pc:picChg chg="del">
          <ac:chgData name="z z" userId="161882819154b75b" providerId="LiveId" clId="{E857BD72-A5A7-4845-87EA-1B97DB89FFC1}" dt="2024-05-20T09:00:08.915" v="15587" actId="478"/>
          <ac:picMkLst>
            <pc:docMk/>
            <pc:sldMk cId="170215702" sldId="273"/>
            <ac:picMk id="72" creationId="{D7632A45-8745-7FDC-2597-4524C1835E81}"/>
          </ac:picMkLst>
        </pc:picChg>
        <pc:picChg chg="del">
          <ac:chgData name="z z" userId="161882819154b75b" providerId="LiveId" clId="{E857BD72-A5A7-4845-87EA-1B97DB89FFC1}" dt="2024-05-20T03:43:27.860" v="13146" actId="478"/>
          <ac:picMkLst>
            <pc:docMk/>
            <pc:sldMk cId="170215702" sldId="273"/>
            <ac:picMk id="73" creationId="{0846CFDE-0EC5-67B2-F016-66DEA83EEBA2}"/>
          </ac:picMkLst>
        </pc:picChg>
      </pc:sldChg>
      <pc:sldChg chg="addSp delSp modSp add mod modTransition modAnim">
        <pc:chgData name="z z" userId="161882819154b75b" providerId="LiveId" clId="{E857BD72-A5A7-4845-87EA-1B97DB89FFC1}" dt="2024-05-20T09:00:35.067" v="15598" actId="478"/>
        <pc:sldMkLst>
          <pc:docMk/>
          <pc:sldMk cId="1523311525" sldId="274"/>
        </pc:sldMkLst>
        <pc:spChg chg="del mod">
          <ac:chgData name="z z" userId="161882819154b75b" providerId="LiveId" clId="{E857BD72-A5A7-4845-87EA-1B97DB89FFC1}" dt="2024-05-19T11:57:53.890" v="8884" actId="478"/>
          <ac:spMkLst>
            <pc:docMk/>
            <pc:sldMk cId="1523311525" sldId="274"/>
            <ac:spMk id="2" creationId="{FAFF5040-EC1D-4A63-4137-B28DC686C01F}"/>
          </ac:spMkLst>
        </pc:spChg>
        <pc:spChg chg="add del mod">
          <ac:chgData name="z z" userId="161882819154b75b" providerId="LiveId" clId="{E857BD72-A5A7-4845-87EA-1B97DB89FFC1}" dt="2024-05-19T11:43:45.921" v="8818" actId="478"/>
          <ac:spMkLst>
            <pc:docMk/>
            <pc:sldMk cId="1523311525" sldId="274"/>
            <ac:spMk id="3" creationId="{622A54BD-46AF-E445-5C8C-E8F74C2B82DC}"/>
          </ac:spMkLst>
        </pc:spChg>
        <pc:spChg chg="add del mod">
          <ac:chgData name="z z" userId="161882819154b75b" providerId="LiveId" clId="{E857BD72-A5A7-4845-87EA-1B97DB89FFC1}" dt="2024-05-19T11:56:53.265" v="8859" actId="478"/>
          <ac:spMkLst>
            <pc:docMk/>
            <pc:sldMk cId="1523311525" sldId="274"/>
            <ac:spMk id="4" creationId="{9F54B16C-ED8F-6565-8807-19BED9FE4267}"/>
          </ac:spMkLst>
        </pc:spChg>
        <pc:spChg chg="add mod">
          <ac:chgData name="z z" userId="161882819154b75b" providerId="LiveId" clId="{E857BD72-A5A7-4845-87EA-1B97DB89FFC1}" dt="2024-05-19T12:00:11.284" v="8929" actId="207"/>
          <ac:spMkLst>
            <pc:docMk/>
            <pc:sldMk cId="1523311525" sldId="274"/>
            <ac:spMk id="5" creationId="{E65F2270-60C7-46F5-6443-B47713C67C96}"/>
          </ac:spMkLst>
        </pc:spChg>
        <pc:spChg chg="del mod">
          <ac:chgData name="z z" userId="161882819154b75b" providerId="LiveId" clId="{E857BD72-A5A7-4845-87EA-1B97DB89FFC1}" dt="2024-05-19T12:08:47.537" v="8980" actId="478"/>
          <ac:spMkLst>
            <pc:docMk/>
            <pc:sldMk cId="1523311525" sldId="274"/>
            <ac:spMk id="6" creationId="{1C9A227A-532D-655E-7840-2C47C3BB1E4E}"/>
          </ac:spMkLst>
        </pc:spChg>
        <pc:spChg chg="add del mod">
          <ac:chgData name="z z" userId="161882819154b75b" providerId="LiveId" clId="{E857BD72-A5A7-4845-87EA-1B97DB89FFC1}" dt="2024-05-19T12:00:14.190" v="8930" actId="478"/>
          <ac:spMkLst>
            <pc:docMk/>
            <pc:sldMk cId="1523311525" sldId="274"/>
            <ac:spMk id="7" creationId="{24191850-34F5-F68E-C652-9BA6666D1A24}"/>
          </ac:spMkLst>
        </pc:spChg>
        <pc:spChg chg="add mod">
          <ac:chgData name="z z" userId="161882819154b75b" providerId="LiveId" clId="{E857BD72-A5A7-4845-87EA-1B97DB89FFC1}" dt="2024-05-19T11:57:54.235" v="8885"/>
          <ac:spMkLst>
            <pc:docMk/>
            <pc:sldMk cId="1523311525" sldId="274"/>
            <ac:spMk id="8" creationId="{519BF634-0A5B-4BB8-E62B-E42330DEA6D8}"/>
          </ac:spMkLst>
        </pc:spChg>
        <pc:spChg chg="del mod">
          <ac:chgData name="z z" userId="161882819154b75b" providerId="LiveId" clId="{E857BD72-A5A7-4845-87EA-1B97DB89FFC1}" dt="2024-05-19T12:08:43.574" v="8979" actId="478"/>
          <ac:spMkLst>
            <pc:docMk/>
            <pc:sldMk cId="1523311525" sldId="274"/>
            <ac:spMk id="9" creationId="{B18303C1-482C-AA95-8917-5F4ED3BA5DF5}"/>
          </ac:spMkLst>
        </pc:spChg>
        <pc:spChg chg="del">
          <ac:chgData name="z z" userId="161882819154b75b" providerId="LiveId" clId="{E857BD72-A5A7-4845-87EA-1B97DB89FFC1}" dt="2024-05-19T11:57:12.022" v="8862" actId="478"/>
          <ac:spMkLst>
            <pc:docMk/>
            <pc:sldMk cId="1523311525" sldId="274"/>
            <ac:spMk id="10" creationId="{7BBB5AD6-4B1F-6CE4-CED9-0CABFD42697E}"/>
          </ac:spMkLst>
        </pc:spChg>
        <pc:spChg chg="del">
          <ac:chgData name="z z" userId="161882819154b75b" providerId="LiveId" clId="{E857BD72-A5A7-4845-87EA-1B97DB89FFC1}" dt="2024-05-19T11:37:35.593" v="8778" actId="478"/>
          <ac:spMkLst>
            <pc:docMk/>
            <pc:sldMk cId="1523311525" sldId="274"/>
            <ac:spMk id="12" creationId="{E363EBEF-4C60-70C8-3A1D-213A10AEA77A}"/>
          </ac:spMkLst>
        </pc:spChg>
        <pc:spChg chg="add del mod">
          <ac:chgData name="z z" userId="161882819154b75b" providerId="LiveId" clId="{E857BD72-A5A7-4845-87EA-1B97DB89FFC1}" dt="2024-05-19T12:08:21.920" v="8971" actId="478"/>
          <ac:spMkLst>
            <pc:docMk/>
            <pc:sldMk cId="1523311525" sldId="274"/>
            <ac:spMk id="13" creationId="{71FA274C-E9EA-B278-F432-9C3811933E24}"/>
          </ac:spMkLst>
        </pc:spChg>
        <pc:spChg chg="add del mod">
          <ac:chgData name="z z" userId="161882819154b75b" providerId="LiveId" clId="{E857BD72-A5A7-4845-87EA-1B97DB89FFC1}" dt="2024-05-19T12:11:15.634" v="9024" actId="478"/>
          <ac:spMkLst>
            <pc:docMk/>
            <pc:sldMk cId="1523311525" sldId="274"/>
            <ac:spMk id="14" creationId="{48D0D3A8-0671-B65B-5B2D-40612A222013}"/>
          </ac:spMkLst>
        </pc:spChg>
        <pc:spChg chg="add mod">
          <ac:chgData name="z z" userId="161882819154b75b" providerId="LiveId" clId="{E857BD72-A5A7-4845-87EA-1B97DB89FFC1}" dt="2024-05-19T12:09:09.765" v="8982"/>
          <ac:spMkLst>
            <pc:docMk/>
            <pc:sldMk cId="1523311525" sldId="274"/>
            <ac:spMk id="15" creationId="{86C7B596-B194-7178-34A0-FA3A9134AA0F}"/>
          </ac:spMkLst>
        </pc:spChg>
        <pc:spChg chg="add del mod">
          <ac:chgData name="z z" userId="161882819154b75b" providerId="LiveId" clId="{E857BD72-A5A7-4845-87EA-1B97DB89FFC1}" dt="2024-05-19T12:11:15.634" v="9024" actId="478"/>
          <ac:spMkLst>
            <pc:docMk/>
            <pc:sldMk cId="1523311525" sldId="274"/>
            <ac:spMk id="16" creationId="{10E7D660-5D83-38C3-28E4-6619EEA31E56}"/>
          </ac:spMkLst>
        </pc:spChg>
        <pc:spChg chg="add mod topLvl">
          <ac:chgData name="z z" userId="161882819154b75b" providerId="LiveId" clId="{E857BD72-A5A7-4845-87EA-1B97DB89FFC1}" dt="2024-05-19T12:43:28.968" v="9207" actId="1076"/>
          <ac:spMkLst>
            <pc:docMk/>
            <pc:sldMk cId="1523311525" sldId="274"/>
            <ac:spMk id="17" creationId="{535C0F3E-54A0-8D65-8395-345B88BC78DA}"/>
          </ac:spMkLst>
        </pc:spChg>
        <pc:spChg chg="add del mod ord topLvl">
          <ac:chgData name="z z" userId="161882819154b75b" providerId="LiveId" clId="{E857BD72-A5A7-4845-87EA-1B97DB89FFC1}" dt="2024-05-19T12:43:28.968" v="9207" actId="1076"/>
          <ac:spMkLst>
            <pc:docMk/>
            <pc:sldMk cId="1523311525" sldId="274"/>
            <ac:spMk id="18" creationId="{303B40B1-936D-42E6-2B14-8BC33EBB2921}"/>
          </ac:spMkLst>
        </pc:spChg>
        <pc:spChg chg="add del mod">
          <ac:chgData name="z z" userId="161882819154b75b" providerId="LiveId" clId="{E857BD72-A5A7-4845-87EA-1B97DB89FFC1}" dt="2024-05-19T12:36:28.163" v="9121" actId="478"/>
          <ac:spMkLst>
            <pc:docMk/>
            <pc:sldMk cId="1523311525" sldId="274"/>
            <ac:spMk id="19" creationId="{0A137BBD-0F69-1FFE-6F6F-A397DF2A7326}"/>
          </ac:spMkLst>
        </pc:spChg>
        <pc:spChg chg="add mod topLvl">
          <ac:chgData name="z z" userId="161882819154b75b" providerId="LiveId" clId="{E857BD72-A5A7-4845-87EA-1B97DB89FFC1}" dt="2024-05-19T12:43:28.968" v="9207" actId="1076"/>
          <ac:spMkLst>
            <pc:docMk/>
            <pc:sldMk cId="1523311525" sldId="274"/>
            <ac:spMk id="20" creationId="{300EE04A-EF0E-AF85-CE5E-EF575D4B5FB2}"/>
          </ac:spMkLst>
        </pc:spChg>
        <pc:spChg chg="add del mod topLvl">
          <ac:chgData name="z z" userId="161882819154b75b" providerId="LiveId" clId="{E857BD72-A5A7-4845-87EA-1B97DB89FFC1}" dt="2024-05-19T12:39:57.784" v="9201" actId="478"/>
          <ac:spMkLst>
            <pc:docMk/>
            <pc:sldMk cId="1523311525" sldId="274"/>
            <ac:spMk id="21" creationId="{50C641FC-087F-4E22-8B13-1E25AF70603B}"/>
          </ac:spMkLst>
        </pc:spChg>
        <pc:spChg chg="del">
          <ac:chgData name="z z" userId="161882819154b75b" providerId="LiveId" clId="{E857BD72-A5A7-4845-87EA-1B97DB89FFC1}" dt="2024-05-19T11:37:12.087" v="8777" actId="478"/>
          <ac:spMkLst>
            <pc:docMk/>
            <pc:sldMk cId="1523311525" sldId="274"/>
            <ac:spMk id="48" creationId="{55BCAD59-4980-1B94-E776-F2F32B163563}"/>
          </ac:spMkLst>
        </pc:spChg>
        <pc:spChg chg="del">
          <ac:chgData name="z z" userId="161882819154b75b" providerId="LiveId" clId="{E857BD72-A5A7-4845-87EA-1B97DB89FFC1}" dt="2024-05-19T11:37:12.087" v="8777" actId="478"/>
          <ac:spMkLst>
            <pc:docMk/>
            <pc:sldMk cId="1523311525" sldId="274"/>
            <ac:spMk id="49" creationId="{A134479F-454A-55DC-E73A-7C99CDD07FC3}"/>
          </ac:spMkLst>
        </pc:spChg>
        <pc:grpChg chg="add del mod">
          <ac:chgData name="z z" userId="161882819154b75b" providerId="LiveId" clId="{E857BD72-A5A7-4845-87EA-1B97DB89FFC1}" dt="2024-05-19T12:39:22.030" v="9195" actId="165"/>
          <ac:grpSpMkLst>
            <pc:docMk/>
            <pc:sldMk cId="1523311525" sldId="274"/>
            <ac:grpSpMk id="22" creationId="{431A346C-AD9E-C2C2-49EF-973C033923B6}"/>
          </ac:grpSpMkLst>
        </pc:grpChg>
        <pc:picChg chg="del">
          <ac:chgData name="z z" userId="161882819154b75b" providerId="LiveId" clId="{E857BD72-A5A7-4845-87EA-1B97DB89FFC1}" dt="2024-05-19T11:37:12.087" v="8777" actId="478"/>
          <ac:picMkLst>
            <pc:docMk/>
            <pc:sldMk cId="1523311525" sldId="274"/>
            <ac:picMk id="71" creationId="{95032E43-0223-B7A1-5DC3-D20ED5ABF1F2}"/>
          </ac:picMkLst>
        </pc:picChg>
        <pc:picChg chg="del">
          <ac:chgData name="z z" userId="161882819154b75b" providerId="LiveId" clId="{E857BD72-A5A7-4845-87EA-1B97DB89FFC1}" dt="2024-05-20T09:00:35.067" v="15598" actId="478"/>
          <ac:picMkLst>
            <pc:docMk/>
            <pc:sldMk cId="1523311525" sldId="274"/>
            <ac:picMk id="72" creationId="{D7632A45-8745-7FDC-2597-4524C1835E81}"/>
          </ac:picMkLst>
        </pc:picChg>
        <pc:picChg chg="del">
          <ac:chgData name="z z" userId="161882819154b75b" providerId="LiveId" clId="{E857BD72-A5A7-4845-87EA-1B97DB89FFC1}" dt="2024-05-19T11:37:12.087" v="8777" actId="478"/>
          <ac:picMkLst>
            <pc:docMk/>
            <pc:sldMk cId="1523311525" sldId="274"/>
            <ac:picMk id="73" creationId="{0846CFDE-0EC5-67B2-F016-66DEA83EEBA2}"/>
          </ac:picMkLst>
        </pc:picChg>
      </pc:sldChg>
      <pc:sldChg chg="addSp delSp modSp add mod modTransition">
        <pc:chgData name="z z" userId="161882819154b75b" providerId="LiveId" clId="{E857BD72-A5A7-4845-87EA-1B97DB89FFC1}" dt="2024-05-20T09:00:33.341" v="15597" actId="478"/>
        <pc:sldMkLst>
          <pc:docMk/>
          <pc:sldMk cId="457229056" sldId="275"/>
        </pc:sldMkLst>
        <pc:spChg chg="add mod">
          <ac:chgData name="z z" userId="161882819154b75b" providerId="LiveId" clId="{E857BD72-A5A7-4845-87EA-1B97DB89FFC1}" dt="2024-05-19T12:47:47.840" v="9258" actId="1076"/>
          <ac:spMkLst>
            <pc:docMk/>
            <pc:sldMk cId="457229056" sldId="275"/>
            <ac:spMk id="2" creationId="{E160AB31-B8F2-10CB-13DC-4D149DACFA0E}"/>
          </ac:spMkLst>
        </pc:spChg>
        <pc:spChg chg="add mod">
          <ac:chgData name="z z" userId="161882819154b75b" providerId="LiveId" clId="{E857BD72-A5A7-4845-87EA-1B97DB89FFC1}" dt="2024-05-19T12:48:03.186" v="9290" actId="20577"/>
          <ac:spMkLst>
            <pc:docMk/>
            <pc:sldMk cId="457229056" sldId="275"/>
            <ac:spMk id="3" creationId="{DD262FCD-25F8-484C-149F-5D82A1F81CEB}"/>
          </ac:spMkLst>
        </pc:spChg>
        <pc:spChg chg="mod">
          <ac:chgData name="z z" userId="161882819154b75b" providerId="LiveId" clId="{E857BD72-A5A7-4845-87EA-1B97DB89FFC1}" dt="2024-05-19T12:47:44.514" v="9257" actId="1037"/>
          <ac:spMkLst>
            <pc:docMk/>
            <pc:sldMk cId="457229056" sldId="275"/>
            <ac:spMk id="17" creationId="{535C0F3E-54A0-8D65-8395-345B88BC78DA}"/>
          </ac:spMkLst>
        </pc:spChg>
        <pc:spChg chg="mod">
          <ac:chgData name="z z" userId="161882819154b75b" providerId="LiveId" clId="{E857BD72-A5A7-4845-87EA-1B97DB89FFC1}" dt="2024-05-19T12:48:25.833" v="9291" actId="1076"/>
          <ac:spMkLst>
            <pc:docMk/>
            <pc:sldMk cId="457229056" sldId="275"/>
            <ac:spMk id="20" creationId="{300EE04A-EF0E-AF85-CE5E-EF575D4B5FB2}"/>
          </ac:spMkLst>
        </pc:spChg>
        <pc:picChg chg="add del mod">
          <ac:chgData name="z z" userId="161882819154b75b" providerId="LiveId" clId="{E857BD72-A5A7-4845-87EA-1B97DB89FFC1}" dt="2024-05-19T13:09:00.844" v="9437" actId="478"/>
          <ac:picMkLst>
            <pc:docMk/>
            <pc:sldMk cId="457229056" sldId="275"/>
            <ac:picMk id="4" creationId="{0C0F8BB2-9CC0-443E-9151-3890910AFA8A}"/>
          </ac:picMkLst>
        </pc:picChg>
        <pc:picChg chg="add del mod">
          <ac:chgData name="z z" userId="161882819154b75b" providerId="LiveId" clId="{E857BD72-A5A7-4845-87EA-1B97DB89FFC1}" dt="2024-05-19T13:11:48.258" v="9546" actId="478"/>
          <ac:picMkLst>
            <pc:docMk/>
            <pc:sldMk cId="457229056" sldId="275"/>
            <ac:picMk id="6" creationId="{027F9AF9-212B-8BAB-DD42-6A6E2C8E0EB6}"/>
          </ac:picMkLst>
        </pc:picChg>
        <pc:picChg chg="add del mod">
          <ac:chgData name="z z" userId="161882819154b75b" providerId="LiveId" clId="{E857BD72-A5A7-4845-87EA-1B97DB89FFC1}" dt="2024-05-19T13:13:38.744" v="9655" actId="478"/>
          <ac:picMkLst>
            <pc:docMk/>
            <pc:sldMk cId="457229056" sldId="275"/>
            <ac:picMk id="7" creationId="{6024B893-B0A7-6D2E-08E0-E86F66C4AA58}"/>
          </ac:picMkLst>
        </pc:picChg>
        <pc:picChg chg="add del mod">
          <ac:chgData name="z z" userId="161882819154b75b" providerId="LiveId" clId="{E857BD72-A5A7-4845-87EA-1B97DB89FFC1}" dt="2024-05-19T13:20:35.277" v="9900" actId="478"/>
          <ac:picMkLst>
            <pc:docMk/>
            <pc:sldMk cId="457229056" sldId="275"/>
            <ac:picMk id="9" creationId="{5B108F68-3538-AF85-5189-767FD9E30D4C}"/>
          </ac:picMkLst>
        </pc:picChg>
        <pc:picChg chg="add del mod">
          <ac:chgData name="z z" userId="161882819154b75b" providerId="LiveId" clId="{E857BD72-A5A7-4845-87EA-1B97DB89FFC1}" dt="2024-05-19T13:22:18.572" v="10164" actId="478"/>
          <ac:picMkLst>
            <pc:docMk/>
            <pc:sldMk cId="457229056" sldId="275"/>
            <ac:picMk id="10" creationId="{7E07DB03-E142-8632-51FA-262E0DE03411}"/>
          </ac:picMkLst>
        </pc:picChg>
        <pc:picChg chg="add mod">
          <ac:chgData name="z z" userId="161882819154b75b" providerId="LiveId" clId="{E857BD72-A5A7-4845-87EA-1B97DB89FFC1}" dt="2024-05-19T13:22:23.026" v="10252" actId="1036"/>
          <ac:picMkLst>
            <pc:docMk/>
            <pc:sldMk cId="457229056" sldId="275"/>
            <ac:picMk id="12" creationId="{E2DF5557-4893-2A5A-4E70-819ACEB7B6F1}"/>
          </ac:picMkLst>
        </pc:picChg>
        <pc:picChg chg="del">
          <ac:chgData name="z z" userId="161882819154b75b" providerId="LiveId" clId="{E857BD72-A5A7-4845-87EA-1B97DB89FFC1}" dt="2024-05-20T09:00:33.341" v="15597" actId="478"/>
          <ac:picMkLst>
            <pc:docMk/>
            <pc:sldMk cId="457229056" sldId="275"/>
            <ac:picMk id="72" creationId="{D7632A45-8745-7FDC-2597-4524C1835E81}"/>
          </ac:picMkLst>
        </pc:picChg>
      </pc:sldChg>
      <pc:sldChg chg="addSp delSp modSp add mod modTransition">
        <pc:chgData name="z z" userId="161882819154b75b" providerId="LiveId" clId="{E857BD72-A5A7-4845-87EA-1B97DB89FFC1}" dt="2024-05-20T09:00:31.321" v="15596" actId="478"/>
        <pc:sldMkLst>
          <pc:docMk/>
          <pc:sldMk cId="579058831" sldId="276"/>
        </pc:sldMkLst>
        <pc:spChg chg="add mod">
          <ac:chgData name="z z" userId="161882819154b75b" providerId="LiveId" clId="{E857BD72-A5A7-4845-87EA-1B97DB89FFC1}" dt="2024-05-20T03:21:53.902" v="12041"/>
          <ac:spMkLst>
            <pc:docMk/>
            <pc:sldMk cId="579058831" sldId="276"/>
            <ac:spMk id="2" creationId="{BECA346D-0A50-F944-9A80-EE46BDDAA735}"/>
          </ac:spMkLst>
        </pc:spChg>
        <pc:spChg chg="del mod">
          <ac:chgData name="z z" userId="161882819154b75b" providerId="LiveId" clId="{E857BD72-A5A7-4845-87EA-1B97DB89FFC1}" dt="2024-05-19T14:06:56.580" v="11462" actId="478"/>
          <ac:spMkLst>
            <pc:docMk/>
            <pc:sldMk cId="579058831" sldId="276"/>
            <ac:spMk id="2" creationId="{E160AB31-B8F2-10CB-13DC-4D149DACFA0E}"/>
          </ac:spMkLst>
        </pc:spChg>
        <pc:spChg chg="add mod">
          <ac:chgData name="z z" userId="161882819154b75b" providerId="LiveId" clId="{E857BD72-A5A7-4845-87EA-1B97DB89FFC1}" dt="2024-05-20T03:21:53.902" v="12041"/>
          <ac:spMkLst>
            <pc:docMk/>
            <pc:sldMk cId="579058831" sldId="276"/>
            <ac:spMk id="3" creationId="{13448280-5C34-C738-81E6-14939D987ED8}"/>
          </ac:spMkLst>
        </pc:spChg>
        <pc:spChg chg="del mod">
          <ac:chgData name="z z" userId="161882819154b75b" providerId="LiveId" clId="{E857BD72-A5A7-4845-87EA-1B97DB89FFC1}" dt="2024-05-19T14:06:56.580" v="11462" actId="478"/>
          <ac:spMkLst>
            <pc:docMk/>
            <pc:sldMk cId="579058831" sldId="276"/>
            <ac:spMk id="3" creationId="{DD262FCD-25F8-484C-149F-5D82A1F81CEB}"/>
          </ac:spMkLst>
        </pc:spChg>
        <pc:spChg chg="add del mod">
          <ac:chgData name="z z" userId="161882819154b75b" providerId="LiveId" clId="{E857BD72-A5A7-4845-87EA-1B97DB89FFC1}" dt="2024-05-19T12:58:29.015" v="9319" actId="478"/>
          <ac:spMkLst>
            <pc:docMk/>
            <pc:sldMk cId="579058831" sldId="276"/>
            <ac:spMk id="4" creationId="{005D9A76-8675-EA5C-38DC-E4C80291BCC0}"/>
          </ac:spMkLst>
        </pc:spChg>
        <pc:spChg chg="add del mod ord">
          <ac:chgData name="z z" userId="161882819154b75b" providerId="LiveId" clId="{E857BD72-A5A7-4845-87EA-1B97DB89FFC1}" dt="2024-05-20T03:21:53.570" v="12040" actId="478"/>
          <ac:spMkLst>
            <pc:docMk/>
            <pc:sldMk cId="579058831" sldId="276"/>
            <ac:spMk id="16" creationId="{3963AD94-EA21-38B1-44CF-5DC05619F275}"/>
          </ac:spMkLst>
        </pc:spChg>
        <pc:spChg chg="del mod">
          <ac:chgData name="z z" userId="161882819154b75b" providerId="LiveId" clId="{E857BD72-A5A7-4845-87EA-1B97DB89FFC1}" dt="2024-05-19T14:06:56.580" v="11462" actId="478"/>
          <ac:spMkLst>
            <pc:docMk/>
            <pc:sldMk cId="579058831" sldId="276"/>
            <ac:spMk id="17" creationId="{535C0F3E-54A0-8D65-8395-345B88BC78DA}"/>
          </ac:spMkLst>
        </pc:spChg>
        <pc:spChg chg="del mod">
          <ac:chgData name="z z" userId="161882819154b75b" providerId="LiveId" clId="{E857BD72-A5A7-4845-87EA-1B97DB89FFC1}" dt="2024-05-20T03:21:53.570" v="12040" actId="478"/>
          <ac:spMkLst>
            <pc:docMk/>
            <pc:sldMk cId="579058831" sldId="276"/>
            <ac:spMk id="18" creationId="{303B40B1-936D-42E6-2B14-8BC33EBB2921}"/>
          </ac:spMkLst>
        </pc:spChg>
        <pc:spChg chg="del mod">
          <ac:chgData name="z z" userId="161882819154b75b" providerId="LiveId" clId="{E857BD72-A5A7-4845-87EA-1B97DB89FFC1}" dt="2024-05-19T14:06:56.580" v="11462" actId="478"/>
          <ac:spMkLst>
            <pc:docMk/>
            <pc:sldMk cId="579058831" sldId="276"/>
            <ac:spMk id="20" creationId="{300EE04A-EF0E-AF85-CE5E-EF575D4B5FB2}"/>
          </ac:spMkLst>
        </pc:spChg>
        <pc:spChg chg="add mod">
          <ac:chgData name="z z" userId="161882819154b75b" providerId="LiveId" clId="{E857BD72-A5A7-4845-87EA-1B97DB89FFC1}" dt="2024-05-19T14:06:57.049" v="11463"/>
          <ac:spMkLst>
            <pc:docMk/>
            <pc:sldMk cId="579058831" sldId="276"/>
            <ac:spMk id="22" creationId="{DEB54B83-E12F-E14E-C5C0-322CDB62FC79}"/>
          </ac:spMkLst>
        </pc:spChg>
        <pc:spChg chg="add mod">
          <ac:chgData name="z z" userId="161882819154b75b" providerId="LiveId" clId="{E857BD72-A5A7-4845-87EA-1B97DB89FFC1}" dt="2024-05-19T14:06:57.049" v="11463"/>
          <ac:spMkLst>
            <pc:docMk/>
            <pc:sldMk cId="579058831" sldId="276"/>
            <ac:spMk id="23" creationId="{869A6156-34C9-602C-88F9-BDF352753FE7}"/>
          </ac:spMkLst>
        </pc:spChg>
        <pc:spChg chg="add mod">
          <ac:chgData name="z z" userId="161882819154b75b" providerId="LiveId" clId="{E857BD72-A5A7-4845-87EA-1B97DB89FFC1}" dt="2024-05-19T14:06:57.049" v="11463"/>
          <ac:spMkLst>
            <pc:docMk/>
            <pc:sldMk cId="579058831" sldId="276"/>
            <ac:spMk id="24" creationId="{4AF79A1D-4D2B-62A4-0707-B069720A9675}"/>
          </ac:spMkLst>
        </pc:spChg>
        <pc:spChg chg="add mod">
          <ac:chgData name="z z" userId="161882819154b75b" providerId="LiveId" clId="{E857BD72-A5A7-4845-87EA-1B97DB89FFC1}" dt="2024-05-19T14:06:57.049" v="11463"/>
          <ac:spMkLst>
            <pc:docMk/>
            <pc:sldMk cId="579058831" sldId="276"/>
            <ac:spMk id="25" creationId="{2049F375-A5CC-7F0C-57EB-CC0A999843C9}"/>
          </ac:spMkLst>
        </pc:spChg>
        <pc:picChg chg="add del mod">
          <ac:chgData name="z z" userId="161882819154b75b" providerId="LiveId" clId="{E857BD72-A5A7-4845-87EA-1B97DB89FFC1}" dt="2024-05-19T13:08:04.973" v="9428" actId="478"/>
          <ac:picMkLst>
            <pc:docMk/>
            <pc:sldMk cId="579058831" sldId="276"/>
            <ac:picMk id="7" creationId="{B3811B84-5625-9F4F-2C53-26056646F75A}"/>
          </ac:picMkLst>
        </pc:picChg>
        <pc:picChg chg="add del mod">
          <ac:chgData name="z z" userId="161882819154b75b" providerId="LiveId" clId="{E857BD72-A5A7-4845-87EA-1B97DB89FFC1}" dt="2024-05-19T13:11:03.521" v="9535" actId="478"/>
          <ac:picMkLst>
            <pc:docMk/>
            <pc:sldMk cId="579058831" sldId="276"/>
            <ac:picMk id="10" creationId="{B47F7CB3-244E-8494-A383-047685D83687}"/>
          </ac:picMkLst>
        </pc:picChg>
        <pc:picChg chg="add del mod">
          <ac:chgData name="z z" userId="161882819154b75b" providerId="LiveId" clId="{E857BD72-A5A7-4845-87EA-1B97DB89FFC1}" dt="2024-05-19T13:13:04.284" v="9645" actId="478"/>
          <ac:picMkLst>
            <pc:docMk/>
            <pc:sldMk cId="579058831" sldId="276"/>
            <ac:picMk id="13" creationId="{4131DB7C-4AE7-336E-4C2B-6042BA0C6A66}"/>
          </ac:picMkLst>
        </pc:picChg>
        <pc:picChg chg="add del mod">
          <ac:chgData name="z z" userId="161882819154b75b" providerId="LiveId" clId="{E857BD72-A5A7-4845-87EA-1B97DB89FFC1}" dt="2024-05-19T13:19:49.976" v="9892" actId="478"/>
          <ac:picMkLst>
            <pc:docMk/>
            <pc:sldMk cId="579058831" sldId="276"/>
            <ac:picMk id="15" creationId="{6EE983C6-0A4A-B604-6930-8201B1E0656B}"/>
          </ac:picMkLst>
        </pc:picChg>
        <pc:picChg chg="add del mod">
          <ac:chgData name="z z" userId="161882819154b75b" providerId="LiveId" clId="{E857BD72-A5A7-4845-87EA-1B97DB89FFC1}" dt="2024-05-19T14:11:04.630" v="11870" actId="478"/>
          <ac:picMkLst>
            <pc:docMk/>
            <pc:sldMk cId="579058831" sldId="276"/>
            <ac:picMk id="21" creationId="{AB9B6E47-083F-51D5-8250-CD023771D44D}"/>
          </ac:picMkLst>
        </pc:picChg>
        <pc:picChg chg="add mod">
          <ac:chgData name="z z" userId="161882819154b75b" providerId="LiveId" clId="{E857BD72-A5A7-4845-87EA-1B97DB89FFC1}" dt="2024-05-19T14:11:11.432" v="11915" actId="1035"/>
          <ac:picMkLst>
            <pc:docMk/>
            <pc:sldMk cId="579058831" sldId="276"/>
            <ac:picMk id="26" creationId="{ED1E1CE1-030F-BA1D-3323-DC2A5B137B32}"/>
          </ac:picMkLst>
        </pc:picChg>
        <pc:picChg chg="del">
          <ac:chgData name="z z" userId="161882819154b75b" providerId="LiveId" clId="{E857BD72-A5A7-4845-87EA-1B97DB89FFC1}" dt="2024-05-20T09:00:31.321" v="15596" actId="478"/>
          <ac:picMkLst>
            <pc:docMk/>
            <pc:sldMk cId="579058831" sldId="276"/>
            <ac:picMk id="72" creationId="{D7632A45-8745-7FDC-2597-4524C1835E81}"/>
          </ac:picMkLst>
        </pc:picChg>
      </pc:sldChg>
      <pc:sldChg chg="addSp delSp modSp add mod modTransition">
        <pc:chgData name="z z" userId="161882819154b75b" providerId="LiveId" clId="{E857BD72-A5A7-4845-87EA-1B97DB89FFC1}" dt="2024-05-20T09:00:29.223" v="15595" actId="478"/>
        <pc:sldMkLst>
          <pc:docMk/>
          <pc:sldMk cId="2837586666" sldId="277"/>
        </pc:sldMkLst>
        <pc:spChg chg="add mod">
          <ac:chgData name="z z" userId="161882819154b75b" providerId="LiveId" clId="{E857BD72-A5A7-4845-87EA-1B97DB89FFC1}" dt="2024-05-20T03:21:50.174" v="12039"/>
          <ac:spMkLst>
            <pc:docMk/>
            <pc:sldMk cId="2837586666" sldId="277"/>
            <ac:spMk id="2" creationId="{539D3993-FD43-CDEF-113E-05248906987F}"/>
          </ac:spMkLst>
        </pc:spChg>
        <pc:spChg chg="del">
          <ac:chgData name="z z" userId="161882819154b75b" providerId="LiveId" clId="{E857BD72-A5A7-4845-87EA-1B97DB89FFC1}" dt="2024-05-19T13:23:19.961" v="10342" actId="478"/>
          <ac:spMkLst>
            <pc:docMk/>
            <pc:sldMk cId="2837586666" sldId="277"/>
            <ac:spMk id="2" creationId="{E160AB31-B8F2-10CB-13DC-4D149DACFA0E}"/>
          </ac:spMkLst>
        </pc:spChg>
        <pc:spChg chg="add mod">
          <ac:chgData name="z z" userId="161882819154b75b" providerId="LiveId" clId="{E857BD72-A5A7-4845-87EA-1B97DB89FFC1}" dt="2024-05-20T03:21:50.174" v="12039"/>
          <ac:spMkLst>
            <pc:docMk/>
            <pc:sldMk cId="2837586666" sldId="277"/>
            <ac:spMk id="3" creationId="{A525E712-DADD-09EF-B5F4-BEE921549376}"/>
          </ac:spMkLst>
        </pc:spChg>
        <pc:spChg chg="del">
          <ac:chgData name="z z" userId="161882819154b75b" providerId="LiveId" clId="{E857BD72-A5A7-4845-87EA-1B97DB89FFC1}" dt="2024-05-19T13:23:19.961" v="10342" actId="478"/>
          <ac:spMkLst>
            <pc:docMk/>
            <pc:sldMk cId="2837586666" sldId="277"/>
            <ac:spMk id="3" creationId="{DD262FCD-25F8-484C-149F-5D82A1F81CEB}"/>
          </ac:spMkLst>
        </pc:spChg>
        <pc:spChg chg="add del mod">
          <ac:chgData name="z z" userId="161882819154b75b" providerId="LiveId" clId="{E857BD72-A5A7-4845-87EA-1B97DB89FFC1}" dt="2024-05-19T14:06:50.319" v="11460" actId="478"/>
          <ac:spMkLst>
            <pc:docMk/>
            <pc:sldMk cId="2837586666" sldId="277"/>
            <ac:spMk id="9" creationId="{E6024973-B6B8-5F69-731E-EA65B7CA17BB}"/>
          </ac:spMkLst>
        </pc:spChg>
        <pc:spChg chg="add del mod">
          <ac:chgData name="z z" userId="161882819154b75b" providerId="LiveId" clId="{E857BD72-A5A7-4845-87EA-1B97DB89FFC1}" dt="2024-05-19T14:06:50.319" v="11460" actId="478"/>
          <ac:spMkLst>
            <pc:docMk/>
            <pc:sldMk cId="2837586666" sldId="277"/>
            <ac:spMk id="10" creationId="{42F38BF6-849C-689A-D628-F2053AD39021}"/>
          </ac:spMkLst>
        </pc:spChg>
        <pc:spChg chg="add del mod">
          <ac:chgData name="z z" userId="161882819154b75b" providerId="LiveId" clId="{E857BD72-A5A7-4845-87EA-1B97DB89FFC1}" dt="2024-05-19T14:06:50.319" v="11460" actId="478"/>
          <ac:spMkLst>
            <pc:docMk/>
            <pc:sldMk cId="2837586666" sldId="277"/>
            <ac:spMk id="12" creationId="{82F7DA7B-1A50-6F8A-74BB-9C29217D528D}"/>
          </ac:spMkLst>
        </pc:spChg>
        <pc:spChg chg="add del mod">
          <ac:chgData name="z z" userId="161882819154b75b" providerId="LiveId" clId="{E857BD72-A5A7-4845-87EA-1B97DB89FFC1}" dt="2024-05-19T14:06:50.319" v="11460" actId="478"/>
          <ac:spMkLst>
            <pc:docMk/>
            <pc:sldMk cId="2837586666" sldId="277"/>
            <ac:spMk id="13" creationId="{0679C63D-3B72-F923-109E-B58AC03FF4D2}"/>
          </ac:spMkLst>
        </pc:spChg>
        <pc:spChg chg="del">
          <ac:chgData name="z z" userId="161882819154b75b" providerId="LiveId" clId="{E857BD72-A5A7-4845-87EA-1B97DB89FFC1}" dt="2024-05-20T03:21:49.905" v="12038" actId="478"/>
          <ac:spMkLst>
            <pc:docMk/>
            <pc:sldMk cId="2837586666" sldId="277"/>
            <ac:spMk id="16" creationId="{3963AD94-EA21-38B1-44CF-5DC05619F275}"/>
          </ac:spMkLst>
        </pc:spChg>
        <pc:spChg chg="del">
          <ac:chgData name="z z" userId="161882819154b75b" providerId="LiveId" clId="{E857BD72-A5A7-4845-87EA-1B97DB89FFC1}" dt="2024-05-19T13:23:19.961" v="10342" actId="478"/>
          <ac:spMkLst>
            <pc:docMk/>
            <pc:sldMk cId="2837586666" sldId="277"/>
            <ac:spMk id="17" creationId="{535C0F3E-54A0-8D65-8395-345B88BC78DA}"/>
          </ac:spMkLst>
        </pc:spChg>
        <pc:spChg chg="del mod">
          <ac:chgData name="z z" userId="161882819154b75b" providerId="LiveId" clId="{E857BD72-A5A7-4845-87EA-1B97DB89FFC1}" dt="2024-05-20T03:21:49.905" v="12038" actId="478"/>
          <ac:spMkLst>
            <pc:docMk/>
            <pc:sldMk cId="2837586666" sldId="277"/>
            <ac:spMk id="18" creationId="{303B40B1-936D-42E6-2B14-8BC33EBB2921}"/>
          </ac:spMkLst>
        </pc:spChg>
        <pc:spChg chg="del">
          <ac:chgData name="z z" userId="161882819154b75b" providerId="LiveId" clId="{E857BD72-A5A7-4845-87EA-1B97DB89FFC1}" dt="2024-05-19T13:23:19.961" v="10342" actId="478"/>
          <ac:spMkLst>
            <pc:docMk/>
            <pc:sldMk cId="2837586666" sldId="277"/>
            <ac:spMk id="20" creationId="{300EE04A-EF0E-AF85-CE5E-EF575D4B5FB2}"/>
          </ac:spMkLst>
        </pc:spChg>
        <pc:spChg chg="add mod">
          <ac:chgData name="z z" userId="161882819154b75b" providerId="LiveId" clId="{E857BD72-A5A7-4845-87EA-1B97DB89FFC1}" dt="2024-05-19T14:06:50.568" v="11461"/>
          <ac:spMkLst>
            <pc:docMk/>
            <pc:sldMk cId="2837586666" sldId="277"/>
            <ac:spMk id="25" creationId="{A81F965B-9058-0B48-E94F-AC639B902822}"/>
          </ac:spMkLst>
        </pc:spChg>
        <pc:spChg chg="add mod">
          <ac:chgData name="z z" userId="161882819154b75b" providerId="LiveId" clId="{E857BD72-A5A7-4845-87EA-1B97DB89FFC1}" dt="2024-05-19T14:06:50.568" v="11461"/>
          <ac:spMkLst>
            <pc:docMk/>
            <pc:sldMk cId="2837586666" sldId="277"/>
            <ac:spMk id="26" creationId="{1991C93A-DA6C-C7F8-6A5D-7DCDC9F481F5}"/>
          </ac:spMkLst>
        </pc:spChg>
        <pc:spChg chg="add mod">
          <ac:chgData name="z z" userId="161882819154b75b" providerId="LiveId" clId="{E857BD72-A5A7-4845-87EA-1B97DB89FFC1}" dt="2024-05-19T14:06:50.568" v="11461"/>
          <ac:spMkLst>
            <pc:docMk/>
            <pc:sldMk cId="2837586666" sldId="277"/>
            <ac:spMk id="27" creationId="{6435AC31-16A0-621C-D04E-A4A6DC184CAA}"/>
          </ac:spMkLst>
        </pc:spChg>
        <pc:spChg chg="add mod">
          <ac:chgData name="z z" userId="161882819154b75b" providerId="LiveId" clId="{E857BD72-A5A7-4845-87EA-1B97DB89FFC1}" dt="2024-05-19T14:06:50.568" v="11461"/>
          <ac:spMkLst>
            <pc:docMk/>
            <pc:sldMk cId="2837586666" sldId="277"/>
            <ac:spMk id="28" creationId="{2FED8DF1-3088-44B2-A560-8541495B774E}"/>
          </ac:spMkLst>
        </pc:spChg>
        <pc:picChg chg="add del mod">
          <ac:chgData name="z z" userId="161882819154b75b" providerId="LiveId" clId="{E857BD72-A5A7-4845-87EA-1B97DB89FFC1}" dt="2024-05-19T13:17:45.908" v="9890" actId="478"/>
          <ac:picMkLst>
            <pc:docMk/>
            <pc:sldMk cId="2837586666" sldId="277"/>
            <ac:picMk id="4" creationId="{689E0B9A-2614-5529-3756-A69E2B7710CB}"/>
          </ac:picMkLst>
        </pc:picChg>
        <pc:picChg chg="add del mod">
          <ac:chgData name="z z" userId="161882819154b75b" providerId="LiveId" clId="{E857BD72-A5A7-4845-87EA-1B97DB89FFC1}" dt="2024-05-19T13:22:12.826" v="10163" actId="478"/>
          <ac:picMkLst>
            <pc:docMk/>
            <pc:sldMk cId="2837586666" sldId="277"/>
            <ac:picMk id="6" creationId="{AE304DEE-5250-4D3E-7B17-8D570672F19E}"/>
          </ac:picMkLst>
        </pc:picChg>
        <pc:picChg chg="add del mod">
          <ac:chgData name="z z" userId="161882819154b75b" providerId="LiveId" clId="{E857BD72-A5A7-4845-87EA-1B97DB89FFC1}" dt="2024-05-19T13:48:54.833" v="10636" actId="478"/>
          <ac:picMkLst>
            <pc:docMk/>
            <pc:sldMk cId="2837586666" sldId="277"/>
            <ac:picMk id="7" creationId="{EAA60959-BA01-B06B-ED3F-C1F24D353105}"/>
          </ac:picMkLst>
        </pc:picChg>
        <pc:picChg chg="del">
          <ac:chgData name="z z" userId="161882819154b75b" providerId="LiveId" clId="{E857BD72-A5A7-4845-87EA-1B97DB89FFC1}" dt="2024-05-19T13:17:05.630" v="9888" actId="478"/>
          <ac:picMkLst>
            <pc:docMk/>
            <pc:sldMk cId="2837586666" sldId="277"/>
            <ac:picMk id="15" creationId="{6EE983C6-0A4A-B604-6930-8201B1E0656B}"/>
          </ac:picMkLst>
        </pc:picChg>
        <pc:picChg chg="add del mod">
          <ac:chgData name="z z" userId="161882819154b75b" providerId="LiveId" clId="{E857BD72-A5A7-4845-87EA-1B97DB89FFC1}" dt="2024-05-19T13:33:59.494" v="10353" actId="478"/>
          <ac:picMkLst>
            <pc:docMk/>
            <pc:sldMk cId="2837586666" sldId="277"/>
            <ac:picMk id="19" creationId="{4E526505-3FA1-8F5D-B870-50C12BD29E9A}"/>
          </ac:picMkLst>
        </pc:picChg>
        <pc:picChg chg="add del mod">
          <ac:chgData name="z z" userId="161882819154b75b" providerId="LiveId" clId="{E857BD72-A5A7-4845-87EA-1B97DB89FFC1}" dt="2024-05-19T13:34:39.332" v="10377" actId="478"/>
          <ac:picMkLst>
            <pc:docMk/>
            <pc:sldMk cId="2837586666" sldId="277"/>
            <ac:picMk id="22" creationId="{CB4A052F-6355-887D-34A5-923A024D3D0D}"/>
          </ac:picMkLst>
        </pc:picChg>
        <pc:picChg chg="add mod ord modCrop">
          <ac:chgData name="z z" userId="161882819154b75b" providerId="LiveId" clId="{E857BD72-A5A7-4845-87EA-1B97DB89FFC1}" dt="2024-05-19T13:51:31.288" v="10814" actId="1036"/>
          <ac:picMkLst>
            <pc:docMk/>
            <pc:sldMk cId="2837586666" sldId="277"/>
            <ac:picMk id="23" creationId="{853866E6-CE00-8572-B3EA-C05802734C9A}"/>
          </ac:picMkLst>
        </pc:picChg>
        <pc:picChg chg="add mod">
          <ac:chgData name="z z" userId="161882819154b75b" providerId="LiveId" clId="{E857BD72-A5A7-4845-87EA-1B97DB89FFC1}" dt="2024-05-19T14:13:16.164" v="12031" actId="1036"/>
          <ac:picMkLst>
            <pc:docMk/>
            <pc:sldMk cId="2837586666" sldId="277"/>
            <ac:picMk id="24" creationId="{2F97E732-EA79-24C6-28BF-4C743FBBA38E}"/>
          </ac:picMkLst>
        </pc:picChg>
        <pc:picChg chg="del">
          <ac:chgData name="z z" userId="161882819154b75b" providerId="LiveId" clId="{E857BD72-A5A7-4845-87EA-1B97DB89FFC1}" dt="2024-05-20T09:00:29.223" v="15595" actId="478"/>
          <ac:picMkLst>
            <pc:docMk/>
            <pc:sldMk cId="2837586666" sldId="277"/>
            <ac:picMk id="72" creationId="{D7632A45-8745-7FDC-2597-4524C1835E81}"/>
          </ac:picMkLst>
        </pc:picChg>
      </pc:sldChg>
      <pc:sldChg chg="addSp delSp modSp add mod modTransition">
        <pc:chgData name="z z" userId="161882819154b75b" providerId="LiveId" clId="{E857BD72-A5A7-4845-87EA-1B97DB89FFC1}" dt="2024-05-20T09:00:27.063" v="15594" actId="478"/>
        <pc:sldMkLst>
          <pc:docMk/>
          <pc:sldMk cId="1993152155" sldId="278"/>
        </pc:sldMkLst>
        <pc:spChg chg="add mod">
          <ac:chgData name="z z" userId="161882819154b75b" providerId="LiveId" clId="{E857BD72-A5A7-4845-87EA-1B97DB89FFC1}" dt="2024-05-20T03:21:46.717" v="12037"/>
          <ac:spMkLst>
            <pc:docMk/>
            <pc:sldMk cId="1993152155" sldId="278"/>
            <ac:spMk id="2" creationId="{6AFED5D7-DC38-130F-77A7-D75B025C94D2}"/>
          </ac:spMkLst>
        </pc:spChg>
        <pc:spChg chg="add mod">
          <ac:chgData name="z z" userId="161882819154b75b" providerId="LiveId" clId="{E857BD72-A5A7-4845-87EA-1B97DB89FFC1}" dt="2024-05-20T03:21:46.717" v="12037"/>
          <ac:spMkLst>
            <pc:docMk/>
            <pc:sldMk cId="1993152155" sldId="278"/>
            <ac:spMk id="6" creationId="{3E50331A-EF82-C09A-B58B-09E699B5FF6B}"/>
          </ac:spMkLst>
        </pc:spChg>
        <pc:spChg chg="del">
          <ac:chgData name="z z" userId="161882819154b75b" providerId="LiveId" clId="{E857BD72-A5A7-4845-87EA-1B97DB89FFC1}" dt="2024-05-19T14:06:46.192" v="11458" actId="478"/>
          <ac:spMkLst>
            <pc:docMk/>
            <pc:sldMk cId="1993152155" sldId="278"/>
            <ac:spMk id="9" creationId="{E6024973-B6B8-5F69-731E-EA65B7CA17BB}"/>
          </ac:spMkLst>
        </pc:spChg>
        <pc:spChg chg="del">
          <ac:chgData name="z z" userId="161882819154b75b" providerId="LiveId" clId="{E857BD72-A5A7-4845-87EA-1B97DB89FFC1}" dt="2024-05-19T14:06:46.192" v="11458" actId="478"/>
          <ac:spMkLst>
            <pc:docMk/>
            <pc:sldMk cId="1993152155" sldId="278"/>
            <ac:spMk id="10" creationId="{42F38BF6-849C-689A-D628-F2053AD39021}"/>
          </ac:spMkLst>
        </pc:spChg>
        <pc:spChg chg="del">
          <ac:chgData name="z z" userId="161882819154b75b" providerId="LiveId" clId="{E857BD72-A5A7-4845-87EA-1B97DB89FFC1}" dt="2024-05-19T14:06:46.192" v="11458" actId="478"/>
          <ac:spMkLst>
            <pc:docMk/>
            <pc:sldMk cId="1993152155" sldId="278"/>
            <ac:spMk id="12" creationId="{82F7DA7B-1A50-6F8A-74BB-9C29217D528D}"/>
          </ac:spMkLst>
        </pc:spChg>
        <pc:spChg chg="del">
          <ac:chgData name="z z" userId="161882819154b75b" providerId="LiveId" clId="{E857BD72-A5A7-4845-87EA-1B97DB89FFC1}" dt="2024-05-19T14:06:46.192" v="11458" actId="478"/>
          <ac:spMkLst>
            <pc:docMk/>
            <pc:sldMk cId="1993152155" sldId="278"/>
            <ac:spMk id="13" creationId="{0679C63D-3B72-F923-109E-B58AC03FF4D2}"/>
          </ac:spMkLst>
        </pc:spChg>
        <pc:spChg chg="del">
          <ac:chgData name="z z" userId="161882819154b75b" providerId="LiveId" clId="{E857BD72-A5A7-4845-87EA-1B97DB89FFC1}" dt="2024-05-20T03:21:46.500" v="12036" actId="478"/>
          <ac:spMkLst>
            <pc:docMk/>
            <pc:sldMk cId="1993152155" sldId="278"/>
            <ac:spMk id="16" creationId="{3963AD94-EA21-38B1-44CF-5DC05619F275}"/>
          </ac:spMkLst>
        </pc:spChg>
        <pc:spChg chg="add mod">
          <ac:chgData name="z z" userId="161882819154b75b" providerId="LiveId" clId="{E857BD72-A5A7-4845-87EA-1B97DB89FFC1}" dt="2024-05-19T14:06:46.461" v="11459"/>
          <ac:spMkLst>
            <pc:docMk/>
            <pc:sldMk cId="1993152155" sldId="278"/>
            <ac:spMk id="17" creationId="{458429FA-1315-ED44-7F54-359E148783FF}"/>
          </ac:spMkLst>
        </pc:spChg>
        <pc:spChg chg="del">
          <ac:chgData name="z z" userId="161882819154b75b" providerId="LiveId" clId="{E857BD72-A5A7-4845-87EA-1B97DB89FFC1}" dt="2024-05-20T03:21:46.500" v="12036" actId="478"/>
          <ac:spMkLst>
            <pc:docMk/>
            <pc:sldMk cId="1993152155" sldId="278"/>
            <ac:spMk id="18" creationId="{303B40B1-936D-42E6-2B14-8BC33EBB2921}"/>
          </ac:spMkLst>
        </pc:spChg>
        <pc:spChg chg="add mod">
          <ac:chgData name="z z" userId="161882819154b75b" providerId="LiveId" clId="{E857BD72-A5A7-4845-87EA-1B97DB89FFC1}" dt="2024-05-19T14:06:46.461" v="11459"/>
          <ac:spMkLst>
            <pc:docMk/>
            <pc:sldMk cId="1993152155" sldId="278"/>
            <ac:spMk id="19" creationId="{400C46D0-96AE-21EF-6AA8-5D1C810D91C3}"/>
          </ac:spMkLst>
        </pc:spChg>
        <pc:spChg chg="add mod">
          <ac:chgData name="z z" userId="161882819154b75b" providerId="LiveId" clId="{E857BD72-A5A7-4845-87EA-1B97DB89FFC1}" dt="2024-05-19T14:06:46.461" v="11459"/>
          <ac:spMkLst>
            <pc:docMk/>
            <pc:sldMk cId="1993152155" sldId="278"/>
            <ac:spMk id="20" creationId="{5ED4D063-AF3D-63DC-457C-F8BD06A6E897}"/>
          </ac:spMkLst>
        </pc:spChg>
        <pc:spChg chg="add mod">
          <ac:chgData name="z z" userId="161882819154b75b" providerId="LiveId" clId="{E857BD72-A5A7-4845-87EA-1B97DB89FFC1}" dt="2024-05-19T14:06:46.461" v="11459"/>
          <ac:spMkLst>
            <pc:docMk/>
            <pc:sldMk cId="1993152155" sldId="278"/>
            <ac:spMk id="21" creationId="{DE65093F-CA47-52FB-F3B5-43841909C434}"/>
          </ac:spMkLst>
        </pc:spChg>
        <pc:picChg chg="add del mod ord">
          <ac:chgData name="z z" userId="161882819154b75b" providerId="LiveId" clId="{E857BD72-A5A7-4845-87EA-1B97DB89FFC1}" dt="2024-05-19T13:50:13.628" v="10703" actId="478"/>
          <ac:picMkLst>
            <pc:docMk/>
            <pc:sldMk cId="1993152155" sldId="278"/>
            <ac:picMk id="2" creationId="{EECE157C-E539-11F1-8287-B209B1A28216}"/>
          </ac:picMkLst>
        </pc:picChg>
        <pc:picChg chg="add mod">
          <ac:chgData name="z z" userId="161882819154b75b" providerId="LiveId" clId="{E857BD72-A5A7-4845-87EA-1B97DB89FFC1}" dt="2024-05-19T13:50:14.699" v="10704"/>
          <ac:picMkLst>
            <pc:docMk/>
            <pc:sldMk cId="1993152155" sldId="278"/>
            <ac:picMk id="3" creationId="{97689A6D-A0A2-E6F3-2837-A892AB1DE222}"/>
          </ac:picMkLst>
        </pc:picChg>
        <pc:picChg chg="add mod">
          <ac:chgData name="z z" userId="161882819154b75b" providerId="LiveId" clId="{E857BD72-A5A7-4845-87EA-1B97DB89FFC1}" dt="2024-05-19T13:53:43.670" v="11059" actId="1036"/>
          <ac:picMkLst>
            <pc:docMk/>
            <pc:sldMk cId="1993152155" sldId="278"/>
            <ac:picMk id="4" creationId="{546C877C-A6C1-E100-6DEB-C3EC64D0EF19}"/>
          </ac:picMkLst>
        </pc:picChg>
        <pc:picChg chg="add del mod">
          <ac:chgData name="z z" userId="161882819154b75b" providerId="LiveId" clId="{E857BD72-A5A7-4845-87EA-1B97DB89FFC1}" dt="2024-05-19T13:53:16.320" v="10924" actId="478"/>
          <ac:picMkLst>
            <pc:docMk/>
            <pc:sldMk cId="1993152155" sldId="278"/>
            <ac:picMk id="6" creationId="{B017F51F-060F-B032-F990-1C0B6A3F84B9}"/>
          </ac:picMkLst>
        </pc:picChg>
        <pc:picChg chg="del mod">
          <ac:chgData name="z z" userId="161882819154b75b" providerId="LiveId" clId="{E857BD72-A5A7-4845-87EA-1B97DB89FFC1}" dt="2024-05-19T13:36:56.523" v="10496" actId="478"/>
          <ac:picMkLst>
            <pc:docMk/>
            <pc:sldMk cId="1993152155" sldId="278"/>
            <ac:picMk id="7" creationId="{EAA60959-BA01-B06B-ED3F-C1F24D353105}"/>
          </ac:picMkLst>
        </pc:picChg>
        <pc:picChg chg="add del mod">
          <ac:chgData name="z z" userId="161882819154b75b" providerId="LiveId" clId="{E857BD72-A5A7-4845-87EA-1B97DB89FFC1}" dt="2024-05-19T13:57:27.788" v="11135" actId="478"/>
          <ac:picMkLst>
            <pc:docMk/>
            <pc:sldMk cId="1993152155" sldId="278"/>
            <ac:picMk id="14" creationId="{74F33513-618C-BE87-4248-317E5E0D6A4F}"/>
          </ac:picMkLst>
        </pc:picChg>
        <pc:picChg chg="add mod">
          <ac:chgData name="z z" userId="161882819154b75b" providerId="LiveId" clId="{E857BD72-A5A7-4845-87EA-1B97DB89FFC1}" dt="2024-05-19T13:57:34.990" v="11241" actId="1036"/>
          <ac:picMkLst>
            <pc:docMk/>
            <pc:sldMk cId="1993152155" sldId="278"/>
            <ac:picMk id="15" creationId="{ED2ACBEF-4A27-2DC2-2757-F0BFA63A9A18}"/>
          </ac:picMkLst>
        </pc:picChg>
        <pc:picChg chg="del mod">
          <ac:chgData name="z z" userId="161882819154b75b" providerId="LiveId" clId="{E857BD72-A5A7-4845-87EA-1B97DB89FFC1}" dt="2024-05-19T13:50:13.628" v="10703" actId="478"/>
          <ac:picMkLst>
            <pc:docMk/>
            <pc:sldMk cId="1993152155" sldId="278"/>
            <ac:picMk id="22" creationId="{CB4A052F-6355-887D-34A5-923A024D3D0D}"/>
          </ac:picMkLst>
        </pc:picChg>
        <pc:picChg chg="del">
          <ac:chgData name="z z" userId="161882819154b75b" providerId="LiveId" clId="{E857BD72-A5A7-4845-87EA-1B97DB89FFC1}" dt="2024-05-20T09:00:27.063" v="15594" actId="478"/>
          <ac:picMkLst>
            <pc:docMk/>
            <pc:sldMk cId="1993152155" sldId="278"/>
            <ac:picMk id="72" creationId="{D7632A45-8745-7FDC-2597-4524C1835E81}"/>
          </ac:picMkLst>
        </pc:picChg>
      </pc:sldChg>
      <pc:sldChg chg="addSp delSp modSp add mod modTransition">
        <pc:chgData name="z z" userId="161882819154b75b" providerId="LiveId" clId="{E857BD72-A5A7-4845-87EA-1B97DB89FFC1}" dt="2024-05-20T09:00:24.387" v="15593" actId="478"/>
        <pc:sldMkLst>
          <pc:docMk/>
          <pc:sldMk cId="1509884808" sldId="279"/>
        </pc:sldMkLst>
        <pc:spChg chg="add mod">
          <ac:chgData name="z z" userId="161882819154b75b" providerId="LiveId" clId="{E857BD72-A5A7-4845-87EA-1B97DB89FFC1}" dt="2024-05-20T03:22:03.197" v="12043"/>
          <ac:spMkLst>
            <pc:docMk/>
            <pc:sldMk cId="1509884808" sldId="279"/>
            <ac:spMk id="2" creationId="{0FAF03FA-02F5-5C66-5C38-33A198D51652}"/>
          </ac:spMkLst>
        </pc:spChg>
        <pc:spChg chg="add mod">
          <ac:chgData name="z z" userId="161882819154b75b" providerId="LiveId" clId="{E857BD72-A5A7-4845-87EA-1B97DB89FFC1}" dt="2024-05-20T03:22:03.197" v="12043"/>
          <ac:spMkLst>
            <pc:docMk/>
            <pc:sldMk cId="1509884808" sldId="279"/>
            <ac:spMk id="3" creationId="{C8A9DAA3-9F60-42B6-F827-CF70C5E26C76}"/>
          </ac:spMkLst>
        </pc:spChg>
        <pc:spChg chg="del">
          <ac:chgData name="z z" userId="161882819154b75b" providerId="LiveId" clId="{E857BD72-A5A7-4845-87EA-1B97DB89FFC1}" dt="2024-05-19T14:06:42.640" v="11456" actId="478"/>
          <ac:spMkLst>
            <pc:docMk/>
            <pc:sldMk cId="1509884808" sldId="279"/>
            <ac:spMk id="9" creationId="{E6024973-B6B8-5F69-731E-EA65B7CA17BB}"/>
          </ac:spMkLst>
        </pc:spChg>
        <pc:spChg chg="del">
          <ac:chgData name="z z" userId="161882819154b75b" providerId="LiveId" clId="{E857BD72-A5A7-4845-87EA-1B97DB89FFC1}" dt="2024-05-19T14:06:42.640" v="11456" actId="478"/>
          <ac:spMkLst>
            <pc:docMk/>
            <pc:sldMk cId="1509884808" sldId="279"/>
            <ac:spMk id="10" creationId="{42F38BF6-849C-689A-D628-F2053AD39021}"/>
          </ac:spMkLst>
        </pc:spChg>
        <pc:spChg chg="del">
          <ac:chgData name="z z" userId="161882819154b75b" providerId="LiveId" clId="{E857BD72-A5A7-4845-87EA-1B97DB89FFC1}" dt="2024-05-19T14:06:42.640" v="11456" actId="478"/>
          <ac:spMkLst>
            <pc:docMk/>
            <pc:sldMk cId="1509884808" sldId="279"/>
            <ac:spMk id="12" creationId="{82F7DA7B-1A50-6F8A-74BB-9C29217D528D}"/>
          </ac:spMkLst>
        </pc:spChg>
        <pc:spChg chg="del">
          <ac:chgData name="z z" userId="161882819154b75b" providerId="LiveId" clId="{E857BD72-A5A7-4845-87EA-1B97DB89FFC1}" dt="2024-05-19T14:06:42.640" v="11456" actId="478"/>
          <ac:spMkLst>
            <pc:docMk/>
            <pc:sldMk cId="1509884808" sldId="279"/>
            <ac:spMk id="13" creationId="{0679C63D-3B72-F923-109E-B58AC03FF4D2}"/>
          </ac:spMkLst>
        </pc:spChg>
        <pc:spChg chg="del">
          <ac:chgData name="z z" userId="161882819154b75b" providerId="LiveId" clId="{E857BD72-A5A7-4845-87EA-1B97DB89FFC1}" dt="2024-05-20T03:22:02.912" v="12042" actId="478"/>
          <ac:spMkLst>
            <pc:docMk/>
            <pc:sldMk cId="1509884808" sldId="279"/>
            <ac:spMk id="16" creationId="{3963AD94-EA21-38B1-44CF-5DC05619F275}"/>
          </ac:spMkLst>
        </pc:spChg>
        <pc:spChg chg="del">
          <ac:chgData name="z z" userId="161882819154b75b" providerId="LiveId" clId="{E857BD72-A5A7-4845-87EA-1B97DB89FFC1}" dt="2024-05-20T03:22:02.912" v="12042" actId="478"/>
          <ac:spMkLst>
            <pc:docMk/>
            <pc:sldMk cId="1509884808" sldId="279"/>
            <ac:spMk id="18" creationId="{303B40B1-936D-42E6-2B14-8BC33EBB2921}"/>
          </ac:spMkLst>
        </pc:spChg>
        <pc:spChg chg="add mod">
          <ac:chgData name="z z" userId="161882819154b75b" providerId="LiveId" clId="{E857BD72-A5A7-4845-87EA-1B97DB89FFC1}" dt="2024-05-19T14:06:42.872" v="11457"/>
          <ac:spMkLst>
            <pc:docMk/>
            <pc:sldMk cId="1509884808" sldId="279"/>
            <ac:spMk id="24" creationId="{783E69B9-4F06-4F84-5D08-2A301FB38598}"/>
          </ac:spMkLst>
        </pc:spChg>
        <pc:spChg chg="add mod">
          <ac:chgData name="z z" userId="161882819154b75b" providerId="LiveId" clId="{E857BD72-A5A7-4845-87EA-1B97DB89FFC1}" dt="2024-05-19T14:06:42.872" v="11457"/>
          <ac:spMkLst>
            <pc:docMk/>
            <pc:sldMk cId="1509884808" sldId="279"/>
            <ac:spMk id="25" creationId="{405FA1AE-1842-1D24-E79A-D68379215AC8}"/>
          </ac:spMkLst>
        </pc:spChg>
        <pc:spChg chg="add mod">
          <ac:chgData name="z z" userId="161882819154b75b" providerId="LiveId" clId="{E857BD72-A5A7-4845-87EA-1B97DB89FFC1}" dt="2024-05-19T14:06:42.872" v="11457"/>
          <ac:spMkLst>
            <pc:docMk/>
            <pc:sldMk cId="1509884808" sldId="279"/>
            <ac:spMk id="26" creationId="{A304EFC6-4EC3-BE84-8A08-6423AF6E857B}"/>
          </ac:spMkLst>
        </pc:spChg>
        <pc:spChg chg="add mod">
          <ac:chgData name="z z" userId="161882819154b75b" providerId="LiveId" clId="{E857BD72-A5A7-4845-87EA-1B97DB89FFC1}" dt="2024-05-19T14:06:42.872" v="11457"/>
          <ac:spMkLst>
            <pc:docMk/>
            <pc:sldMk cId="1509884808" sldId="279"/>
            <ac:spMk id="27" creationId="{A51DF412-475C-FDA1-C398-1AACEA2B3098}"/>
          </ac:spMkLst>
        </pc:spChg>
        <pc:picChg chg="del">
          <ac:chgData name="z z" userId="161882819154b75b" providerId="LiveId" clId="{E857BD72-A5A7-4845-87EA-1B97DB89FFC1}" dt="2024-05-19T13:50:23.499" v="10705" actId="478"/>
          <ac:picMkLst>
            <pc:docMk/>
            <pc:sldMk cId="1509884808" sldId="279"/>
            <ac:picMk id="2" creationId="{EECE157C-E539-11F1-8287-B209B1A28216}"/>
          </ac:picMkLst>
        </pc:picChg>
        <pc:picChg chg="add del mod">
          <ac:chgData name="z z" userId="161882819154b75b" providerId="LiveId" clId="{E857BD72-A5A7-4845-87EA-1B97DB89FFC1}" dt="2024-05-19T13:46:47.867" v="10621" actId="478"/>
          <ac:picMkLst>
            <pc:docMk/>
            <pc:sldMk cId="1509884808" sldId="279"/>
            <ac:picMk id="4" creationId="{7F79E641-73E2-3C02-76D2-42800977318D}"/>
          </ac:picMkLst>
        </pc:picChg>
        <pc:picChg chg="add del mod ord">
          <ac:chgData name="z z" userId="161882819154b75b" providerId="LiveId" clId="{E857BD72-A5A7-4845-87EA-1B97DB89FFC1}" dt="2024-05-19T13:52:45.474" v="10918" actId="478"/>
          <ac:picMkLst>
            <pc:docMk/>
            <pc:sldMk cId="1509884808" sldId="279"/>
            <ac:picMk id="7" creationId="{9D516A89-F59B-9203-B06C-7CA42DD644DC}"/>
          </ac:picMkLst>
        </pc:picChg>
        <pc:picChg chg="add mod">
          <ac:chgData name="z z" userId="161882819154b75b" providerId="LiveId" clId="{E857BD72-A5A7-4845-87EA-1B97DB89FFC1}" dt="2024-05-19T13:50:23.916" v="10706"/>
          <ac:picMkLst>
            <pc:docMk/>
            <pc:sldMk cId="1509884808" sldId="279"/>
            <ac:picMk id="14" creationId="{58D69B5E-340E-710C-3660-D3E4DAAC7070}"/>
          </ac:picMkLst>
        </pc:picChg>
        <pc:picChg chg="add mod">
          <ac:chgData name="z z" userId="161882819154b75b" providerId="LiveId" clId="{E857BD72-A5A7-4845-87EA-1B97DB89FFC1}" dt="2024-05-19T13:50:30.195" v="10707"/>
          <ac:picMkLst>
            <pc:docMk/>
            <pc:sldMk cId="1509884808" sldId="279"/>
            <ac:picMk id="15" creationId="{BD721308-D5ED-599B-342C-CB9DF176AFDE}"/>
          </ac:picMkLst>
        </pc:picChg>
        <pc:picChg chg="add mod">
          <ac:chgData name="z z" userId="161882819154b75b" providerId="LiveId" clId="{E857BD72-A5A7-4845-87EA-1B97DB89FFC1}" dt="2024-05-19T14:08:09.005" v="11627" actId="1035"/>
          <ac:picMkLst>
            <pc:docMk/>
            <pc:sldMk cId="1509884808" sldId="279"/>
            <ac:picMk id="17" creationId="{CB152768-04A2-7BA9-2B09-3806381615DB}"/>
          </ac:picMkLst>
        </pc:picChg>
        <pc:picChg chg="add mod">
          <ac:chgData name="z z" userId="161882819154b75b" providerId="LiveId" clId="{E857BD72-A5A7-4845-87EA-1B97DB89FFC1}" dt="2024-05-19T14:08:20.133" v="11653" actId="1035"/>
          <ac:picMkLst>
            <pc:docMk/>
            <pc:sldMk cId="1509884808" sldId="279"/>
            <ac:picMk id="20" creationId="{FFB825CF-8320-DC07-5D29-3D0ADCCE862D}"/>
          </ac:picMkLst>
        </pc:picChg>
        <pc:picChg chg="del">
          <ac:chgData name="z z" userId="161882819154b75b" providerId="LiveId" clId="{E857BD72-A5A7-4845-87EA-1B97DB89FFC1}" dt="2024-05-19T13:50:23.499" v="10705" actId="478"/>
          <ac:picMkLst>
            <pc:docMk/>
            <pc:sldMk cId="1509884808" sldId="279"/>
            <ac:picMk id="22" creationId="{CB4A052F-6355-887D-34A5-923A024D3D0D}"/>
          </ac:picMkLst>
        </pc:picChg>
        <pc:picChg chg="add del mod">
          <ac:chgData name="z z" userId="161882819154b75b" providerId="LiveId" clId="{E857BD72-A5A7-4845-87EA-1B97DB89FFC1}" dt="2024-05-19T14:04:02.185" v="11247" actId="478"/>
          <ac:picMkLst>
            <pc:docMk/>
            <pc:sldMk cId="1509884808" sldId="279"/>
            <ac:picMk id="23" creationId="{F277C6A5-376A-F221-EA8A-5897B924A63B}"/>
          </ac:picMkLst>
        </pc:picChg>
        <pc:picChg chg="add del mod">
          <ac:chgData name="z z" userId="161882819154b75b" providerId="LiveId" clId="{E857BD72-A5A7-4845-87EA-1B97DB89FFC1}" dt="2024-05-19T14:09:43.857" v="11686" actId="478"/>
          <ac:picMkLst>
            <pc:docMk/>
            <pc:sldMk cId="1509884808" sldId="279"/>
            <ac:picMk id="28" creationId="{CB0A05EB-63B5-AC4F-AC46-D91B43470F7F}"/>
          </ac:picMkLst>
        </pc:picChg>
        <pc:picChg chg="add mod">
          <ac:chgData name="z z" userId="161882819154b75b" providerId="LiveId" clId="{E857BD72-A5A7-4845-87EA-1B97DB89FFC1}" dt="2024-05-19T14:09:51.975" v="11789" actId="1036"/>
          <ac:picMkLst>
            <pc:docMk/>
            <pc:sldMk cId="1509884808" sldId="279"/>
            <ac:picMk id="29" creationId="{23CA1AF3-6B2D-70BE-D6EF-A223B60B5EB2}"/>
          </ac:picMkLst>
        </pc:picChg>
        <pc:picChg chg="del">
          <ac:chgData name="z z" userId="161882819154b75b" providerId="LiveId" clId="{E857BD72-A5A7-4845-87EA-1B97DB89FFC1}" dt="2024-05-20T09:00:24.387" v="15593" actId="478"/>
          <ac:picMkLst>
            <pc:docMk/>
            <pc:sldMk cId="1509884808" sldId="279"/>
            <ac:picMk id="72" creationId="{D7632A45-8745-7FDC-2597-4524C1835E81}"/>
          </ac:picMkLst>
        </pc:picChg>
      </pc:sldChg>
      <pc:sldChg chg="addSp delSp modSp add mod modTransition">
        <pc:chgData name="z z" userId="161882819154b75b" providerId="LiveId" clId="{E857BD72-A5A7-4845-87EA-1B97DB89FFC1}" dt="2024-05-20T09:00:22.097" v="15592" actId="478"/>
        <pc:sldMkLst>
          <pc:docMk/>
          <pc:sldMk cId="2333960567" sldId="280"/>
        </pc:sldMkLst>
        <pc:spChg chg="add mod">
          <ac:chgData name="z z" userId="161882819154b75b" providerId="LiveId" clId="{E857BD72-A5A7-4845-87EA-1B97DB89FFC1}" dt="2024-05-20T03:22:09.416" v="12047"/>
          <ac:spMkLst>
            <pc:docMk/>
            <pc:sldMk cId="2333960567" sldId="280"/>
            <ac:spMk id="2" creationId="{3E12F1D4-B5E7-6CBB-592B-56E92D2D7EDD}"/>
          </ac:spMkLst>
        </pc:spChg>
        <pc:spChg chg="add mod">
          <ac:chgData name="z z" userId="161882819154b75b" providerId="LiveId" clId="{E857BD72-A5A7-4845-87EA-1B97DB89FFC1}" dt="2024-05-20T03:22:09.416" v="12047"/>
          <ac:spMkLst>
            <pc:docMk/>
            <pc:sldMk cId="2333960567" sldId="280"/>
            <ac:spMk id="4" creationId="{27C57F82-BFE8-B459-E55D-CBF0E8A61DA5}"/>
          </ac:spMkLst>
        </pc:spChg>
        <pc:spChg chg="mod">
          <ac:chgData name="z z" userId="161882819154b75b" providerId="LiveId" clId="{E857BD72-A5A7-4845-87EA-1B97DB89FFC1}" dt="2024-05-19T14:06:38.010" v="11455" actId="1037"/>
          <ac:spMkLst>
            <pc:docMk/>
            <pc:sldMk cId="2333960567" sldId="280"/>
            <ac:spMk id="9" creationId="{E6024973-B6B8-5F69-731E-EA65B7CA17BB}"/>
          </ac:spMkLst>
        </pc:spChg>
        <pc:spChg chg="mod">
          <ac:chgData name="z z" userId="161882819154b75b" providerId="LiveId" clId="{E857BD72-A5A7-4845-87EA-1B97DB89FFC1}" dt="2024-05-19T14:06:38.010" v="11455" actId="1037"/>
          <ac:spMkLst>
            <pc:docMk/>
            <pc:sldMk cId="2333960567" sldId="280"/>
            <ac:spMk id="10" creationId="{42F38BF6-849C-689A-D628-F2053AD39021}"/>
          </ac:spMkLst>
        </pc:spChg>
        <pc:spChg chg="mod">
          <ac:chgData name="z z" userId="161882819154b75b" providerId="LiveId" clId="{E857BD72-A5A7-4845-87EA-1B97DB89FFC1}" dt="2024-05-19T14:06:38.010" v="11455" actId="1037"/>
          <ac:spMkLst>
            <pc:docMk/>
            <pc:sldMk cId="2333960567" sldId="280"/>
            <ac:spMk id="12" creationId="{82F7DA7B-1A50-6F8A-74BB-9C29217D528D}"/>
          </ac:spMkLst>
        </pc:spChg>
        <pc:spChg chg="mod">
          <ac:chgData name="z z" userId="161882819154b75b" providerId="LiveId" clId="{E857BD72-A5A7-4845-87EA-1B97DB89FFC1}" dt="2024-05-19T14:06:38.010" v="11455" actId="1037"/>
          <ac:spMkLst>
            <pc:docMk/>
            <pc:sldMk cId="2333960567" sldId="280"/>
            <ac:spMk id="13" creationId="{0679C63D-3B72-F923-109E-B58AC03FF4D2}"/>
          </ac:spMkLst>
        </pc:spChg>
        <pc:spChg chg="del">
          <ac:chgData name="z z" userId="161882819154b75b" providerId="LiveId" clId="{E857BD72-A5A7-4845-87EA-1B97DB89FFC1}" dt="2024-05-20T03:22:09.130" v="12046" actId="478"/>
          <ac:spMkLst>
            <pc:docMk/>
            <pc:sldMk cId="2333960567" sldId="280"/>
            <ac:spMk id="16" creationId="{3963AD94-EA21-38B1-44CF-5DC05619F275}"/>
          </ac:spMkLst>
        </pc:spChg>
        <pc:spChg chg="del">
          <ac:chgData name="z z" userId="161882819154b75b" providerId="LiveId" clId="{E857BD72-A5A7-4845-87EA-1B97DB89FFC1}" dt="2024-05-20T03:22:09.130" v="12046" actId="478"/>
          <ac:spMkLst>
            <pc:docMk/>
            <pc:sldMk cId="2333960567" sldId="280"/>
            <ac:spMk id="18" creationId="{303B40B1-936D-42E6-2B14-8BC33EBB2921}"/>
          </ac:spMkLst>
        </pc:spChg>
        <pc:picChg chg="add del mod ord">
          <ac:chgData name="z z" userId="161882819154b75b" providerId="LiveId" clId="{E857BD72-A5A7-4845-87EA-1B97DB89FFC1}" dt="2024-05-19T14:08:37.111" v="11654" actId="478"/>
          <ac:picMkLst>
            <pc:docMk/>
            <pc:sldMk cId="2333960567" sldId="280"/>
            <ac:picMk id="2" creationId="{C99D4AB6-BA09-C357-120F-B44FB340610E}"/>
          </ac:picMkLst>
        </pc:picChg>
        <pc:picChg chg="add mod ord">
          <ac:chgData name="z z" userId="161882819154b75b" providerId="LiveId" clId="{E857BD72-A5A7-4845-87EA-1B97DB89FFC1}" dt="2024-05-19T14:08:41.406" v="11657" actId="171"/>
          <ac:picMkLst>
            <pc:docMk/>
            <pc:sldMk cId="2333960567" sldId="280"/>
            <ac:picMk id="3" creationId="{F029F64E-ED5F-A5C4-987E-186DEA944359}"/>
          </ac:picMkLst>
        </pc:picChg>
        <pc:picChg chg="add mod">
          <ac:chgData name="z z" userId="161882819154b75b" providerId="LiveId" clId="{E857BD72-A5A7-4845-87EA-1B97DB89FFC1}" dt="2024-05-20T03:31:41.661" v="12565" actId="1036"/>
          <ac:picMkLst>
            <pc:docMk/>
            <pc:sldMk cId="2333960567" sldId="280"/>
            <ac:picMk id="6" creationId="{006040AA-42B4-E216-F7A2-A4C461BDD170}"/>
          </ac:picMkLst>
        </pc:picChg>
        <pc:picChg chg="add mod">
          <ac:chgData name="z z" userId="161882819154b75b" providerId="LiveId" clId="{E857BD72-A5A7-4845-87EA-1B97DB89FFC1}" dt="2024-05-20T03:31:48.962" v="12623" actId="1036"/>
          <ac:picMkLst>
            <pc:docMk/>
            <pc:sldMk cId="2333960567" sldId="280"/>
            <ac:picMk id="7" creationId="{48401A2B-5D04-9348-04B9-A3E68A911782}"/>
          </ac:picMkLst>
        </pc:picChg>
        <pc:picChg chg="mod">
          <ac:chgData name="z z" userId="161882819154b75b" providerId="LiveId" clId="{E857BD72-A5A7-4845-87EA-1B97DB89FFC1}" dt="2024-05-20T03:22:07.005" v="12045" actId="1076"/>
          <ac:picMkLst>
            <pc:docMk/>
            <pc:sldMk cId="2333960567" sldId="280"/>
            <ac:picMk id="15" creationId="{BD721308-D5ED-599B-342C-CB9DF176AFDE}"/>
          </ac:picMkLst>
        </pc:picChg>
        <pc:picChg chg="del">
          <ac:chgData name="z z" userId="161882819154b75b" providerId="LiveId" clId="{E857BD72-A5A7-4845-87EA-1B97DB89FFC1}" dt="2024-05-19T14:05:28.868" v="11304" actId="478"/>
          <ac:picMkLst>
            <pc:docMk/>
            <pc:sldMk cId="2333960567" sldId="280"/>
            <ac:picMk id="17" creationId="{CB152768-04A2-7BA9-2B09-3806381615DB}"/>
          </ac:picMkLst>
        </pc:picChg>
        <pc:picChg chg="mod">
          <ac:chgData name="z z" userId="161882819154b75b" providerId="LiveId" clId="{E857BD72-A5A7-4845-87EA-1B97DB89FFC1}" dt="2024-05-19T14:09:30.278" v="11662" actId="1076"/>
          <ac:picMkLst>
            <pc:docMk/>
            <pc:sldMk cId="2333960567" sldId="280"/>
            <ac:picMk id="20" creationId="{FFB825CF-8320-DC07-5D29-3D0ADCCE862D}"/>
          </ac:picMkLst>
        </pc:picChg>
        <pc:picChg chg="mod">
          <ac:chgData name="z z" userId="161882819154b75b" providerId="LiveId" clId="{E857BD72-A5A7-4845-87EA-1B97DB89FFC1}" dt="2024-05-19T14:09:39.106" v="11685" actId="1035"/>
          <ac:picMkLst>
            <pc:docMk/>
            <pc:sldMk cId="2333960567" sldId="280"/>
            <ac:picMk id="23" creationId="{F277C6A5-376A-F221-EA8A-5897B924A63B}"/>
          </ac:picMkLst>
        </pc:picChg>
        <pc:picChg chg="del">
          <ac:chgData name="z z" userId="161882819154b75b" providerId="LiveId" clId="{E857BD72-A5A7-4845-87EA-1B97DB89FFC1}" dt="2024-05-20T09:00:22.097" v="15592" actId="478"/>
          <ac:picMkLst>
            <pc:docMk/>
            <pc:sldMk cId="2333960567" sldId="280"/>
            <ac:picMk id="72" creationId="{D7632A45-8745-7FDC-2597-4524C1835E81}"/>
          </ac:picMkLst>
        </pc:picChg>
      </pc:sldChg>
      <pc:sldChg chg="addSp delSp modSp add mod modTransition">
        <pc:chgData name="z z" userId="161882819154b75b" providerId="LiveId" clId="{E857BD72-A5A7-4845-87EA-1B97DB89FFC1}" dt="2024-05-20T09:00:20.091" v="15591" actId="478"/>
        <pc:sldMkLst>
          <pc:docMk/>
          <pc:sldMk cId="1806761876" sldId="281"/>
        </pc:sldMkLst>
        <pc:spChg chg="add mod">
          <ac:chgData name="z z" userId="161882819154b75b" providerId="LiveId" clId="{E857BD72-A5A7-4845-87EA-1B97DB89FFC1}" dt="2024-05-20T03:22:13.313" v="12049"/>
          <ac:spMkLst>
            <pc:docMk/>
            <pc:sldMk cId="1806761876" sldId="281"/>
            <ac:spMk id="2" creationId="{67F34151-DFF5-99FD-3137-47A0469D3599}"/>
          </ac:spMkLst>
        </pc:spChg>
        <pc:spChg chg="add mod">
          <ac:chgData name="z z" userId="161882819154b75b" providerId="LiveId" clId="{E857BD72-A5A7-4845-87EA-1B97DB89FFC1}" dt="2024-05-20T03:22:13.313" v="12049"/>
          <ac:spMkLst>
            <pc:docMk/>
            <pc:sldMk cId="1806761876" sldId="281"/>
            <ac:spMk id="4" creationId="{9EC7E0D3-7D4E-1295-E1A0-8CC1C531F191}"/>
          </ac:spMkLst>
        </pc:spChg>
        <pc:spChg chg="mod">
          <ac:chgData name="z z" userId="161882819154b75b" providerId="LiveId" clId="{E857BD72-A5A7-4845-87EA-1B97DB89FFC1}" dt="2024-05-20T03:27:56.179" v="12458" actId="207"/>
          <ac:spMkLst>
            <pc:docMk/>
            <pc:sldMk cId="1806761876" sldId="281"/>
            <ac:spMk id="9" creationId="{E6024973-B6B8-5F69-731E-EA65B7CA17BB}"/>
          </ac:spMkLst>
        </pc:spChg>
        <pc:spChg chg="mod">
          <ac:chgData name="z z" userId="161882819154b75b" providerId="LiveId" clId="{E857BD72-A5A7-4845-87EA-1B97DB89FFC1}" dt="2024-05-20T03:27:56.179" v="12458" actId="207"/>
          <ac:spMkLst>
            <pc:docMk/>
            <pc:sldMk cId="1806761876" sldId="281"/>
            <ac:spMk id="10" creationId="{42F38BF6-849C-689A-D628-F2053AD39021}"/>
          </ac:spMkLst>
        </pc:spChg>
        <pc:spChg chg="mod">
          <ac:chgData name="z z" userId="161882819154b75b" providerId="LiveId" clId="{E857BD72-A5A7-4845-87EA-1B97DB89FFC1}" dt="2024-05-20T03:27:56.179" v="12458" actId="207"/>
          <ac:spMkLst>
            <pc:docMk/>
            <pc:sldMk cId="1806761876" sldId="281"/>
            <ac:spMk id="12" creationId="{82F7DA7B-1A50-6F8A-74BB-9C29217D528D}"/>
          </ac:spMkLst>
        </pc:spChg>
        <pc:spChg chg="mod">
          <ac:chgData name="z z" userId="161882819154b75b" providerId="LiveId" clId="{E857BD72-A5A7-4845-87EA-1B97DB89FFC1}" dt="2024-05-20T03:27:56.179" v="12458" actId="207"/>
          <ac:spMkLst>
            <pc:docMk/>
            <pc:sldMk cId="1806761876" sldId="281"/>
            <ac:spMk id="13" creationId="{0679C63D-3B72-F923-109E-B58AC03FF4D2}"/>
          </ac:spMkLst>
        </pc:spChg>
        <pc:spChg chg="del">
          <ac:chgData name="z z" userId="161882819154b75b" providerId="LiveId" clId="{E857BD72-A5A7-4845-87EA-1B97DB89FFC1}" dt="2024-05-20T03:22:13.012" v="12048" actId="478"/>
          <ac:spMkLst>
            <pc:docMk/>
            <pc:sldMk cId="1806761876" sldId="281"/>
            <ac:spMk id="16" creationId="{3963AD94-EA21-38B1-44CF-5DC05619F275}"/>
          </ac:spMkLst>
        </pc:spChg>
        <pc:spChg chg="del">
          <ac:chgData name="z z" userId="161882819154b75b" providerId="LiveId" clId="{E857BD72-A5A7-4845-87EA-1B97DB89FFC1}" dt="2024-05-20T03:22:13.012" v="12048" actId="478"/>
          <ac:spMkLst>
            <pc:docMk/>
            <pc:sldMk cId="1806761876" sldId="281"/>
            <ac:spMk id="18" creationId="{303B40B1-936D-42E6-2B14-8BC33EBB2921}"/>
          </ac:spMkLst>
        </pc:spChg>
        <pc:picChg chg="mod">
          <ac:chgData name="z z" userId="161882819154b75b" providerId="LiveId" clId="{E857BD72-A5A7-4845-87EA-1B97DB89FFC1}" dt="2024-05-20T03:23:40.663" v="12405" actId="1035"/>
          <ac:picMkLst>
            <pc:docMk/>
            <pc:sldMk cId="1806761876" sldId="281"/>
            <ac:picMk id="3" creationId="{F029F64E-ED5F-A5C4-987E-186DEA944359}"/>
          </ac:picMkLst>
        </pc:picChg>
        <pc:picChg chg="add mod">
          <ac:chgData name="z z" userId="161882819154b75b" providerId="LiveId" clId="{E857BD72-A5A7-4845-87EA-1B97DB89FFC1}" dt="2024-05-20T03:29:03.397" v="12472" actId="1076"/>
          <ac:picMkLst>
            <pc:docMk/>
            <pc:sldMk cId="1806761876" sldId="281"/>
            <ac:picMk id="7" creationId="{42A6286B-E256-F698-1656-1F6EBF7509D3}"/>
          </ac:picMkLst>
        </pc:picChg>
        <pc:picChg chg="mod">
          <ac:chgData name="z z" userId="161882819154b75b" providerId="LiveId" clId="{E857BD72-A5A7-4845-87EA-1B97DB89FFC1}" dt="2024-05-20T03:23:08.466" v="12298" actId="1036"/>
          <ac:picMkLst>
            <pc:docMk/>
            <pc:sldMk cId="1806761876" sldId="281"/>
            <ac:picMk id="15" creationId="{BD721308-D5ED-599B-342C-CB9DF176AFDE}"/>
          </ac:picMkLst>
        </pc:picChg>
        <pc:picChg chg="add mod">
          <ac:chgData name="z z" userId="161882819154b75b" providerId="LiveId" clId="{E857BD72-A5A7-4845-87EA-1B97DB89FFC1}" dt="2024-05-20T03:31:21.041" v="12493" actId="1076"/>
          <ac:picMkLst>
            <pc:docMk/>
            <pc:sldMk cId="1806761876" sldId="281"/>
            <ac:picMk id="17" creationId="{60E11E72-6C43-BFAE-3E3B-7E160B7D2802}"/>
          </ac:picMkLst>
        </pc:picChg>
        <pc:picChg chg="add mod">
          <ac:chgData name="z z" userId="161882819154b75b" providerId="LiveId" clId="{E857BD72-A5A7-4845-87EA-1B97DB89FFC1}" dt="2024-05-20T03:35:59.811" v="12804" actId="1035"/>
          <ac:picMkLst>
            <pc:docMk/>
            <pc:sldMk cId="1806761876" sldId="281"/>
            <ac:picMk id="19" creationId="{8B49DD8D-176F-C25A-24B0-43B477D82CF9}"/>
          </ac:picMkLst>
        </pc:picChg>
        <pc:picChg chg="mod">
          <ac:chgData name="z z" userId="161882819154b75b" providerId="LiveId" clId="{E857BD72-A5A7-4845-87EA-1B97DB89FFC1}" dt="2024-05-20T03:23:40.663" v="12405" actId="1035"/>
          <ac:picMkLst>
            <pc:docMk/>
            <pc:sldMk cId="1806761876" sldId="281"/>
            <ac:picMk id="20" creationId="{FFB825CF-8320-DC07-5D29-3D0ADCCE862D}"/>
          </ac:picMkLst>
        </pc:picChg>
        <pc:picChg chg="mod">
          <ac:chgData name="z z" userId="161882819154b75b" providerId="LiveId" clId="{E857BD72-A5A7-4845-87EA-1B97DB89FFC1}" dt="2024-05-20T03:23:40.663" v="12405" actId="1035"/>
          <ac:picMkLst>
            <pc:docMk/>
            <pc:sldMk cId="1806761876" sldId="281"/>
            <ac:picMk id="23" creationId="{F277C6A5-376A-F221-EA8A-5897B924A63B}"/>
          </ac:picMkLst>
        </pc:picChg>
        <pc:picChg chg="del">
          <ac:chgData name="z z" userId="161882819154b75b" providerId="LiveId" clId="{E857BD72-A5A7-4845-87EA-1B97DB89FFC1}" dt="2024-05-20T09:00:20.091" v="15591" actId="478"/>
          <ac:picMkLst>
            <pc:docMk/>
            <pc:sldMk cId="1806761876" sldId="281"/>
            <ac:picMk id="72" creationId="{D7632A45-8745-7FDC-2597-4524C1835E81}"/>
          </ac:picMkLst>
        </pc:picChg>
      </pc:sldChg>
      <pc:sldChg chg="addSp delSp modSp add mod modTransition">
        <pc:chgData name="z z" userId="161882819154b75b" providerId="LiveId" clId="{E857BD72-A5A7-4845-87EA-1B97DB89FFC1}" dt="2024-05-20T09:00:18.105" v="15590" actId="478"/>
        <pc:sldMkLst>
          <pc:docMk/>
          <pc:sldMk cId="2269210760" sldId="282"/>
        </pc:sldMkLst>
        <pc:spChg chg="del">
          <ac:chgData name="z z" userId="161882819154b75b" providerId="LiveId" clId="{E857BD72-A5A7-4845-87EA-1B97DB89FFC1}" dt="2024-05-20T03:43:15.054" v="13144" actId="478"/>
          <ac:spMkLst>
            <pc:docMk/>
            <pc:sldMk cId="2269210760" sldId="282"/>
            <ac:spMk id="9" creationId="{E6024973-B6B8-5F69-731E-EA65B7CA17BB}"/>
          </ac:spMkLst>
        </pc:spChg>
        <pc:spChg chg="del">
          <ac:chgData name="z z" userId="161882819154b75b" providerId="LiveId" clId="{E857BD72-A5A7-4845-87EA-1B97DB89FFC1}" dt="2024-05-20T03:43:15.054" v="13144" actId="478"/>
          <ac:spMkLst>
            <pc:docMk/>
            <pc:sldMk cId="2269210760" sldId="282"/>
            <ac:spMk id="10" creationId="{42F38BF6-849C-689A-D628-F2053AD39021}"/>
          </ac:spMkLst>
        </pc:spChg>
        <pc:spChg chg="del">
          <ac:chgData name="z z" userId="161882819154b75b" providerId="LiveId" clId="{E857BD72-A5A7-4845-87EA-1B97DB89FFC1}" dt="2024-05-20T03:43:15.054" v="13144" actId="478"/>
          <ac:spMkLst>
            <pc:docMk/>
            <pc:sldMk cId="2269210760" sldId="282"/>
            <ac:spMk id="12" creationId="{82F7DA7B-1A50-6F8A-74BB-9C29217D528D}"/>
          </ac:spMkLst>
        </pc:spChg>
        <pc:spChg chg="del">
          <ac:chgData name="z z" userId="161882819154b75b" providerId="LiveId" clId="{E857BD72-A5A7-4845-87EA-1B97DB89FFC1}" dt="2024-05-20T03:43:15.054" v="13144" actId="478"/>
          <ac:spMkLst>
            <pc:docMk/>
            <pc:sldMk cId="2269210760" sldId="282"/>
            <ac:spMk id="13" creationId="{0679C63D-3B72-F923-109E-B58AC03FF4D2}"/>
          </ac:spMkLst>
        </pc:spChg>
        <pc:picChg chg="del">
          <ac:chgData name="z z" userId="161882819154b75b" providerId="LiveId" clId="{E857BD72-A5A7-4845-87EA-1B97DB89FFC1}" dt="2024-05-20T03:34:35.255" v="12698" actId="478"/>
          <ac:picMkLst>
            <pc:docMk/>
            <pc:sldMk cId="2269210760" sldId="282"/>
            <ac:picMk id="3" creationId="{F029F64E-ED5F-A5C4-987E-186DEA944359}"/>
          </ac:picMkLst>
        </pc:picChg>
        <pc:picChg chg="add mod">
          <ac:chgData name="z z" userId="161882819154b75b" providerId="LiveId" clId="{E857BD72-A5A7-4845-87EA-1B97DB89FFC1}" dt="2024-05-20T03:34:31.267" v="12697"/>
          <ac:picMkLst>
            <pc:docMk/>
            <pc:sldMk cId="2269210760" sldId="282"/>
            <ac:picMk id="6" creationId="{5A7B7243-44B9-408C-0E1F-F9B48FFD1BB0}"/>
          </ac:picMkLst>
        </pc:picChg>
        <pc:picChg chg="del mod">
          <ac:chgData name="z z" userId="161882819154b75b" providerId="LiveId" clId="{E857BD72-A5A7-4845-87EA-1B97DB89FFC1}" dt="2024-05-20T03:34:30.641" v="12696" actId="478"/>
          <ac:picMkLst>
            <pc:docMk/>
            <pc:sldMk cId="2269210760" sldId="282"/>
            <ac:picMk id="7" creationId="{42A6286B-E256-F698-1656-1F6EBF7509D3}"/>
          </ac:picMkLst>
        </pc:picChg>
        <pc:picChg chg="add mod">
          <ac:chgData name="z z" userId="161882819154b75b" providerId="LiveId" clId="{E857BD72-A5A7-4845-87EA-1B97DB89FFC1}" dt="2024-05-20T03:34:31.267" v="12697"/>
          <ac:picMkLst>
            <pc:docMk/>
            <pc:sldMk cId="2269210760" sldId="282"/>
            <ac:picMk id="14" creationId="{9715C00A-4590-2CCA-E66D-7CB88778F6E7}"/>
          </ac:picMkLst>
        </pc:picChg>
        <pc:picChg chg="del">
          <ac:chgData name="z z" userId="161882819154b75b" providerId="LiveId" clId="{E857BD72-A5A7-4845-87EA-1B97DB89FFC1}" dt="2024-05-20T03:34:35.255" v="12698" actId="478"/>
          <ac:picMkLst>
            <pc:docMk/>
            <pc:sldMk cId="2269210760" sldId="282"/>
            <ac:picMk id="15" creationId="{BD721308-D5ED-599B-342C-CB9DF176AFDE}"/>
          </ac:picMkLst>
        </pc:picChg>
        <pc:picChg chg="add mod modCrop">
          <ac:chgData name="z z" userId="161882819154b75b" providerId="LiveId" clId="{E857BD72-A5A7-4845-87EA-1B97DB89FFC1}" dt="2024-05-20T03:35:46.522" v="12711" actId="1076"/>
          <ac:picMkLst>
            <pc:docMk/>
            <pc:sldMk cId="2269210760" sldId="282"/>
            <ac:picMk id="16" creationId="{20F738E2-0951-FC31-A350-DA63441E3F74}"/>
          </ac:picMkLst>
        </pc:picChg>
        <pc:picChg chg="del mod">
          <ac:chgData name="z z" userId="161882819154b75b" providerId="LiveId" clId="{E857BD72-A5A7-4845-87EA-1B97DB89FFC1}" dt="2024-05-20T03:34:30.641" v="12696" actId="478"/>
          <ac:picMkLst>
            <pc:docMk/>
            <pc:sldMk cId="2269210760" sldId="282"/>
            <ac:picMk id="17" creationId="{60E11E72-6C43-BFAE-3E3B-7E160B7D2802}"/>
          </ac:picMkLst>
        </pc:picChg>
        <pc:picChg chg="add mod">
          <ac:chgData name="z z" userId="161882819154b75b" providerId="LiveId" clId="{E857BD72-A5A7-4845-87EA-1B97DB89FFC1}" dt="2024-05-20T03:40:30.449" v="13129" actId="1036"/>
          <ac:picMkLst>
            <pc:docMk/>
            <pc:sldMk cId="2269210760" sldId="282"/>
            <ac:picMk id="18" creationId="{90724790-0F3E-0BDC-1B77-40748251AC2B}"/>
          </ac:picMkLst>
        </pc:picChg>
        <pc:picChg chg="del">
          <ac:chgData name="z z" userId="161882819154b75b" providerId="LiveId" clId="{E857BD72-A5A7-4845-87EA-1B97DB89FFC1}" dt="2024-05-20T03:34:35.255" v="12698" actId="478"/>
          <ac:picMkLst>
            <pc:docMk/>
            <pc:sldMk cId="2269210760" sldId="282"/>
            <ac:picMk id="20" creationId="{FFB825CF-8320-DC07-5D29-3D0ADCCE862D}"/>
          </ac:picMkLst>
        </pc:picChg>
        <pc:picChg chg="del">
          <ac:chgData name="z z" userId="161882819154b75b" providerId="LiveId" clId="{E857BD72-A5A7-4845-87EA-1B97DB89FFC1}" dt="2024-05-20T03:34:35.255" v="12698" actId="478"/>
          <ac:picMkLst>
            <pc:docMk/>
            <pc:sldMk cId="2269210760" sldId="282"/>
            <ac:picMk id="23" creationId="{F277C6A5-376A-F221-EA8A-5897B924A63B}"/>
          </ac:picMkLst>
        </pc:picChg>
        <pc:picChg chg="del">
          <ac:chgData name="z z" userId="161882819154b75b" providerId="LiveId" clId="{E857BD72-A5A7-4845-87EA-1B97DB89FFC1}" dt="2024-05-20T09:00:18.105" v="15590" actId="478"/>
          <ac:picMkLst>
            <pc:docMk/>
            <pc:sldMk cId="2269210760" sldId="282"/>
            <ac:picMk id="72" creationId="{D7632A45-8745-7FDC-2597-4524C1835E81}"/>
          </ac:picMkLst>
        </pc:picChg>
      </pc:sldChg>
      <pc:sldChg chg="addSp delSp modSp add mod modTransition">
        <pc:chgData name="z z" userId="161882819154b75b" providerId="LiveId" clId="{E857BD72-A5A7-4845-87EA-1B97DB89FFC1}" dt="2024-05-20T09:00:14.576" v="15589" actId="478"/>
        <pc:sldMkLst>
          <pc:docMk/>
          <pc:sldMk cId="1425646463" sldId="283"/>
        </pc:sldMkLst>
        <pc:spChg chg="del">
          <ac:chgData name="z z" userId="161882819154b75b" providerId="LiveId" clId="{E857BD72-A5A7-4845-87EA-1B97DB89FFC1}" dt="2024-05-20T03:43:17.619" v="13145" actId="478"/>
          <ac:spMkLst>
            <pc:docMk/>
            <pc:sldMk cId="1425646463" sldId="283"/>
            <ac:spMk id="9" creationId="{E6024973-B6B8-5F69-731E-EA65B7CA17BB}"/>
          </ac:spMkLst>
        </pc:spChg>
        <pc:spChg chg="del">
          <ac:chgData name="z z" userId="161882819154b75b" providerId="LiveId" clId="{E857BD72-A5A7-4845-87EA-1B97DB89FFC1}" dt="2024-05-20T03:43:17.619" v="13145" actId="478"/>
          <ac:spMkLst>
            <pc:docMk/>
            <pc:sldMk cId="1425646463" sldId="283"/>
            <ac:spMk id="10" creationId="{42F38BF6-849C-689A-D628-F2053AD39021}"/>
          </ac:spMkLst>
        </pc:spChg>
        <pc:spChg chg="del">
          <ac:chgData name="z z" userId="161882819154b75b" providerId="LiveId" clId="{E857BD72-A5A7-4845-87EA-1B97DB89FFC1}" dt="2024-05-20T03:43:17.619" v="13145" actId="478"/>
          <ac:spMkLst>
            <pc:docMk/>
            <pc:sldMk cId="1425646463" sldId="283"/>
            <ac:spMk id="12" creationId="{82F7DA7B-1A50-6F8A-74BB-9C29217D528D}"/>
          </ac:spMkLst>
        </pc:spChg>
        <pc:spChg chg="del">
          <ac:chgData name="z z" userId="161882819154b75b" providerId="LiveId" clId="{E857BD72-A5A7-4845-87EA-1B97DB89FFC1}" dt="2024-05-20T03:43:17.619" v="13145" actId="478"/>
          <ac:spMkLst>
            <pc:docMk/>
            <pc:sldMk cId="1425646463" sldId="283"/>
            <ac:spMk id="13" creationId="{0679C63D-3B72-F923-109E-B58AC03FF4D2}"/>
          </ac:spMkLst>
        </pc:spChg>
        <pc:picChg chg="del">
          <ac:chgData name="z z" userId="161882819154b75b" providerId="LiveId" clId="{E857BD72-A5A7-4845-87EA-1B97DB89FFC1}" dt="2024-05-20T03:41:09.419" v="13130" actId="478"/>
          <ac:picMkLst>
            <pc:docMk/>
            <pc:sldMk cId="1425646463" sldId="283"/>
            <ac:picMk id="6" creationId="{5A7B7243-44B9-408C-0E1F-F9B48FFD1BB0}"/>
          </ac:picMkLst>
        </pc:picChg>
        <pc:picChg chg="add mod">
          <ac:chgData name="z z" userId="161882819154b75b" providerId="LiveId" clId="{E857BD72-A5A7-4845-87EA-1B97DB89FFC1}" dt="2024-05-20T03:39:57.749" v="12987" actId="1036"/>
          <ac:picMkLst>
            <pc:docMk/>
            <pc:sldMk cId="1425646463" sldId="283"/>
            <ac:picMk id="7" creationId="{A8A87244-66B0-EA70-F7AF-F96A59B9837F}"/>
          </ac:picMkLst>
        </pc:picChg>
        <pc:picChg chg="del">
          <ac:chgData name="z z" userId="161882819154b75b" providerId="LiveId" clId="{E857BD72-A5A7-4845-87EA-1B97DB89FFC1}" dt="2024-05-20T03:41:09.419" v="13130" actId="478"/>
          <ac:picMkLst>
            <pc:docMk/>
            <pc:sldMk cId="1425646463" sldId="283"/>
            <ac:picMk id="14" creationId="{9715C00A-4590-2CCA-E66D-7CB88778F6E7}"/>
          </ac:picMkLst>
        </pc:picChg>
        <pc:picChg chg="add del mod">
          <ac:chgData name="z z" userId="161882819154b75b" providerId="LiveId" clId="{E857BD72-A5A7-4845-87EA-1B97DB89FFC1}" dt="2024-05-20T03:45:35.099" v="13553" actId="478"/>
          <ac:picMkLst>
            <pc:docMk/>
            <pc:sldMk cId="1425646463" sldId="283"/>
            <ac:picMk id="15" creationId="{29D94A25-D7D7-18CA-A48C-05BFA1A24240}"/>
          </ac:picMkLst>
        </pc:picChg>
        <pc:picChg chg="mod">
          <ac:chgData name="z z" userId="161882819154b75b" providerId="LiveId" clId="{E857BD72-A5A7-4845-87EA-1B97DB89FFC1}" dt="2024-05-20T03:40:01.879" v="12994" actId="1038"/>
          <ac:picMkLst>
            <pc:docMk/>
            <pc:sldMk cId="1425646463" sldId="283"/>
            <ac:picMk id="16" creationId="{20F738E2-0951-FC31-A350-DA63441E3F74}"/>
          </ac:picMkLst>
        </pc:picChg>
        <pc:picChg chg="add mod">
          <ac:chgData name="z z" userId="161882819154b75b" providerId="LiveId" clId="{E857BD72-A5A7-4845-87EA-1B97DB89FFC1}" dt="2024-05-20T03:45:41.857" v="13654" actId="1035"/>
          <ac:picMkLst>
            <pc:docMk/>
            <pc:sldMk cId="1425646463" sldId="283"/>
            <ac:picMk id="17" creationId="{63E1A844-1EBD-8835-F637-F8E6600C246D}"/>
          </ac:picMkLst>
        </pc:picChg>
        <pc:picChg chg="del">
          <ac:chgData name="z z" userId="161882819154b75b" providerId="LiveId" clId="{E857BD72-A5A7-4845-87EA-1B97DB89FFC1}" dt="2024-05-20T09:00:14.576" v="15589" actId="478"/>
          <ac:picMkLst>
            <pc:docMk/>
            <pc:sldMk cId="1425646463" sldId="283"/>
            <ac:picMk id="72" creationId="{D7632A45-8745-7FDC-2597-4524C1835E81}"/>
          </ac:picMkLst>
        </pc:picChg>
      </pc:sldChg>
      <pc:sldChg chg="addSp delSp modSp add mod modTransition">
        <pc:chgData name="z z" userId="161882819154b75b" providerId="LiveId" clId="{E857BD72-A5A7-4845-87EA-1B97DB89FFC1}" dt="2024-05-20T09:00:12.054" v="15588" actId="478"/>
        <pc:sldMkLst>
          <pc:docMk/>
          <pc:sldMk cId="141233347" sldId="284"/>
        </pc:sldMkLst>
        <pc:spChg chg="del">
          <ac:chgData name="z z" userId="161882819154b75b" providerId="LiveId" clId="{E857BD72-A5A7-4845-87EA-1B97DB89FFC1}" dt="2024-05-20T03:43:08.747" v="13143" actId="478"/>
          <ac:spMkLst>
            <pc:docMk/>
            <pc:sldMk cId="141233347" sldId="284"/>
            <ac:spMk id="9" creationId="{E6024973-B6B8-5F69-731E-EA65B7CA17BB}"/>
          </ac:spMkLst>
        </pc:spChg>
        <pc:spChg chg="del">
          <ac:chgData name="z z" userId="161882819154b75b" providerId="LiveId" clId="{E857BD72-A5A7-4845-87EA-1B97DB89FFC1}" dt="2024-05-20T03:43:08.747" v="13143" actId="478"/>
          <ac:spMkLst>
            <pc:docMk/>
            <pc:sldMk cId="141233347" sldId="284"/>
            <ac:spMk id="10" creationId="{42F38BF6-849C-689A-D628-F2053AD39021}"/>
          </ac:spMkLst>
        </pc:spChg>
        <pc:spChg chg="del">
          <ac:chgData name="z z" userId="161882819154b75b" providerId="LiveId" clId="{E857BD72-A5A7-4845-87EA-1B97DB89FFC1}" dt="2024-05-20T03:43:08.747" v="13143" actId="478"/>
          <ac:spMkLst>
            <pc:docMk/>
            <pc:sldMk cId="141233347" sldId="284"/>
            <ac:spMk id="12" creationId="{82F7DA7B-1A50-6F8A-74BB-9C29217D528D}"/>
          </ac:spMkLst>
        </pc:spChg>
        <pc:spChg chg="del">
          <ac:chgData name="z z" userId="161882819154b75b" providerId="LiveId" clId="{E857BD72-A5A7-4845-87EA-1B97DB89FFC1}" dt="2024-05-20T03:43:08.747" v="13143" actId="478"/>
          <ac:spMkLst>
            <pc:docMk/>
            <pc:sldMk cId="141233347" sldId="284"/>
            <ac:spMk id="13" creationId="{0679C63D-3B72-F923-109E-B58AC03FF4D2}"/>
          </ac:spMkLst>
        </pc:spChg>
        <pc:picChg chg="add del mod">
          <ac:chgData name="z z" userId="161882819154b75b" providerId="LiveId" clId="{E857BD72-A5A7-4845-87EA-1B97DB89FFC1}" dt="2024-05-20T03:44:57.731" v="13455" actId="478"/>
          <ac:picMkLst>
            <pc:docMk/>
            <pc:sldMk cId="141233347" sldId="284"/>
            <ac:picMk id="6" creationId="{B27E4946-DFA8-AC35-2ED9-EAB93F71A85D}"/>
          </ac:picMkLst>
        </pc:picChg>
        <pc:picChg chg="mod">
          <ac:chgData name="z z" userId="161882819154b75b" providerId="LiveId" clId="{E857BD72-A5A7-4845-87EA-1B97DB89FFC1}" dt="2024-05-20T03:45:52.994" v="13701" actId="1036"/>
          <ac:picMkLst>
            <pc:docMk/>
            <pc:sldMk cId="141233347" sldId="284"/>
            <ac:picMk id="7" creationId="{A8A87244-66B0-EA70-F7AF-F96A59B9837F}"/>
          </ac:picMkLst>
        </pc:picChg>
        <pc:picChg chg="add mod modCrop">
          <ac:chgData name="z z" userId="161882819154b75b" providerId="LiveId" clId="{E857BD72-A5A7-4845-87EA-1B97DB89FFC1}" dt="2024-05-20T03:45:25.886" v="13552" actId="108"/>
          <ac:picMkLst>
            <pc:docMk/>
            <pc:sldMk cId="141233347" sldId="284"/>
            <ac:picMk id="15" creationId="{A5788178-7451-6258-0E23-FA099486D593}"/>
          </ac:picMkLst>
        </pc:picChg>
        <pc:picChg chg="mod">
          <ac:chgData name="z z" userId="161882819154b75b" providerId="LiveId" clId="{E857BD72-A5A7-4845-87EA-1B97DB89FFC1}" dt="2024-05-20T03:44:04.002" v="13237" actId="1036"/>
          <ac:picMkLst>
            <pc:docMk/>
            <pc:sldMk cId="141233347" sldId="284"/>
            <ac:picMk id="16" creationId="{20F738E2-0951-FC31-A350-DA63441E3F74}"/>
          </ac:picMkLst>
        </pc:picChg>
        <pc:picChg chg="del">
          <ac:chgData name="z z" userId="161882819154b75b" providerId="LiveId" clId="{E857BD72-A5A7-4845-87EA-1B97DB89FFC1}" dt="2024-05-20T09:00:12.054" v="15588" actId="478"/>
          <ac:picMkLst>
            <pc:docMk/>
            <pc:sldMk cId="141233347" sldId="284"/>
            <ac:picMk id="72" creationId="{D7632A45-8745-7FDC-2597-4524C1835E81}"/>
          </ac:picMkLst>
        </pc:picChg>
      </pc:sldChg>
      <pc:sldChg chg="addSp delSp modSp add mod delAnim modAnim">
        <pc:chgData name="z z" userId="161882819154b75b" providerId="LiveId" clId="{E857BD72-A5A7-4845-87EA-1B97DB89FFC1}" dt="2024-05-20T09:00:05.426" v="15586" actId="478"/>
        <pc:sldMkLst>
          <pc:docMk/>
          <pc:sldMk cId="2197053515" sldId="285"/>
        </pc:sldMkLst>
        <pc:spChg chg="del">
          <ac:chgData name="z z" userId="161882819154b75b" providerId="LiveId" clId="{E857BD72-A5A7-4845-87EA-1B97DB89FFC1}" dt="2024-05-20T04:01:04.752" v="13893" actId="478"/>
          <ac:spMkLst>
            <pc:docMk/>
            <pc:sldMk cId="2197053515" sldId="285"/>
            <ac:spMk id="4" creationId="{61AB7E45-066D-ADE3-FA41-4744AE8C7185}"/>
          </ac:spMkLst>
        </pc:spChg>
        <pc:spChg chg="del">
          <ac:chgData name="z z" userId="161882819154b75b" providerId="LiveId" clId="{E857BD72-A5A7-4845-87EA-1B97DB89FFC1}" dt="2024-05-20T04:01:04.752" v="13893" actId="478"/>
          <ac:spMkLst>
            <pc:docMk/>
            <pc:sldMk cId="2197053515" sldId="285"/>
            <ac:spMk id="5" creationId="{A11B6B51-C2B5-4381-DE87-F222EDBEFA45}"/>
          </ac:spMkLst>
        </pc:spChg>
        <pc:spChg chg="add mod">
          <ac:chgData name="z z" userId="161882819154b75b" providerId="LiveId" clId="{E857BD72-A5A7-4845-87EA-1B97DB89FFC1}" dt="2024-05-20T04:15:07.250" v="14074" actId="1076"/>
          <ac:spMkLst>
            <pc:docMk/>
            <pc:sldMk cId="2197053515" sldId="285"/>
            <ac:spMk id="6" creationId="{FF7B2D2C-2A0F-9AC4-1FFD-297EBE0E57A0}"/>
          </ac:spMkLst>
        </pc:spChg>
        <pc:spChg chg="mod">
          <ac:chgData name="z z" userId="161882819154b75b" providerId="LiveId" clId="{E857BD72-A5A7-4845-87EA-1B97DB89FFC1}" dt="2024-05-20T04:15:07.250" v="14074" actId="1076"/>
          <ac:spMkLst>
            <pc:docMk/>
            <pc:sldMk cId="2197053515" sldId="285"/>
            <ac:spMk id="7" creationId="{97E58601-6FA5-7867-5953-9FAC068C57C6}"/>
          </ac:spMkLst>
        </pc:spChg>
        <pc:spChg chg="del mod">
          <ac:chgData name="z z" userId="161882819154b75b" providerId="LiveId" clId="{E857BD72-A5A7-4845-87EA-1B97DB89FFC1}" dt="2024-05-20T04:07:34.081" v="14038" actId="478"/>
          <ac:spMkLst>
            <pc:docMk/>
            <pc:sldMk cId="2197053515" sldId="285"/>
            <ac:spMk id="8" creationId="{2F8E3804-F79C-E26A-C007-70CFDEA5BBB5}"/>
          </ac:spMkLst>
        </pc:spChg>
        <pc:spChg chg="add del mod">
          <ac:chgData name="z z" userId="161882819154b75b" providerId="LiveId" clId="{E857BD72-A5A7-4845-87EA-1B97DB89FFC1}" dt="2024-05-20T04:07:37.128" v="14039" actId="478"/>
          <ac:spMkLst>
            <pc:docMk/>
            <pc:sldMk cId="2197053515" sldId="285"/>
            <ac:spMk id="9" creationId="{E57BE391-AE85-4CB3-0AAA-65371D5A5178}"/>
          </ac:spMkLst>
        </pc:spChg>
        <pc:spChg chg="add mod">
          <ac:chgData name="z z" userId="161882819154b75b" providerId="LiveId" clId="{E857BD72-A5A7-4845-87EA-1B97DB89FFC1}" dt="2024-05-20T04:15:07.250" v="14074" actId="1076"/>
          <ac:spMkLst>
            <pc:docMk/>
            <pc:sldMk cId="2197053515" sldId="285"/>
            <ac:spMk id="11" creationId="{0C7B6F82-D5EE-C7AA-67FC-DA3E1BA11D7F}"/>
          </ac:spMkLst>
        </pc:spChg>
        <pc:spChg chg="del">
          <ac:chgData name="z z" userId="161882819154b75b" providerId="LiveId" clId="{E857BD72-A5A7-4845-87EA-1B97DB89FFC1}" dt="2024-05-20T04:01:04.752" v="13893" actId="478"/>
          <ac:spMkLst>
            <pc:docMk/>
            <pc:sldMk cId="2197053515" sldId="285"/>
            <ac:spMk id="12" creationId="{E363EBEF-4C60-70C8-3A1D-213A10AEA77A}"/>
          </ac:spMkLst>
        </pc:spChg>
        <pc:spChg chg="add mod">
          <ac:chgData name="z z" userId="161882819154b75b" providerId="LiveId" clId="{E857BD72-A5A7-4845-87EA-1B97DB89FFC1}" dt="2024-05-20T04:15:07.250" v="14074" actId="1076"/>
          <ac:spMkLst>
            <pc:docMk/>
            <pc:sldMk cId="2197053515" sldId="285"/>
            <ac:spMk id="13" creationId="{AC81F035-FF9B-205A-26D4-5A9BCFAAFD65}"/>
          </ac:spMkLst>
        </pc:spChg>
        <pc:spChg chg="add del mod">
          <ac:chgData name="z z" userId="161882819154b75b" providerId="LiveId" clId="{E857BD72-A5A7-4845-87EA-1B97DB89FFC1}" dt="2024-05-20T04:10:15.638" v="14067" actId="478"/>
          <ac:spMkLst>
            <pc:docMk/>
            <pc:sldMk cId="2197053515" sldId="285"/>
            <ac:spMk id="14" creationId="{81C15619-8813-2D85-8794-ECFEAF20E416}"/>
          </ac:spMkLst>
        </pc:spChg>
        <pc:spChg chg="add del mod">
          <ac:chgData name="z z" userId="161882819154b75b" providerId="LiveId" clId="{E857BD72-A5A7-4845-87EA-1B97DB89FFC1}" dt="2024-05-20T04:10:13.353" v="14066" actId="478"/>
          <ac:spMkLst>
            <pc:docMk/>
            <pc:sldMk cId="2197053515" sldId="285"/>
            <ac:spMk id="15" creationId="{E9E3D813-0195-6186-9257-E00FC6785323}"/>
          </ac:spMkLst>
        </pc:spChg>
        <pc:picChg chg="del">
          <ac:chgData name="z z" userId="161882819154b75b" providerId="LiveId" clId="{E857BD72-A5A7-4845-87EA-1B97DB89FFC1}" dt="2024-05-20T04:01:06.156" v="13894" actId="478"/>
          <ac:picMkLst>
            <pc:docMk/>
            <pc:sldMk cId="2197053515" sldId="285"/>
            <ac:picMk id="3" creationId="{4AED9B43-2626-EE08-6BB0-61B7302EB023}"/>
          </ac:picMkLst>
        </pc:picChg>
        <pc:picChg chg="del">
          <ac:chgData name="z z" userId="161882819154b75b" providerId="LiveId" clId="{E857BD72-A5A7-4845-87EA-1B97DB89FFC1}" dt="2024-05-20T09:00:05.426" v="15586" actId="478"/>
          <ac:picMkLst>
            <pc:docMk/>
            <pc:sldMk cId="2197053515" sldId="285"/>
            <ac:picMk id="72" creationId="{D7632A45-8745-7FDC-2597-4524C1835E81}"/>
          </ac:picMkLst>
        </pc:picChg>
      </pc:sldChg>
      <pc:sldChg chg="new del">
        <pc:chgData name="z z" userId="161882819154b75b" providerId="LiveId" clId="{E857BD72-A5A7-4845-87EA-1B97DB89FFC1}" dt="2024-05-20T04:01:37.567" v="13926" actId="680"/>
        <pc:sldMkLst>
          <pc:docMk/>
          <pc:sldMk cId="907949638" sldId="286"/>
        </pc:sldMkLst>
      </pc:sldChg>
      <pc:sldChg chg="addSp delSp modSp add mod modTransition delAnim modAnim">
        <pc:chgData name="z z" userId="161882819154b75b" providerId="LiveId" clId="{E857BD72-A5A7-4845-87EA-1B97DB89FFC1}" dt="2024-05-20T09:00:00.272" v="15585" actId="478"/>
        <pc:sldMkLst>
          <pc:docMk/>
          <pc:sldMk cId="2262846601" sldId="286"/>
        </pc:sldMkLst>
        <pc:spChg chg="add mod">
          <ac:chgData name="z z" userId="161882819154b75b" providerId="LiveId" clId="{E857BD72-A5A7-4845-87EA-1B97DB89FFC1}" dt="2024-05-20T07:59:29.095" v="14215" actId="1037"/>
          <ac:spMkLst>
            <pc:docMk/>
            <pc:sldMk cId="2262846601" sldId="286"/>
            <ac:spMk id="3" creationId="{145518FE-31FB-8952-E540-8E6CC40728CD}"/>
          </ac:spMkLst>
        </pc:spChg>
        <pc:spChg chg="add mod">
          <ac:chgData name="z z" userId="161882819154b75b" providerId="LiveId" clId="{E857BD72-A5A7-4845-87EA-1B97DB89FFC1}" dt="2024-05-20T07:59:29.095" v="14215" actId="1037"/>
          <ac:spMkLst>
            <pc:docMk/>
            <pc:sldMk cId="2262846601" sldId="286"/>
            <ac:spMk id="4" creationId="{2E7F7A9E-5FD8-DF13-E956-5F3F44C19241}"/>
          </ac:spMkLst>
        </pc:spChg>
        <pc:spChg chg="add del mod">
          <ac:chgData name="z z" userId="161882819154b75b" providerId="LiveId" clId="{E857BD72-A5A7-4845-87EA-1B97DB89FFC1}" dt="2024-05-20T08:11:41.490" v="14385" actId="478"/>
          <ac:spMkLst>
            <pc:docMk/>
            <pc:sldMk cId="2262846601" sldId="286"/>
            <ac:spMk id="5" creationId="{6A017EA7-C365-7A2B-99AF-2702257BF452}"/>
          </ac:spMkLst>
        </pc:spChg>
        <pc:spChg chg="mod">
          <ac:chgData name="z z" userId="161882819154b75b" providerId="LiveId" clId="{E857BD72-A5A7-4845-87EA-1B97DB89FFC1}" dt="2024-05-20T08:14:03.877" v="14435" actId="1035"/>
          <ac:spMkLst>
            <pc:docMk/>
            <pc:sldMk cId="2262846601" sldId="286"/>
            <ac:spMk id="6" creationId="{FF7B2D2C-2A0F-9AC4-1FFD-297EBE0E57A0}"/>
          </ac:spMkLst>
        </pc:spChg>
        <pc:spChg chg="mod">
          <ac:chgData name="z z" userId="161882819154b75b" providerId="LiveId" clId="{E857BD72-A5A7-4845-87EA-1B97DB89FFC1}" dt="2024-05-20T08:13:49.353" v="14432" actId="1035"/>
          <ac:spMkLst>
            <pc:docMk/>
            <pc:sldMk cId="2262846601" sldId="286"/>
            <ac:spMk id="7" creationId="{97E58601-6FA5-7867-5953-9FAC068C57C6}"/>
          </ac:spMkLst>
        </pc:spChg>
        <pc:spChg chg="mod">
          <ac:chgData name="z z" userId="161882819154b75b" providerId="LiveId" clId="{E857BD72-A5A7-4845-87EA-1B97DB89FFC1}" dt="2024-05-20T08:14:36.599" v="14440" actId="1037"/>
          <ac:spMkLst>
            <pc:docMk/>
            <pc:sldMk cId="2262846601" sldId="286"/>
            <ac:spMk id="11" creationId="{0C7B6F82-D5EE-C7AA-67FC-DA3E1BA11D7F}"/>
          </ac:spMkLst>
        </pc:spChg>
        <pc:spChg chg="mod">
          <ac:chgData name="z z" userId="161882819154b75b" providerId="LiveId" clId="{E857BD72-A5A7-4845-87EA-1B97DB89FFC1}" dt="2024-05-20T08:14:22.030" v="14436" actId="1035"/>
          <ac:spMkLst>
            <pc:docMk/>
            <pc:sldMk cId="2262846601" sldId="286"/>
            <ac:spMk id="13" creationId="{AC81F035-FF9B-205A-26D4-5A9BCFAAFD65}"/>
          </ac:spMkLst>
        </pc:spChg>
        <pc:picChg chg="del">
          <ac:chgData name="z z" userId="161882819154b75b" providerId="LiveId" clId="{E857BD72-A5A7-4845-87EA-1B97DB89FFC1}" dt="2024-05-20T09:00:00.272" v="15585" actId="478"/>
          <ac:picMkLst>
            <pc:docMk/>
            <pc:sldMk cId="2262846601" sldId="286"/>
            <ac:picMk id="72" creationId="{D7632A45-8745-7FDC-2597-4524C1835E81}"/>
          </ac:picMkLst>
        </pc:picChg>
      </pc:sldChg>
      <pc:sldChg chg="addSp delSp modSp add del mod modTransition delAnim">
        <pc:chgData name="z z" userId="161882819154b75b" providerId="LiveId" clId="{E857BD72-A5A7-4845-87EA-1B97DB89FFC1}" dt="2024-05-20T08:07:21.020" v="14343" actId="2696"/>
        <pc:sldMkLst>
          <pc:docMk/>
          <pc:sldMk cId="3386249282" sldId="287"/>
        </pc:sldMkLst>
        <pc:spChg chg="del">
          <ac:chgData name="z z" userId="161882819154b75b" providerId="LiveId" clId="{E857BD72-A5A7-4845-87EA-1B97DB89FFC1}" dt="2024-05-20T08:01:45.543" v="14220" actId="478"/>
          <ac:spMkLst>
            <pc:docMk/>
            <pc:sldMk cId="3386249282" sldId="287"/>
            <ac:spMk id="3" creationId="{145518FE-31FB-8952-E540-8E6CC40728CD}"/>
          </ac:spMkLst>
        </pc:spChg>
        <pc:spChg chg="del">
          <ac:chgData name="z z" userId="161882819154b75b" providerId="LiveId" clId="{E857BD72-A5A7-4845-87EA-1B97DB89FFC1}" dt="2024-05-20T08:01:42.616" v="14219" actId="478"/>
          <ac:spMkLst>
            <pc:docMk/>
            <pc:sldMk cId="3386249282" sldId="287"/>
            <ac:spMk id="4" creationId="{2E7F7A9E-5FD8-DF13-E956-5F3F44C19241}"/>
          </ac:spMkLst>
        </pc:spChg>
        <pc:spChg chg="del">
          <ac:chgData name="z z" userId="161882819154b75b" providerId="LiveId" clId="{E857BD72-A5A7-4845-87EA-1B97DB89FFC1}" dt="2024-05-20T08:01:42.616" v="14219" actId="478"/>
          <ac:spMkLst>
            <pc:docMk/>
            <pc:sldMk cId="3386249282" sldId="287"/>
            <ac:spMk id="5" creationId="{6A017EA7-C365-7A2B-99AF-2702257BF452}"/>
          </ac:spMkLst>
        </pc:spChg>
        <pc:spChg chg="del mod">
          <ac:chgData name="z z" userId="161882819154b75b" providerId="LiveId" clId="{E857BD72-A5A7-4845-87EA-1B97DB89FFC1}" dt="2024-05-20T08:01:53.856" v="14228"/>
          <ac:spMkLst>
            <pc:docMk/>
            <pc:sldMk cId="3386249282" sldId="287"/>
            <ac:spMk id="6" creationId="{FF7B2D2C-2A0F-9AC4-1FFD-297EBE0E57A0}"/>
          </ac:spMkLst>
        </pc:spChg>
        <pc:spChg chg="mod">
          <ac:chgData name="z z" userId="161882819154b75b" providerId="LiveId" clId="{E857BD72-A5A7-4845-87EA-1B97DB89FFC1}" dt="2024-05-20T08:02:55.621" v="14269" actId="14100"/>
          <ac:spMkLst>
            <pc:docMk/>
            <pc:sldMk cId="3386249282" sldId="287"/>
            <ac:spMk id="7" creationId="{97E58601-6FA5-7867-5953-9FAC068C57C6}"/>
          </ac:spMkLst>
        </pc:spChg>
        <pc:spChg chg="add del">
          <ac:chgData name="z z" userId="161882819154b75b" providerId="LiveId" clId="{E857BD72-A5A7-4845-87EA-1B97DB89FFC1}" dt="2024-05-20T08:06:25.142" v="14311" actId="478"/>
          <ac:spMkLst>
            <pc:docMk/>
            <pc:sldMk cId="3386249282" sldId="287"/>
            <ac:spMk id="9" creationId="{E5644075-DA3F-BB12-3973-847552685EAC}"/>
          </ac:spMkLst>
        </pc:spChg>
        <pc:spChg chg="mod">
          <ac:chgData name="z z" userId="161882819154b75b" providerId="LiveId" clId="{E857BD72-A5A7-4845-87EA-1B97DB89FFC1}" dt="2024-05-20T08:02:49.974" v="14267" actId="1076"/>
          <ac:spMkLst>
            <pc:docMk/>
            <pc:sldMk cId="3386249282" sldId="287"/>
            <ac:spMk id="11" creationId="{0C7B6F82-D5EE-C7AA-67FC-DA3E1BA11D7F}"/>
          </ac:spMkLst>
        </pc:spChg>
        <pc:spChg chg="del">
          <ac:chgData name="z z" userId="161882819154b75b" providerId="LiveId" clId="{E857BD72-A5A7-4845-87EA-1B97DB89FFC1}" dt="2024-05-20T08:01:57.023" v="14229" actId="478"/>
          <ac:spMkLst>
            <pc:docMk/>
            <pc:sldMk cId="3386249282" sldId="287"/>
            <ac:spMk id="13" creationId="{AC81F035-FF9B-205A-26D4-5A9BCFAAFD65}"/>
          </ac:spMkLst>
        </pc:spChg>
        <pc:picChg chg="add del mod modCrop">
          <ac:chgData name="z z" userId="161882819154b75b" providerId="LiveId" clId="{E857BD72-A5A7-4845-87EA-1B97DB89FFC1}" dt="2024-05-20T08:06:30.459" v="14313" actId="478"/>
          <ac:picMkLst>
            <pc:docMk/>
            <pc:sldMk cId="3386249282" sldId="287"/>
            <ac:picMk id="8" creationId="{CAE2D6B4-0464-511B-E39C-40D5FBB801D9}"/>
          </ac:picMkLst>
        </pc:picChg>
      </pc:sldChg>
      <pc:sldChg chg="add del">
        <pc:chgData name="z z" userId="161882819154b75b" providerId="LiveId" clId="{E857BD72-A5A7-4845-87EA-1B97DB89FFC1}" dt="2024-05-20T07:55:24.926" v="14083"/>
        <pc:sldMkLst>
          <pc:docMk/>
          <pc:sldMk cId="3981331945" sldId="287"/>
        </pc:sldMkLst>
      </pc:sldChg>
      <pc:sldChg chg="addSp delSp modSp add del mod modTransition modAnim">
        <pc:chgData name="z z" userId="161882819154b75b" providerId="LiveId" clId="{E857BD72-A5A7-4845-87EA-1B97DB89FFC1}" dt="2024-05-20T08:34:14.365" v="14572" actId="2696"/>
        <pc:sldMkLst>
          <pc:docMk/>
          <pc:sldMk cId="1014682141" sldId="288"/>
        </pc:sldMkLst>
        <pc:spChg chg="add mod">
          <ac:chgData name="z z" userId="161882819154b75b" providerId="LiveId" clId="{E857BD72-A5A7-4845-87EA-1B97DB89FFC1}" dt="2024-05-20T08:06:14.743" v="14310" actId="1076"/>
          <ac:spMkLst>
            <pc:docMk/>
            <pc:sldMk cId="1014682141" sldId="288"/>
            <ac:spMk id="3" creationId="{76007271-B65E-3E56-4035-C840BF8D4BC1}"/>
          </ac:spMkLst>
        </pc:spChg>
        <pc:spChg chg="add mod">
          <ac:chgData name="z z" userId="161882819154b75b" providerId="LiveId" clId="{E857BD72-A5A7-4845-87EA-1B97DB89FFC1}" dt="2024-05-20T08:23:30.695" v="14496" actId="20577"/>
          <ac:spMkLst>
            <pc:docMk/>
            <pc:sldMk cId="1014682141" sldId="288"/>
            <ac:spMk id="4" creationId="{A94DD9D4-E9B8-B1C3-EE47-6392353A29BA}"/>
          </ac:spMkLst>
        </pc:spChg>
        <pc:spChg chg="mod">
          <ac:chgData name="z z" userId="161882819154b75b" providerId="LiveId" clId="{E857BD72-A5A7-4845-87EA-1B97DB89FFC1}" dt="2024-05-20T08:06:14.743" v="14310" actId="1076"/>
          <ac:spMkLst>
            <pc:docMk/>
            <pc:sldMk cId="1014682141" sldId="288"/>
            <ac:spMk id="7" creationId="{97E58601-6FA5-7867-5953-9FAC068C57C6}"/>
          </ac:spMkLst>
        </pc:spChg>
        <pc:spChg chg="mod">
          <ac:chgData name="z z" userId="161882819154b75b" providerId="LiveId" clId="{E857BD72-A5A7-4845-87EA-1B97DB89FFC1}" dt="2024-05-20T08:06:14.743" v="14310" actId="1076"/>
          <ac:spMkLst>
            <pc:docMk/>
            <pc:sldMk cId="1014682141" sldId="288"/>
            <ac:spMk id="9" creationId="{E5644075-DA3F-BB12-3973-847552685EAC}"/>
          </ac:spMkLst>
        </pc:spChg>
        <pc:spChg chg="mod">
          <ac:chgData name="z z" userId="161882819154b75b" providerId="LiveId" clId="{E857BD72-A5A7-4845-87EA-1B97DB89FFC1}" dt="2024-05-20T08:06:14.743" v="14310" actId="1076"/>
          <ac:spMkLst>
            <pc:docMk/>
            <pc:sldMk cId="1014682141" sldId="288"/>
            <ac:spMk id="11" creationId="{0C7B6F82-D5EE-C7AA-67FC-DA3E1BA11D7F}"/>
          </ac:spMkLst>
        </pc:spChg>
        <pc:spChg chg="add mod">
          <ac:chgData name="z z" userId="161882819154b75b" providerId="LiveId" clId="{E857BD72-A5A7-4845-87EA-1B97DB89FFC1}" dt="2024-05-20T08:07:10.449" v="14342" actId="20577"/>
          <ac:spMkLst>
            <pc:docMk/>
            <pc:sldMk cId="1014682141" sldId="288"/>
            <ac:spMk id="12" creationId="{3C1594C0-586F-6EB4-D488-DFAEECFCCC85}"/>
          </ac:spMkLst>
        </pc:spChg>
        <pc:picChg chg="add mod">
          <ac:chgData name="z z" userId="161882819154b75b" providerId="LiveId" clId="{E857BD72-A5A7-4845-87EA-1B97DB89FFC1}" dt="2024-05-20T08:06:53.314" v="14318" actId="1076"/>
          <ac:picMkLst>
            <pc:docMk/>
            <pc:sldMk cId="1014682141" sldId="288"/>
            <ac:picMk id="6" creationId="{E6F05D37-CCF5-3F08-8A9F-942D833C07A8}"/>
          </ac:picMkLst>
        </pc:picChg>
        <pc:picChg chg="del mod">
          <ac:chgData name="z z" userId="161882819154b75b" providerId="LiveId" clId="{E857BD72-A5A7-4845-87EA-1B97DB89FFC1}" dt="2024-05-20T08:05:47.784" v="14305" actId="478"/>
          <ac:picMkLst>
            <pc:docMk/>
            <pc:sldMk cId="1014682141" sldId="288"/>
            <ac:picMk id="8" creationId="{CAE2D6B4-0464-511B-E39C-40D5FBB801D9}"/>
          </ac:picMkLst>
        </pc:picChg>
        <pc:cxnChg chg="add mod ord">
          <ac:chgData name="z z" userId="161882819154b75b" providerId="LiveId" clId="{E857BD72-A5A7-4845-87EA-1B97DB89FFC1}" dt="2024-05-20T08:27:38.415" v="14526" actId="14100"/>
          <ac:cxnSpMkLst>
            <pc:docMk/>
            <pc:sldMk cId="1014682141" sldId="288"/>
            <ac:cxnSpMk id="13" creationId="{E886191F-A705-F744-5828-5080E577CA37}"/>
          </ac:cxnSpMkLst>
        </pc:cxnChg>
        <pc:cxnChg chg="add mod ord">
          <ac:chgData name="z z" userId="161882819154b75b" providerId="LiveId" clId="{E857BD72-A5A7-4845-87EA-1B97DB89FFC1}" dt="2024-05-20T08:27:38.839" v="14527" actId="14100"/>
          <ac:cxnSpMkLst>
            <pc:docMk/>
            <pc:sldMk cId="1014682141" sldId="288"/>
            <ac:cxnSpMk id="14" creationId="{8729E4C5-1C9D-7E2A-1F6B-D60F245805FA}"/>
          </ac:cxnSpMkLst>
        </pc:cxnChg>
        <pc:cxnChg chg="add del mod">
          <ac:chgData name="z z" userId="161882819154b75b" providerId="LiveId" clId="{E857BD72-A5A7-4845-87EA-1B97DB89FFC1}" dt="2024-05-20T08:24:28.150" v="14500" actId="478"/>
          <ac:cxnSpMkLst>
            <pc:docMk/>
            <pc:sldMk cId="1014682141" sldId="288"/>
            <ac:cxnSpMk id="15" creationId="{EDAF8D95-0121-7349-481F-FC7DF85C0D5F}"/>
          </ac:cxnSpMkLst>
        </pc:cxnChg>
        <pc:cxnChg chg="add del mod">
          <ac:chgData name="z z" userId="161882819154b75b" providerId="LiveId" clId="{E857BD72-A5A7-4845-87EA-1B97DB89FFC1}" dt="2024-05-20T08:24:29.670" v="14501" actId="478"/>
          <ac:cxnSpMkLst>
            <pc:docMk/>
            <pc:sldMk cId="1014682141" sldId="288"/>
            <ac:cxnSpMk id="16" creationId="{1C090E21-4DCC-1C15-F624-7D634D12E54A}"/>
          </ac:cxnSpMkLst>
        </pc:cxnChg>
        <pc:cxnChg chg="add mod ord">
          <ac:chgData name="z z" userId="161882819154b75b" providerId="LiveId" clId="{E857BD72-A5A7-4845-87EA-1B97DB89FFC1}" dt="2024-05-20T08:27:37.118" v="14523" actId="14100"/>
          <ac:cxnSpMkLst>
            <pc:docMk/>
            <pc:sldMk cId="1014682141" sldId="288"/>
            <ac:cxnSpMk id="17" creationId="{B85D073D-C70B-95A0-E41D-9037A90F647E}"/>
          </ac:cxnSpMkLst>
        </pc:cxnChg>
        <pc:cxnChg chg="add mod ord">
          <ac:chgData name="z z" userId="161882819154b75b" providerId="LiveId" clId="{E857BD72-A5A7-4845-87EA-1B97DB89FFC1}" dt="2024-05-20T08:27:36.632" v="14522" actId="14100"/>
          <ac:cxnSpMkLst>
            <pc:docMk/>
            <pc:sldMk cId="1014682141" sldId="288"/>
            <ac:cxnSpMk id="18" creationId="{38675076-8B04-FB99-E05C-7981415B13D0}"/>
          </ac:cxnSpMkLst>
        </pc:cxnChg>
        <pc:cxnChg chg="add mod ord">
          <ac:chgData name="z z" userId="161882819154b75b" providerId="LiveId" clId="{E857BD72-A5A7-4845-87EA-1B97DB89FFC1}" dt="2024-05-20T08:27:37.983" v="14525" actId="14100"/>
          <ac:cxnSpMkLst>
            <pc:docMk/>
            <pc:sldMk cId="1014682141" sldId="288"/>
            <ac:cxnSpMk id="23" creationId="{E485EBD0-026A-2F5E-9261-405D0DE4EC66}"/>
          </ac:cxnSpMkLst>
        </pc:cxnChg>
        <pc:cxnChg chg="add mod ord">
          <ac:chgData name="z z" userId="161882819154b75b" providerId="LiveId" clId="{E857BD72-A5A7-4845-87EA-1B97DB89FFC1}" dt="2024-05-20T08:27:37.551" v="14524" actId="14100"/>
          <ac:cxnSpMkLst>
            <pc:docMk/>
            <pc:sldMk cId="1014682141" sldId="288"/>
            <ac:cxnSpMk id="24" creationId="{8E6728E6-A3F9-D188-437C-C82C28462743}"/>
          </ac:cxnSpMkLst>
        </pc:cxnChg>
      </pc:sldChg>
      <pc:sldChg chg="addSp delSp modSp add mod modTransition modAnim">
        <pc:chgData name="z z" userId="161882819154b75b" providerId="LiveId" clId="{E857BD72-A5A7-4845-87EA-1B97DB89FFC1}" dt="2024-05-20T08:59:57.787" v="15584" actId="478"/>
        <pc:sldMkLst>
          <pc:docMk/>
          <pc:sldMk cId="2875089566" sldId="289"/>
        </pc:sldMkLst>
        <pc:spChg chg="add del mod">
          <ac:chgData name="z z" userId="161882819154b75b" providerId="LiveId" clId="{E857BD72-A5A7-4845-87EA-1B97DB89FFC1}" dt="2024-05-20T08:12:15.494" v="14415" actId="478"/>
          <ac:spMkLst>
            <pc:docMk/>
            <pc:sldMk cId="2875089566" sldId="289"/>
            <ac:spMk id="6" creationId="{FF7B2D2C-2A0F-9AC4-1FFD-297EBE0E57A0}"/>
          </ac:spMkLst>
        </pc:spChg>
        <pc:spChg chg="mod">
          <ac:chgData name="z z" userId="161882819154b75b" providerId="LiveId" clId="{E857BD72-A5A7-4845-87EA-1B97DB89FFC1}" dt="2024-05-20T08:12:12.427" v="14414" actId="14100"/>
          <ac:spMkLst>
            <pc:docMk/>
            <pc:sldMk cId="2875089566" sldId="289"/>
            <ac:spMk id="7" creationId="{97E58601-6FA5-7867-5953-9FAC068C57C6}"/>
          </ac:spMkLst>
        </pc:spChg>
        <pc:spChg chg="mod">
          <ac:chgData name="z z" userId="161882819154b75b" providerId="LiveId" clId="{E857BD72-A5A7-4845-87EA-1B97DB89FFC1}" dt="2024-05-20T08:12:36.770" v="14424" actId="14100"/>
          <ac:spMkLst>
            <pc:docMk/>
            <pc:sldMk cId="2875089566" sldId="289"/>
            <ac:spMk id="11" creationId="{0C7B6F82-D5EE-C7AA-67FC-DA3E1BA11D7F}"/>
          </ac:spMkLst>
        </pc:spChg>
        <pc:spChg chg="del">
          <ac:chgData name="z z" userId="161882819154b75b" providerId="LiveId" clId="{E857BD72-A5A7-4845-87EA-1B97DB89FFC1}" dt="2024-05-20T08:12:32.659" v="14422" actId="478"/>
          <ac:spMkLst>
            <pc:docMk/>
            <pc:sldMk cId="2875089566" sldId="289"/>
            <ac:spMk id="13" creationId="{AC81F035-FF9B-205A-26D4-5A9BCFAAFD65}"/>
          </ac:spMkLst>
        </pc:spChg>
        <pc:picChg chg="del">
          <ac:chgData name="z z" userId="161882819154b75b" providerId="LiveId" clId="{E857BD72-A5A7-4845-87EA-1B97DB89FFC1}" dt="2024-05-20T08:59:57.787" v="15584" actId="478"/>
          <ac:picMkLst>
            <pc:docMk/>
            <pc:sldMk cId="2875089566" sldId="289"/>
            <ac:picMk id="72" creationId="{D7632A45-8745-7FDC-2597-4524C1835E81}"/>
          </ac:picMkLst>
        </pc:picChg>
      </pc:sldChg>
      <pc:sldChg chg="add del">
        <pc:chgData name="z z" userId="161882819154b75b" providerId="LiveId" clId="{E857BD72-A5A7-4845-87EA-1B97DB89FFC1}" dt="2024-05-20T08:11:34.796" v="14383" actId="2696"/>
        <pc:sldMkLst>
          <pc:docMk/>
          <pc:sldMk cId="3934792533" sldId="289"/>
        </pc:sldMkLst>
      </pc:sldChg>
      <pc:sldChg chg="addSp delSp modSp add del mod modTransition modAnim">
        <pc:chgData name="z z" userId="161882819154b75b" providerId="LiveId" clId="{E857BD72-A5A7-4845-87EA-1B97DB89FFC1}" dt="2024-05-20T08:24:52.570" v="14503" actId="2696"/>
        <pc:sldMkLst>
          <pc:docMk/>
          <pc:sldMk cId="2829978407" sldId="290"/>
        </pc:sldMkLst>
        <pc:spChg chg="mod topLvl">
          <ac:chgData name="z z" userId="161882819154b75b" providerId="LiveId" clId="{E857BD72-A5A7-4845-87EA-1B97DB89FFC1}" dt="2024-05-20T08:23:46.386" v="14497" actId="165"/>
          <ac:spMkLst>
            <pc:docMk/>
            <pc:sldMk cId="2829978407" sldId="290"/>
            <ac:spMk id="3" creationId="{76007271-B65E-3E56-4035-C840BF8D4BC1}"/>
          </ac:spMkLst>
        </pc:spChg>
        <pc:spChg chg="mod topLvl">
          <ac:chgData name="z z" userId="161882819154b75b" providerId="LiveId" clId="{E857BD72-A5A7-4845-87EA-1B97DB89FFC1}" dt="2024-05-20T08:23:46.386" v="14497" actId="165"/>
          <ac:spMkLst>
            <pc:docMk/>
            <pc:sldMk cId="2829978407" sldId="290"/>
            <ac:spMk id="4" creationId="{A94DD9D4-E9B8-B1C3-EE47-6392353A29BA}"/>
          </ac:spMkLst>
        </pc:spChg>
        <pc:spChg chg="mod topLvl">
          <ac:chgData name="z z" userId="161882819154b75b" providerId="LiveId" clId="{E857BD72-A5A7-4845-87EA-1B97DB89FFC1}" dt="2024-05-20T08:23:46.386" v="14497" actId="165"/>
          <ac:spMkLst>
            <pc:docMk/>
            <pc:sldMk cId="2829978407" sldId="290"/>
            <ac:spMk id="7" creationId="{97E58601-6FA5-7867-5953-9FAC068C57C6}"/>
          </ac:spMkLst>
        </pc:spChg>
        <pc:spChg chg="mod topLvl">
          <ac:chgData name="z z" userId="161882819154b75b" providerId="LiveId" clId="{E857BD72-A5A7-4845-87EA-1B97DB89FFC1}" dt="2024-05-20T08:23:46.386" v="14497" actId="165"/>
          <ac:spMkLst>
            <pc:docMk/>
            <pc:sldMk cId="2829978407" sldId="290"/>
            <ac:spMk id="9" creationId="{E5644075-DA3F-BB12-3973-847552685EAC}"/>
          </ac:spMkLst>
        </pc:spChg>
        <pc:spChg chg="mod topLvl">
          <ac:chgData name="z z" userId="161882819154b75b" providerId="LiveId" clId="{E857BD72-A5A7-4845-87EA-1B97DB89FFC1}" dt="2024-05-20T08:23:46.386" v="14497" actId="165"/>
          <ac:spMkLst>
            <pc:docMk/>
            <pc:sldMk cId="2829978407" sldId="290"/>
            <ac:spMk id="11" creationId="{0C7B6F82-D5EE-C7AA-67FC-DA3E1BA11D7F}"/>
          </ac:spMkLst>
        </pc:spChg>
        <pc:spChg chg="mod topLvl">
          <ac:chgData name="z z" userId="161882819154b75b" providerId="LiveId" clId="{E857BD72-A5A7-4845-87EA-1B97DB89FFC1}" dt="2024-05-20T08:23:46.386" v="14497" actId="165"/>
          <ac:spMkLst>
            <pc:docMk/>
            <pc:sldMk cId="2829978407" sldId="290"/>
            <ac:spMk id="12" creationId="{3C1594C0-586F-6EB4-D488-DFAEECFCCC85}"/>
          </ac:spMkLst>
        </pc:spChg>
        <pc:grpChg chg="add del mod">
          <ac:chgData name="z z" userId="161882819154b75b" providerId="LiveId" clId="{E857BD72-A5A7-4845-87EA-1B97DB89FFC1}" dt="2024-05-20T08:23:46.386" v="14497" actId="165"/>
          <ac:grpSpMkLst>
            <pc:docMk/>
            <pc:sldMk cId="2829978407" sldId="290"/>
            <ac:grpSpMk id="5" creationId="{FD465C31-1C7D-EC59-124D-38C0F7D01C08}"/>
          </ac:grpSpMkLst>
        </pc:grpChg>
        <pc:picChg chg="mod topLvl">
          <ac:chgData name="z z" userId="161882819154b75b" providerId="LiveId" clId="{E857BD72-A5A7-4845-87EA-1B97DB89FFC1}" dt="2024-05-20T08:23:46.386" v="14497" actId="165"/>
          <ac:picMkLst>
            <pc:docMk/>
            <pc:sldMk cId="2829978407" sldId="290"/>
            <ac:picMk id="6" creationId="{E6F05D37-CCF5-3F08-8A9F-942D833C07A8}"/>
          </ac:picMkLst>
        </pc:picChg>
        <pc:cxnChg chg="add mod">
          <ac:chgData name="z z" userId="161882819154b75b" providerId="LiveId" clId="{E857BD72-A5A7-4845-87EA-1B97DB89FFC1}" dt="2024-05-20T08:18:25.740" v="14453" actId="14100"/>
          <ac:cxnSpMkLst>
            <pc:docMk/>
            <pc:sldMk cId="2829978407" sldId="290"/>
            <ac:cxnSpMk id="13" creationId="{259996F6-778C-F940-E3F1-D267B0B2CE7F}"/>
          </ac:cxnSpMkLst>
        </pc:cxnChg>
        <pc:cxnChg chg="add mod">
          <ac:chgData name="z z" userId="161882819154b75b" providerId="LiveId" clId="{E857BD72-A5A7-4845-87EA-1B97DB89FFC1}" dt="2024-05-20T08:18:42.411" v="14458" actId="14100"/>
          <ac:cxnSpMkLst>
            <pc:docMk/>
            <pc:sldMk cId="2829978407" sldId="290"/>
            <ac:cxnSpMk id="17" creationId="{262FD493-9707-9351-58F0-F5EE2560975F}"/>
          </ac:cxnSpMkLst>
        </pc:cxnChg>
        <pc:cxnChg chg="add mod">
          <ac:chgData name="z z" userId="161882819154b75b" providerId="LiveId" clId="{E857BD72-A5A7-4845-87EA-1B97DB89FFC1}" dt="2024-05-20T08:18:56.453" v="14460" actId="1076"/>
          <ac:cxnSpMkLst>
            <pc:docMk/>
            <pc:sldMk cId="2829978407" sldId="290"/>
            <ac:cxnSpMk id="20" creationId="{2C7B5EF9-2192-316C-4785-3D95CA45A338}"/>
          </ac:cxnSpMkLst>
        </pc:cxnChg>
        <pc:cxnChg chg="add mod">
          <ac:chgData name="z z" userId="161882819154b75b" providerId="LiveId" clId="{E857BD72-A5A7-4845-87EA-1B97DB89FFC1}" dt="2024-05-20T08:18:56.453" v="14460" actId="1076"/>
          <ac:cxnSpMkLst>
            <pc:docMk/>
            <pc:sldMk cId="2829978407" sldId="290"/>
            <ac:cxnSpMk id="21" creationId="{74572205-F984-1FBC-B25E-01F56F0F34CB}"/>
          </ac:cxnSpMkLst>
        </pc:cxnChg>
        <pc:cxnChg chg="add del mod">
          <ac:chgData name="z z" userId="161882819154b75b" providerId="LiveId" clId="{E857BD72-A5A7-4845-87EA-1B97DB89FFC1}" dt="2024-05-20T08:24:07.776" v="14498" actId="478"/>
          <ac:cxnSpMkLst>
            <pc:docMk/>
            <pc:sldMk cId="2829978407" sldId="290"/>
            <ac:cxnSpMk id="22" creationId="{4924B3C3-CF8F-1D75-80C0-A98A8C2B5353}"/>
          </ac:cxnSpMkLst>
        </pc:cxnChg>
        <pc:cxnChg chg="add del mod">
          <ac:chgData name="z z" userId="161882819154b75b" providerId="LiveId" clId="{E857BD72-A5A7-4845-87EA-1B97DB89FFC1}" dt="2024-05-20T08:24:08.269" v="14499" actId="478"/>
          <ac:cxnSpMkLst>
            <pc:docMk/>
            <pc:sldMk cId="2829978407" sldId="290"/>
            <ac:cxnSpMk id="23" creationId="{FEAE261E-A2F7-B2D0-749C-85BAFA3B1183}"/>
          </ac:cxnSpMkLst>
        </pc:cxnChg>
      </pc:sldChg>
      <pc:sldChg chg="addSp delSp modSp add mod modTransition addAnim delAnim modAnim">
        <pc:chgData name="z z" userId="161882819154b75b" providerId="LiveId" clId="{E857BD72-A5A7-4845-87EA-1B97DB89FFC1}" dt="2024-05-20T08:59:54.440" v="15583" actId="478"/>
        <pc:sldMkLst>
          <pc:docMk/>
          <pc:sldMk cId="3703432510" sldId="290"/>
        </pc:sldMkLst>
        <pc:spChg chg="add del">
          <ac:chgData name="z z" userId="161882819154b75b" providerId="LiveId" clId="{E857BD72-A5A7-4845-87EA-1B97DB89FFC1}" dt="2024-05-20T08:37:01.508" v="14596" actId="478"/>
          <ac:spMkLst>
            <pc:docMk/>
            <pc:sldMk cId="3703432510" sldId="290"/>
            <ac:spMk id="3" creationId="{76007271-B65E-3E56-4035-C840BF8D4BC1}"/>
          </ac:spMkLst>
        </pc:spChg>
        <pc:spChg chg="add del">
          <ac:chgData name="z z" userId="161882819154b75b" providerId="LiveId" clId="{E857BD72-A5A7-4845-87EA-1B97DB89FFC1}" dt="2024-05-20T08:37:01.508" v="14596" actId="478"/>
          <ac:spMkLst>
            <pc:docMk/>
            <pc:sldMk cId="3703432510" sldId="290"/>
            <ac:spMk id="4" creationId="{A94DD9D4-E9B8-B1C3-EE47-6392353A29BA}"/>
          </ac:spMkLst>
        </pc:spChg>
        <pc:spChg chg="add del">
          <ac:chgData name="z z" userId="161882819154b75b" providerId="LiveId" clId="{E857BD72-A5A7-4845-87EA-1B97DB89FFC1}" dt="2024-05-20T08:37:01.508" v="14596" actId="478"/>
          <ac:spMkLst>
            <pc:docMk/>
            <pc:sldMk cId="3703432510" sldId="290"/>
            <ac:spMk id="7" creationId="{97E58601-6FA5-7867-5953-9FAC068C57C6}"/>
          </ac:spMkLst>
        </pc:spChg>
        <pc:spChg chg="add del">
          <ac:chgData name="z z" userId="161882819154b75b" providerId="LiveId" clId="{E857BD72-A5A7-4845-87EA-1B97DB89FFC1}" dt="2024-05-20T08:37:01.508" v="14596" actId="478"/>
          <ac:spMkLst>
            <pc:docMk/>
            <pc:sldMk cId="3703432510" sldId="290"/>
            <ac:spMk id="9" creationId="{E5644075-DA3F-BB12-3973-847552685EAC}"/>
          </ac:spMkLst>
        </pc:spChg>
        <pc:spChg chg="add del">
          <ac:chgData name="z z" userId="161882819154b75b" providerId="LiveId" clId="{E857BD72-A5A7-4845-87EA-1B97DB89FFC1}" dt="2024-05-20T08:37:01.508" v="14596" actId="478"/>
          <ac:spMkLst>
            <pc:docMk/>
            <pc:sldMk cId="3703432510" sldId="290"/>
            <ac:spMk id="11" creationId="{0C7B6F82-D5EE-C7AA-67FC-DA3E1BA11D7F}"/>
          </ac:spMkLst>
        </pc:spChg>
        <pc:spChg chg="add del">
          <ac:chgData name="z z" userId="161882819154b75b" providerId="LiveId" clId="{E857BD72-A5A7-4845-87EA-1B97DB89FFC1}" dt="2024-05-20T08:37:01.508" v="14596" actId="478"/>
          <ac:spMkLst>
            <pc:docMk/>
            <pc:sldMk cId="3703432510" sldId="290"/>
            <ac:spMk id="12" creationId="{3C1594C0-586F-6EB4-D488-DFAEECFCCC85}"/>
          </ac:spMkLst>
        </pc:spChg>
        <pc:picChg chg="add del">
          <ac:chgData name="z z" userId="161882819154b75b" providerId="LiveId" clId="{E857BD72-A5A7-4845-87EA-1B97DB89FFC1}" dt="2024-05-20T08:37:01.508" v="14596" actId="478"/>
          <ac:picMkLst>
            <pc:docMk/>
            <pc:sldMk cId="3703432510" sldId="290"/>
            <ac:picMk id="6" creationId="{E6F05D37-CCF5-3F08-8A9F-942D833C07A8}"/>
          </ac:picMkLst>
        </pc:picChg>
        <pc:picChg chg="add del mod">
          <ac:chgData name="z z" userId="161882819154b75b" providerId="LiveId" clId="{E857BD72-A5A7-4845-87EA-1B97DB89FFC1}" dt="2024-05-20T08:37:00.858" v="14595" actId="22"/>
          <ac:picMkLst>
            <pc:docMk/>
            <pc:sldMk cId="3703432510" sldId="290"/>
            <ac:picMk id="8" creationId="{9156E80D-34B6-DC57-1FD4-3908B27C7C86}"/>
          </ac:picMkLst>
        </pc:picChg>
        <pc:picChg chg="del">
          <ac:chgData name="z z" userId="161882819154b75b" providerId="LiveId" clId="{E857BD72-A5A7-4845-87EA-1B97DB89FFC1}" dt="2024-05-20T08:59:54.440" v="15583" actId="478"/>
          <ac:picMkLst>
            <pc:docMk/>
            <pc:sldMk cId="3703432510" sldId="290"/>
            <ac:picMk id="72" creationId="{D7632A45-8745-7FDC-2597-4524C1835E81}"/>
          </ac:picMkLst>
        </pc:picChg>
        <pc:cxnChg chg="del mod">
          <ac:chgData name="z z" userId="161882819154b75b" providerId="LiveId" clId="{E857BD72-A5A7-4845-87EA-1B97DB89FFC1}" dt="2024-05-20T08:34:17.349" v="14574" actId="478"/>
          <ac:cxnSpMkLst>
            <pc:docMk/>
            <pc:sldMk cId="3703432510" sldId="290"/>
            <ac:cxnSpMk id="13" creationId="{E886191F-A705-F744-5828-5080E577CA37}"/>
          </ac:cxnSpMkLst>
        </pc:cxnChg>
        <pc:cxnChg chg="del mod">
          <ac:chgData name="z z" userId="161882819154b75b" providerId="LiveId" clId="{E857BD72-A5A7-4845-87EA-1B97DB89FFC1}" dt="2024-05-20T08:34:16.647" v="14573" actId="478"/>
          <ac:cxnSpMkLst>
            <pc:docMk/>
            <pc:sldMk cId="3703432510" sldId="290"/>
            <ac:cxnSpMk id="14" creationId="{8729E4C5-1C9D-7E2A-1F6B-D60F245805FA}"/>
          </ac:cxnSpMkLst>
        </pc:cxnChg>
        <pc:cxnChg chg="del mod">
          <ac:chgData name="z z" userId="161882819154b75b" providerId="LiveId" clId="{E857BD72-A5A7-4845-87EA-1B97DB89FFC1}" dt="2024-05-20T08:34:19.709" v="14577" actId="478"/>
          <ac:cxnSpMkLst>
            <pc:docMk/>
            <pc:sldMk cId="3703432510" sldId="290"/>
            <ac:cxnSpMk id="17" creationId="{B85D073D-C70B-95A0-E41D-9037A90F647E}"/>
          </ac:cxnSpMkLst>
        </pc:cxnChg>
        <pc:cxnChg chg="del mod">
          <ac:chgData name="z z" userId="161882819154b75b" providerId="LiveId" clId="{E857BD72-A5A7-4845-87EA-1B97DB89FFC1}" dt="2024-05-20T08:34:20.457" v="14578" actId="478"/>
          <ac:cxnSpMkLst>
            <pc:docMk/>
            <pc:sldMk cId="3703432510" sldId="290"/>
            <ac:cxnSpMk id="18" creationId="{38675076-8B04-FB99-E05C-7981415B13D0}"/>
          </ac:cxnSpMkLst>
        </pc:cxnChg>
        <pc:cxnChg chg="del mod">
          <ac:chgData name="z z" userId="161882819154b75b" providerId="LiveId" clId="{E857BD72-A5A7-4845-87EA-1B97DB89FFC1}" dt="2024-05-20T08:34:18.683" v="14576" actId="478"/>
          <ac:cxnSpMkLst>
            <pc:docMk/>
            <pc:sldMk cId="3703432510" sldId="290"/>
            <ac:cxnSpMk id="23" creationId="{E485EBD0-026A-2F5E-9261-405D0DE4EC66}"/>
          </ac:cxnSpMkLst>
        </pc:cxnChg>
        <pc:cxnChg chg="del mod">
          <ac:chgData name="z z" userId="161882819154b75b" providerId="LiveId" clId="{E857BD72-A5A7-4845-87EA-1B97DB89FFC1}" dt="2024-05-20T08:34:18.181" v="14575" actId="478"/>
          <ac:cxnSpMkLst>
            <pc:docMk/>
            <pc:sldMk cId="3703432510" sldId="290"/>
            <ac:cxnSpMk id="24" creationId="{8E6728E6-A3F9-D188-437C-C82C28462743}"/>
          </ac:cxnSpMkLst>
        </pc:cxnChg>
      </pc:sldChg>
      <pc:sldChg chg="addSp modSp add del mod modTransition">
        <pc:chgData name="z z" userId="161882819154b75b" providerId="LiveId" clId="{E857BD72-A5A7-4845-87EA-1B97DB89FFC1}" dt="2024-05-20T08:34:07.041" v="14571" actId="2696"/>
        <pc:sldMkLst>
          <pc:docMk/>
          <pc:sldMk cId="1035811443" sldId="291"/>
        </pc:sldMkLst>
        <pc:spChg chg="add mod ord">
          <ac:chgData name="z z" userId="161882819154b75b" providerId="LiveId" clId="{E857BD72-A5A7-4845-87EA-1B97DB89FFC1}" dt="2024-05-20T08:30:51.448" v="14554" actId="167"/>
          <ac:spMkLst>
            <pc:docMk/>
            <pc:sldMk cId="1035811443" sldId="291"/>
            <ac:spMk id="8" creationId="{6BD07365-F737-E8AC-B53A-6F387D046200}"/>
          </ac:spMkLst>
        </pc:spChg>
        <pc:spChg chg="add mod">
          <ac:chgData name="z z" userId="161882819154b75b" providerId="LiveId" clId="{E857BD72-A5A7-4845-87EA-1B97DB89FFC1}" dt="2024-05-20T08:31:13.476" v="14558" actId="1076"/>
          <ac:spMkLst>
            <pc:docMk/>
            <pc:sldMk cId="1035811443" sldId="291"/>
            <ac:spMk id="15" creationId="{589CD07D-1899-6DFE-58BA-901FAB27F88C}"/>
          </ac:spMkLst>
        </pc:spChg>
        <pc:picChg chg="add mod ord">
          <ac:chgData name="z z" userId="161882819154b75b" providerId="LiveId" clId="{E857BD72-A5A7-4845-87EA-1B97DB89FFC1}" dt="2024-05-20T08:32:16.801" v="14569" actId="1076"/>
          <ac:picMkLst>
            <pc:docMk/>
            <pc:sldMk cId="1035811443" sldId="291"/>
            <ac:picMk id="5" creationId="{6DE6B614-0918-BE9C-7408-468EF432FBD1}"/>
          </ac:picMkLst>
        </pc:picChg>
        <pc:picChg chg="mod">
          <ac:chgData name="z z" userId="161882819154b75b" providerId="LiveId" clId="{E857BD72-A5A7-4845-87EA-1B97DB89FFC1}" dt="2024-05-20T08:31:26.964" v="14560" actId="1076"/>
          <ac:picMkLst>
            <pc:docMk/>
            <pc:sldMk cId="1035811443" sldId="291"/>
            <ac:picMk id="6" creationId="{E6F05D37-CCF5-3F08-8A9F-942D833C07A8}"/>
          </ac:picMkLst>
        </pc:picChg>
      </pc:sldChg>
      <pc:sldChg chg="addSp delSp modSp add mod ord modTransition delAnim modAnim">
        <pc:chgData name="z z" userId="161882819154b75b" providerId="LiveId" clId="{E857BD72-A5A7-4845-87EA-1B97DB89FFC1}" dt="2024-05-20T08:59:52.071" v="15582" actId="478"/>
        <pc:sldMkLst>
          <pc:docMk/>
          <pc:sldMk cId="2089997948" sldId="291"/>
        </pc:sldMkLst>
        <pc:spChg chg="del">
          <ac:chgData name="z z" userId="161882819154b75b" providerId="LiveId" clId="{E857BD72-A5A7-4845-87EA-1B97DB89FFC1}" dt="2024-05-20T08:37:09.180" v="14597" actId="478"/>
          <ac:spMkLst>
            <pc:docMk/>
            <pc:sldMk cId="2089997948" sldId="291"/>
            <ac:spMk id="3" creationId="{76007271-B65E-3E56-4035-C840BF8D4BC1}"/>
          </ac:spMkLst>
        </pc:spChg>
        <pc:spChg chg="del">
          <ac:chgData name="z z" userId="161882819154b75b" providerId="LiveId" clId="{E857BD72-A5A7-4845-87EA-1B97DB89FFC1}" dt="2024-05-20T08:37:09.180" v="14597" actId="478"/>
          <ac:spMkLst>
            <pc:docMk/>
            <pc:sldMk cId="2089997948" sldId="291"/>
            <ac:spMk id="4" creationId="{A94DD9D4-E9B8-B1C3-EE47-6392353A29BA}"/>
          </ac:spMkLst>
        </pc:spChg>
        <pc:spChg chg="del">
          <ac:chgData name="z z" userId="161882819154b75b" providerId="LiveId" clId="{E857BD72-A5A7-4845-87EA-1B97DB89FFC1}" dt="2024-05-20T08:37:09.180" v="14597" actId="478"/>
          <ac:spMkLst>
            <pc:docMk/>
            <pc:sldMk cId="2089997948" sldId="291"/>
            <ac:spMk id="7" creationId="{97E58601-6FA5-7867-5953-9FAC068C57C6}"/>
          </ac:spMkLst>
        </pc:spChg>
        <pc:spChg chg="del">
          <ac:chgData name="z z" userId="161882819154b75b" providerId="LiveId" clId="{E857BD72-A5A7-4845-87EA-1B97DB89FFC1}" dt="2024-05-20T08:37:09.180" v="14597" actId="478"/>
          <ac:spMkLst>
            <pc:docMk/>
            <pc:sldMk cId="2089997948" sldId="291"/>
            <ac:spMk id="9" creationId="{E5644075-DA3F-BB12-3973-847552685EAC}"/>
          </ac:spMkLst>
        </pc:spChg>
        <pc:spChg chg="del">
          <ac:chgData name="z z" userId="161882819154b75b" providerId="LiveId" clId="{E857BD72-A5A7-4845-87EA-1B97DB89FFC1}" dt="2024-05-20T08:37:09.180" v="14597" actId="478"/>
          <ac:spMkLst>
            <pc:docMk/>
            <pc:sldMk cId="2089997948" sldId="291"/>
            <ac:spMk id="11" creationId="{0C7B6F82-D5EE-C7AA-67FC-DA3E1BA11D7F}"/>
          </ac:spMkLst>
        </pc:spChg>
        <pc:spChg chg="del">
          <ac:chgData name="z z" userId="161882819154b75b" providerId="LiveId" clId="{E857BD72-A5A7-4845-87EA-1B97DB89FFC1}" dt="2024-05-20T08:37:09.180" v="14597" actId="478"/>
          <ac:spMkLst>
            <pc:docMk/>
            <pc:sldMk cId="2089997948" sldId="291"/>
            <ac:spMk id="12" creationId="{3C1594C0-586F-6EB4-D488-DFAEECFCCC85}"/>
          </ac:spMkLst>
        </pc:spChg>
        <pc:spChg chg="add del mod">
          <ac:chgData name="z z" userId="161882819154b75b" providerId="LiveId" clId="{E857BD72-A5A7-4845-87EA-1B97DB89FFC1}" dt="2024-05-20T08:40:16.726" v="14647" actId="478"/>
          <ac:spMkLst>
            <pc:docMk/>
            <pc:sldMk cId="2089997948" sldId="291"/>
            <ac:spMk id="13" creationId="{DE5C9422-1D87-58D7-5240-218692ED21DE}"/>
          </ac:spMkLst>
        </pc:spChg>
        <pc:spChg chg="add del mod">
          <ac:chgData name="z z" userId="161882819154b75b" providerId="LiveId" clId="{E857BD72-A5A7-4845-87EA-1B97DB89FFC1}" dt="2024-05-20T08:40:16.726" v="14647" actId="478"/>
          <ac:spMkLst>
            <pc:docMk/>
            <pc:sldMk cId="2089997948" sldId="291"/>
            <ac:spMk id="14" creationId="{B3354AF4-CBF6-2442-264F-9467160C2AF1}"/>
          </ac:spMkLst>
        </pc:spChg>
        <pc:spChg chg="add del mod">
          <ac:chgData name="z z" userId="161882819154b75b" providerId="LiveId" clId="{E857BD72-A5A7-4845-87EA-1B97DB89FFC1}" dt="2024-05-20T08:40:16.726" v="14647" actId="478"/>
          <ac:spMkLst>
            <pc:docMk/>
            <pc:sldMk cId="2089997948" sldId="291"/>
            <ac:spMk id="15" creationId="{49C6B4C9-2650-1C70-8528-E66C90F448F3}"/>
          </ac:spMkLst>
        </pc:spChg>
        <pc:spChg chg="add del mod">
          <ac:chgData name="z z" userId="161882819154b75b" providerId="LiveId" clId="{E857BD72-A5A7-4845-87EA-1B97DB89FFC1}" dt="2024-05-20T08:40:16.726" v="14647" actId="478"/>
          <ac:spMkLst>
            <pc:docMk/>
            <pc:sldMk cId="2089997948" sldId="291"/>
            <ac:spMk id="16" creationId="{31657F9F-7235-D6A9-5DC8-479080862FC2}"/>
          </ac:spMkLst>
        </pc:spChg>
        <pc:spChg chg="add del mod">
          <ac:chgData name="z z" userId="161882819154b75b" providerId="LiveId" clId="{E857BD72-A5A7-4845-87EA-1B97DB89FFC1}" dt="2024-05-20T08:40:16.726" v="14647" actId="478"/>
          <ac:spMkLst>
            <pc:docMk/>
            <pc:sldMk cId="2089997948" sldId="291"/>
            <ac:spMk id="17" creationId="{33392FCA-F66F-2D72-81E2-10DF7C813988}"/>
          </ac:spMkLst>
        </pc:spChg>
        <pc:spChg chg="add del mod">
          <ac:chgData name="z z" userId="161882819154b75b" providerId="LiveId" clId="{E857BD72-A5A7-4845-87EA-1B97DB89FFC1}" dt="2024-05-20T08:40:16.726" v="14647" actId="478"/>
          <ac:spMkLst>
            <pc:docMk/>
            <pc:sldMk cId="2089997948" sldId="291"/>
            <ac:spMk id="19" creationId="{3FE2B0AD-D56E-96CE-1EA7-88DEDB9E38F4}"/>
          </ac:spMkLst>
        </pc:spChg>
        <pc:picChg chg="del">
          <ac:chgData name="z z" userId="161882819154b75b" providerId="LiveId" clId="{E857BD72-A5A7-4845-87EA-1B97DB89FFC1}" dt="2024-05-20T08:37:09.180" v="14597" actId="478"/>
          <ac:picMkLst>
            <pc:docMk/>
            <pc:sldMk cId="2089997948" sldId="291"/>
            <ac:picMk id="6" creationId="{E6F05D37-CCF5-3F08-8A9F-942D833C07A8}"/>
          </ac:picMkLst>
        </pc:picChg>
        <pc:picChg chg="add del mod">
          <ac:chgData name="z z" userId="161882819154b75b" providerId="LiveId" clId="{E857BD72-A5A7-4845-87EA-1B97DB89FFC1}" dt="2024-05-20T08:40:12.981" v="14646" actId="21"/>
          <ac:picMkLst>
            <pc:docMk/>
            <pc:sldMk cId="2089997948" sldId="291"/>
            <ac:picMk id="8" creationId="{6C2AB68F-4C38-918C-61FF-464B42E7C5F2}"/>
          </ac:picMkLst>
        </pc:picChg>
        <pc:picChg chg="add del mod">
          <ac:chgData name="z z" userId="161882819154b75b" providerId="LiveId" clId="{E857BD72-A5A7-4845-87EA-1B97DB89FFC1}" dt="2024-05-20T08:40:16.726" v="14647" actId="478"/>
          <ac:picMkLst>
            <pc:docMk/>
            <pc:sldMk cId="2089997948" sldId="291"/>
            <ac:picMk id="18" creationId="{4D3EC7A5-E76C-6EF1-A626-AE56B738161E}"/>
          </ac:picMkLst>
        </pc:picChg>
        <pc:picChg chg="add mod">
          <ac:chgData name="z z" userId="161882819154b75b" providerId="LiveId" clId="{E857BD72-A5A7-4845-87EA-1B97DB89FFC1}" dt="2024-05-20T08:40:17.094" v="14648"/>
          <ac:picMkLst>
            <pc:docMk/>
            <pc:sldMk cId="2089997948" sldId="291"/>
            <ac:picMk id="20" creationId="{6C2AB68F-4C38-918C-61FF-464B42E7C5F2}"/>
          </ac:picMkLst>
        </pc:picChg>
        <pc:picChg chg="del">
          <ac:chgData name="z z" userId="161882819154b75b" providerId="LiveId" clId="{E857BD72-A5A7-4845-87EA-1B97DB89FFC1}" dt="2024-05-20T08:59:52.071" v="15582" actId="478"/>
          <ac:picMkLst>
            <pc:docMk/>
            <pc:sldMk cId="2089997948" sldId="291"/>
            <ac:picMk id="72" creationId="{D7632A45-8745-7FDC-2597-4524C1835E81}"/>
          </ac:picMkLst>
        </pc:picChg>
      </pc:sldChg>
      <pc:sldChg chg="addSp delSp modSp add del mod modTransition delAnim modAnim">
        <pc:chgData name="z z" userId="161882819154b75b" providerId="LiveId" clId="{E857BD72-A5A7-4845-87EA-1B97DB89FFC1}" dt="2024-05-20T09:49:28.476" v="16687" actId="2696"/>
        <pc:sldMkLst>
          <pc:docMk/>
          <pc:sldMk cId="3331386085" sldId="292"/>
        </pc:sldMkLst>
        <pc:spChg chg="del mod">
          <ac:chgData name="z z" userId="161882819154b75b" providerId="LiveId" clId="{E857BD72-A5A7-4845-87EA-1B97DB89FFC1}" dt="2024-05-20T09:14:03.990" v="15878" actId="478"/>
          <ac:spMkLst>
            <pc:docMk/>
            <pc:sldMk cId="3331386085" sldId="292"/>
            <ac:spMk id="2" creationId="{FAFF5040-EC1D-4A63-4137-B28DC686C01F}"/>
          </ac:spMkLst>
        </pc:spChg>
        <pc:spChg chg="mod">
          <ac:chgData name="z z" userId="161882819154b75b" providerId="LiveId" clId="{E857BD72-A5A7-4845-87EA-1B97DB89FFC1}" dt="2024-05-20T08:53:07.492" v="15424"/>
          <ac:spMkLst>
            <pc:docMk/>
            <pc:sldMk cId="3331386085" sldId="292"/>
            <ac:spMk id="6" creationId="{519377AB-7E00-FD23-AF37-EAAD33800DAB}"/>
          </ac:spMkLst>
        </pc:spChg>
        <pc:spChg chg="mod">
          <ac:chgData name="z z" userId="161882819154b75b" providerId="LiveId" clId="{E857BD72-A5A7-4845-87EA-1B97DB89FFC1}" dt="2024-05-20T08:53:07.492" v="15424"/>
          <ac:spMkLst>
            <pc:docMk/>
            <pc:sldMk cId="3331386085" sldId="292"/>
            <ac:spMk id="7" creationId="{27F7F6F0-3846-340E-7331-37495A9F60E8}"/>
          </ac:spMkLst>
        </pc:spChg>
        <pc:spChg chg="add del mod ord">
          <ac:chgData name="z z" userId="161882819154b75b" providerId="LiveId" clId="{E857BD72-A5A7-4845-87EA-1B97DB89FFC1}" dt="2024-05-20T09:08:32.561" v="15689" actId="478"/>
          <ac:spMkLst>
            <pc:docMk/>
            <pc:sldMk cId="3331386085" sldId="292"/>
            <ac:spMk id="9" creationId="{5B88630F-4F4D-956A-25F1-5586BD9C2488}"/>
          </ac:spMkLst>
        </pc:spChg>
        <pc:spChg chg="del mod">
          <ac:chgData name="z z" userId="161882819154b75b" providerId="LiveId" clId="{E857BD72-A5A7-4845-87EA-1B97DB89FFC1}" dt="2024-05-20T09:14:03.990" v="15878" actId="478"/>
          <ac:spMkLst>
            <pc:docMk/>
            <pc:sldMk cId="3331386085" sldId="292"/>
            <ac:spMk id="10" creationId="{7BBB5AD6-4B1F-6CE4-CED9-0CABFD42697E}"/>
          </ac:spMkLst>
        </pc:spChg>
        <pc:spChg chg="add del mod ord">
          <ac:chgData name="z z" userId="161882819154b75b" providerId="LiveId" clId="{E857BD72-A5A7-4845-87EA-1B97DB89FFC1}" dt="2024-05-20T09:08:32.561" v="15689" actId="478"/>
          <ac:spMkLst>
            <pc:docMk/>
            <pc:sldMk cId="3331386085" sldId="292"/>
            <ac:spMk id="11" creationId="{4BB1FABF-880C-992F-8574-E2F08993C0FF}"/>
          </ac:spMkLst>
        </pc:spChg>
        <pc:spChg chg="add del mod">
          <ac:chgData name="z z" userId="161882819154b75b" providerId="LiveId" clId="{E857BD72-A5A7-4845-87EA-1B97DB89FFC1}" dt="2024-05-20T09:14:00.580" v="15877" actId="478"/>
          <ac:spMkLst>
            <pc:docMk/>
            <pc:sldMk cId="3331386085" sldId="292"/>
            <ac:spMk id="13" creationId="{A8B4C34B-8B92-5169-34D5-FE65C8F7F310}"/>
          </ac:spMkLst>
        </pc:spChg>
        <pc:spChg chg="add del mod">
          <ac:chgData name="z z" userId="161882819154b75b" providerId="LiveId" clId="{E857BD72-A5A7-4845-87EA-1B97DB89FFC1}" dt="2024-05-20T09:14:00.580" v="15877" actId="478"/>
          <ac:spMkLst>
            <pc:docMk/>
            <pc:sldMk cId="3331386085" sldId="292"/>
            <ac:spMk id="14" creationId="{E2E8A84E-130C-03A0-ED16-C178357657EA}"/>
          </ac:spMkLst>
        </pc:spChg>
        <pc:spChg chg="add mod">
          <ac:chgData name="z z" userId="161882819154b75b" providerId="LiveId" clId="{E857BD72-A5A7-4845-87EA-1B97DB89FFC1}" dt="2024-05-20T09:14:04.361" v="15879"/>
          <ac:spMkLst>
            <pc:docMk/>
            <pc:sldMk cId="3331386085" sldId="292"/>
            <ac:spMk id="15" creationId="{FEBF60D4-D2DF-4F46-65AB-1688863CAD13}"/>
          </ac:spMkLst>
        </pc:spChg>
        <pc:spChg chg="add mod ord">
          <ac:chgData name="z z" userId="161882819154b75b" providerId="LiveId" clId="{E857BD72-A5A7-4845-87EA-1B97DB89FFC1}" dt="2024-05-20T09:44:21.022" v="16631" actId="166"/>
          <ac:spMkLst>
            <pc:docMk/>
            <pc:sldMk cId="3331386085" sldId="292"/>
            <ac:spMk id="16" creationId="{BE6F81A1-1D43-AF38-BDD1-7DB93557E23A}"/>
          </ac:spMkLst>
        </pc:spChg>
        <pc:spChg chg="add mod">
          <ac:chgData name="z z" userId="161882819154b75b" providerId="LiveId" clId="{E857BD72-A5A7-4845-87EA-1B97DB89FFC1}" dt="2024-05-20T09:37:21.281" v="16358"/>
          <ac:spMkLst>
            <pc:docMk/>
            <pc:sldMk cId="3331386085" sldId="292"/>
            <ac:spMk id="18" creationId="{26A8E80C-0CDC-7102-97D7-F1DDBD915F07}"/>
          </ac:spMkLst>
        </pc:spChg>
        <pc:spChg chg="add mod">
          <ac:chgData name="z z" userId="161882819154b75b" providerId="LiveId" clId="{E857BD72-A5A7-4845-87EA-1B97DB89FFC1}" dt="2024-05-20T09:37:21.281" v="16358"/>
          <ac:spMkLst>
            <pc:docMk/>
            <pc:sldMk cId="3331386085" sldId="292"/>
            <ac:spMk id="19" creationId="{EA213952-E584-E6E2-A1F9-9B9E40EE471D}"/>
          </ac:spMkLst>
        </pc:spChg>
        <pc:spChg chg="add mod">
          <ac:chgData name="z z" userId="161882819154b75b" providerId="LiveId" clId="{E857BD72-A5A7-4845-87EA-1B97DB89FFC1}" dt="2024-05-20T09:37:21.281" v="16358"/>
          <ac:spMkLst>
            <pc:docMk/>
            <pc:sldMk cId="3331386085" sldId="292"/>
            <ac:spMk id="20" creationId="{33D8883C-1194-34C3-CA33-9106FF36892D}"/>
          </ac:spMkLst>
        </pc:spChg>
        <pc:spChg chg="add mod">
          <ac:chgData name="z z" userId="161882819154b75b" providerId="LiveId" clId="{E857BD72-A5A7-4845-87EA-1B97DB89FFC1}" dt="2024-05-20T09:37:21.281" v="16358"/>
          <ac:spMkLst>
            <pc:docMk/>
            <pc:sldMk cId="3331386085" sldId="292"/>
            <ac:spMk id="21" creationId="{F903860A-46DF-8772-CA45-BA904B4B8357}"/>
          </ac:spMkLst>
        </pc:spChg>
        <pc:spChg chg="add mod">
          <ac:chgData name="z z" userId="161882819154b75b" providerId="LiveId" clId="{E857BD72-A5A7-4845-87EA-1B97DB89FFC1}" dt="2024-05-20T09:37:21.281" v="16358"/>
          <ac:spMkLst>
            <pc:docMk/>
            <pc:sldMk cId="3331386085" sldId="292"/>
            <ac:spMk id="22" creationId="{EBAFE3A2-C8CF-22CE-68E0-5E1F340E7A41}"/>
          </ac:spMkLst>
        </pc:spChg>
        <pc:spChg chg="add mod">
          <ac:chgData name="z z" userId="161882819154b75b" providerId="LiveId" clId="{E857BD72-A5A7-4845-87EA-1B97DB89FFC1}" dt="2024-05-20T09:37:21.281" v="16358"/>
          <ac:spMkLst>
            <pc:docMk/>
            <pc:sldMk cId="3331386085" sldId="292"/>
            <ac:spMk id="23" creationId="{405B2D1B-D22A-5693-1430-61197B68B47D}"/>
          </ac:spMkLst>
        </pc:spChg>
        <pc:spChg chg="add mod">
          <ac:chgData name="z z" userId="161882819154b75b" providerId="LiveId" clId="{E857BD72-A5A7-4845-87EA-1B97DB89FFC1}" dt="2024-05-20T09:37:21.281" v="16358"/>
          <ac:spMkLst>
            <pc:docMk/>
            <pc:sldMk cId="3331386085" sldId="292"/>
            <ac:spMk id="24" creationId="{8E0A515B-DE8E-477A-1564-FF08E165E3FF}"/>
          </ac:spMkLst>
        </pc:spChg>
        <pc:spChg chg="add mod">
          <ac:chgData name="z z" userId="161882819154b75b" providerId="LiveId" clId="{E857BD72-A5A7-4845-87EA-1B97DB89FFC1}" dt="2024-05-20T09:39:57.353" v="16436"/>
          <ac:spMkLst>
            <pc:docMk/>
            <pc:sldMk cId="3331386085" sldId="292"/>
            <ac:spMk id="25" creationId="{BE5652EE-F07C-B4A1-5222-CCAE68DF9448}"/>
          </ac:spMkLst>
        </pc:spChg>
        <pc:spChg chg="add mod">
          <ac:chgData name="z z" userId="161882819154b75b" providerId="LiveId" clId="{E857BD72-A5A7-4845-87EA-1B97DB89FFC1}" dt="2024-05-20T09:39:57.353" v="16436"/>
          <ac:spMkLst>
            <pc:docMk/>
            <pc:sldMk cId="3331386085" sldId="292"/>
            <ac:spMk id="26" creationId="{795D65D2-3491-C596-84C1-5757D218BFED}"/>
          </ac:spMkLst>
        </pc:spChg>
        <pc:spChg chg="add mod">
          <ac:chgData name="z z" userId="161882819154b75b" providerId="LiveId" clId="{E857BD72-A5A7-4845-87EA-1B97DB89FFC1}" dt="2024-05-20T09:39:57.353" v="16436"/>
          <ac:spMkLst>
            <pc:docMk/>
            <pc:sldMk cId="3331386085" sldId="292"/>
            <ac:spMk id="27" creationId="{30D25F26-5D57-C51A-321F-3175E14A43F1}"/>
          </ac:spMkLst>
        </pc:spChg>
        <pc:spChg chg="add mod">
          <ac:chgData name="z z" userId="161882819154b75b" providerId="LiveId" clId="{E857BD72-A5A7-4845-87EA-1B97DB89FFC1}" dt="2024-05-20T09:39:57.353" v="16436"/>
          <ac:spMkLst>
            <pc:docMk/>
            <pc:sldMk cId="3331386085" sldId="292"/>
            <ac:spMk id="28" creationId="{0874CF04-C37D-8868-A7D8-3C009F32A664}"/>
          </ac:spMkLst>
        </pc:spChg>
        <pc:spChg chg="add del mod ord">
          <ac:chgData name="z z" userId="161882819154b75b" providerId="LiveId" clId="{E857BD72-A5A7-4845-87EA-1B97DB89FFC1}" dt="2024-05-20T09:46:43.435" v="16649" actId="478"/>
          <ac:spMkLst>
            <pc:docMk/>
            <pc:sldMk cId="3331386085" sldId="292"/>
            <ac:spMk id="29" creationId="{ACE0B4FC-FF76-D69E-F3FE-AE39A14AB267}"/>
          </ac:spMkLst>
        </pc:spChg>
        <pc:spChg chg="add del mod ord">
          <ac:chgData name="z z" userId="161882819154b75b" providerId="LiveId" clId="{E857BD72-A5A7-4845-87EA-1B97DB89FFC1}" dt="2024-05-20T09:46:43.435" v="16649" actId="478"/>
          <ac:spMkLst>
            <pc:docMk/>
            <pc:sldMk cId="3331386085" sldId="292"/>
            <ac:spMk id="30" creationId="{2EC21861-F429-2CE9-0970-973175116AF3}"/>
          </ac:spMkLst>
        </pc:spChg>
        <pc:spChg chg="add del mod ord">
          <ac:chgData name="z z" userId="161882819154b75b" providerId="LiveId" clId="{E857BD72-A5A7-4845-87EA-1B97DB89FFC1}" dt="2024-05-20T09:46:43.435" v="16649" actId="478"/>
          <ac:spMkLst>
            <pc:docMk/>
            <pc:sldMk cId="3331386085" sldId="292"/>
            <ac:spMk id="31" creationId="{CB0CC1CC-1A1D-9C1D-549E-F086BD1E66EC}"/>
          </ac:spMkLst>
        </pc:spChg>
        <pc:spChg chg="add del mod ord">
          <ac:chgData name="z z" userId="161882819154b75b" providerId="LiveId" clId="{E857BD72-A5A7-4845-87EA-1B97DB89FFC1}" dt="2024-05-20T09:46:43.435" v="16649" actId="478"/>
          <ac:spMkLst>
            <pc:docMk/>
            <pc:sldMk cId="3331386085" sldId="292"/>
            <ac:spMk id="32" creationId="{4346E3B3-AEC7-AB7B-F9DB-64BEB166496A}"/>
          </ac:spMkLst>
        </pc:spChg>
        <pc:spChg chg="add del mod ord">
          <ac:chgData name="z z" userId="161882819154b75b" providerId="LiveId" clId="{E857BD72-A5A7-4845-87EA-1B97DB89FFC1}" dt="2024-05-20T09:46:43.435" v="16649" actId="478"/>
          <ac:spMkLst>
            <pc:docMk/>
            <pc:sldMk cId="3331386085" sldId="292"/>
            <ac:spMk id="33" creationId="{10C5B4AD-80D2-0A35-156D-500C5CCFAC20}"/>
          </ac:spMkLst>
        </pc:spChg>
        <pc:spChg chg="add mod">
          <ac:chgData name="z z" userId="161882819154b75b" providerId="LiveId" clId="{E857BD72-A5A7-4845-87EA-1B97DB89FFC1}" dt="2024-05-20T09:43:59.402" v="16630" actId="207"/>
          <ac:spMkLst>
            <pc:docMk/>
            <pc:sldMk cId="3331386085" sldId="292"/>
            <ac:spMk id="34" creationId="{A8DE1655-00E5-6FFC-352C-6FC10FDBFBF0}"/>
          </ac:spMkLst>
        </pc:spChg>
        <pc:spChg chg="add mod">
          <ac:chgData name="z z" userId="161882819154b75b" providerId="LiveId" clId="{E857BD72-A5A7-4845-87EA-1B97DB89FFC1}" dt="2024-05-20T09:43:59.402" v="16630" actId="207"/>
          <ac:spMkLst>
            <pc:docMk/>
            <pc:sldMk cId="3331386085" sldId="292"/>
            <ac:spMk id="35" creationId="{7E4FA991-BE4A-D1D5-E47A-80502263BA47}"/>
          </ac:spMkLst>
        </pc:spChg>
        <pc:grpChg chg="add del mod ord">
          <ac:chgData name="z z" userId="161882819154b75b" providerId="LiveId" clId="{E857BD72-A5A7-4845-87EA-1B97DB89FFC1}" dt="2024-05-20T09:08:32.561" v="15689" actId="478"/>
          <ac:grpSpMkLst>
            <pc:docMk/>
            <pc:sldMk cId="3331386085" sldId="292"/>
            <ac:grpSpMk id="5" creationId="{C64F02D7-F042-22A8-A6B8-3885461A1EB7}"/>
          </ac:grpSpMkLst>
        </pc:grpChg>
        <pc:picChg chg="add del mod">
          <ac:chgData name="z z" userId="161882819154b75b" providerId="LiveId" clId="{E857BD72-A5A7-4845-87EA-1B97DB89FFC1}" dt="2024-05-20T08:38:43.293" v="14627" actId="21"/>
          <ac:picMkLst>
            <pc:docMk/>
            <pc:sldMk cId="3331386085" sldId="292"/>
            <ac:picMk id="3" creationId="{D88AC6FE-EE4B-545B-4B75-CA0DEB9C25A5}"/>
          </ac:picMkLst>
        </pc:picChg>
        <pc:picChg chg="add del mod">
          <ac:chgData name="z z" userId="161882819154b75b" providerId="LiveId" clId="{E857BD72-A5A7-4845-87EA-1B97DB89FFC1}" dt="2024-05-20T09:08:30.368" v="15688" actId="21"/>
          <ac:picMkLst>
            <pc:docMk/>
            <pc:sldMk cId="3331386085" sldId="292"/>
            <ac:picMk id="4" creationId="{D88AC6FE-EE4B-545B-4B75-CA0DEB9C25A5}"/>
          </ac:picMkLst>
        </pc:picChg>
        <pc:picChg chg="mod">
          <ac:chgData name="z z" userId="161882819154b75b" providerId="LiveId" clId="{E857BD72-A5A7-4845-87EA-1B97DB89FFC1}" dt="2024-05-20T09:46:45.257" v="16650" actId="1076"/>
          <ac:picMkLst>
            <pc:docMk/>
            <pc:sldMk cId="3331386085" sldId="292"/>
            <ac:picMk id="8" creationId="{6C2AB68F-4C38-918C-61FF-464B42E7C5F2}"/>
          </ac:picMkLst>
        </pc:picChg>
        <pc:picChg chg="add del mod">
          <ac:chgData name="z z" userId="161882819154b75b" providerId="LiveId" clId="{E857BD72-A5A7-4845-87EA-1B97DB89FFC1}" dt="2024-05-20T09:14:24.840" v="15886" actId="21"/>
          <ac:picMkLst>
            <pc:docMk/>
            <pc:sldMk cId="3331386085" sldId="292"/>
            <ac:picMk id="12" creationId="{D88AC6FE-EE4B-545B-4B75-CA0DEB9C25A5}"/>
          </ac:picMkLst>
        </pc:picChg>
        <pc:picChg chg="add del mod">
          <ac:chgData name="z z" userId="161882819154b75b" providerId="LiveId" clId="{E857BD72-A5A7-4845-87EA-1B97DB89FFC1}" dt="2024-05-20T09:46:46.930" v="16651" actId="21"/>
          <ac:picMkLst>
            <pc:docMk/>
            <pc:sldMk cId="3331386085" sldId="292"/>
            <ac:picMk id="17" creationId="{D88AC6FE-EE4B-545B-4B75-CA0DEB9C25A5}"/>
          </ac:picMkLst>
        </pc:picChg>
        <pc:picChg chg="del mod">
          <ac:chgData name="z z" userId="161882819154b75b" providerId="LiveId" clId="{E857BD72-A5A7-4845-87EA-1B97DB89FFC1}" dt="2024-05-20T08:59:49.481" v="15581" actId="478"/>
          <ac:picMkLst>
            <pc:docMk/>
            <pc:sldMk cId="3331386085" sldId="292"/>
            <ac:picMk id="72" creationId="{D7632A45-8745-7FDC-2597-4524C1835E81}"/>
          </ac:picMkLst>
        </pc:picChg>
      </pc:sldChg>
      <pc:sldChg chg="addSp delSp modSp add mod ord setBg delAnim modAnim">
        <pc:chgData name="z z" userId="161882819154b75b" providerId="LiveId" clId="{E857BD72-A5A7-4845-87EA-1B97DB89FFC1}" dt="2024-05-20T09:50:25.522" v="16692"/>
        <pc:sldMkLst>
          <pc:docMk/>
          <pc:sldMk cId="1415246007" sldId="293"/>
        </pc:sldMkLst>
        <pc:spChg chg="add del mod">
          <ac:chgData name="z z" userId="161882819154b75b" providerId="LiveId" clId="{E857BD72-A5A7-4845-87EA-1B97DB89FFC1}" dt="2024-05-20T09:23:48.138" v="16177" actId="478"/>
          <ac:spMkLst>
            <pc:docMk/>
            <pc:sldMk cId="1415246007" sldId="293"/>
            <ac:spMk id="2" creationId="{AB1D75AC-7806-4F5D-21D2-D349406B1070}"/>
          </ac:spMkLst>
        </pc:spChg>
        <pc:spChg chg="add del mod">
          <ac:chgData name="z z" userId="161882819154b75b" providerId="LiveId" clId="{E857BD72-A5A7-4845-87EA-1B97DB89FFC1}" dt="2024-05-20T09:23:48.138" v="16177" actId="478"/>
          <ac:spMkLst>
            <pc:docMk/>
            <pc:sldMk cId="1415246007" sldId="293"/>
            <ac:spMk id="3" creationId="{E0BC987E-4151-9ABC-BA75-7593B95803F1}"/>
          </ac:spMkLst>
        </pc:spChg>
        <pc:spChg chg="add del mod">
          <ac:chgData name="z z" userId="161882819154b75b" providerId="LiveId" clId="{E857BD72-A5A7-4845-87EA-1B97DB89FFC1}" dt="2024-05-20T09:23:48.138" v="16177" actId="478"/>
          <ac:spMkLst>
            <pc:docMk/>
            <pc:sldMk cId="1415246007" sldId="293"/>
            <ac:spMk id="4" creationId="{DD118F96-84FB-0BBD-3201-7A201A7BCC96}"/>
          </ac:spMkLst>
        </pc:spChg>
        <pc:spChg chg="add del mod">
          <ac:chgData name="z z" userId="161882819154b75b" providerId="LiveId" clId="{E857BD72-A5A7-4845-87EA-1B97DB89FFC1}" dt="2024-05-20T09:23:48.138" v="16177" actId="478"/>
          <ac:spMkLst>
            <pc:docMk/>
            <pc:sldMk cId="1415246007" sldId="293"/>
            <ac:spMk id="5" creationId="{61AFE0CB-3AF3-9CF0-0883-6BE5FB614A4E}"/>
          </ac:spMkLst>
        </pc:spChg>
        <pc:spChg chg="add del mod">
          <ac:chgData name="z z" userId="161882819154b75b" providerId="LiveId" clId="{E857BD72-A5A7-4845-87EA-1B97DB89FFC1}" dt="2024-05-20T09:23:48.138" v="16177" actId="478"/>
          <ac:spMkLst>
            <pc:docMk/>
            <pc:sldMk cId="1415246007" sldId="293"/>
            <ac:spMk id="6" creationId="{B4E3E4CD-A942-0BB3-5B0A-D0339A2D3AC4}"/>
          </ac:spMkLst>
        </pc:spChg>
        <pc:spChg chg="add del mod">
          <ac:chgData name="z z" userId="161882819154b75b" providerId="LiveId" clId="{E857BD72-A5A7-4845-87EA-1B97DB89FFC1}" dt="2024-05-20T09:20:58.573" v="16097" actId="478"/>
          <ac:spMkLst>
            <pc:docMk/>
            <pc:sldMk cId="1415246007" sldId="293"/>
            <ac:spMk id="9" creationId="{63BE4BFA-B731-5E91-7D13-A414A139DAD5}"/>
          </ac:spMkLst>
        </pc:spChg>
        <pc:spChg chg="mod">
          <ac:chgData name="z z" userId="161882819154b75b" providerId="LiveId" clId="{E857BD72-A5A7-4845-87EA-1B97DB89FFC1}" dt="2024-05-20T09:21:49.387" v="16164" actId="207"/>
          <ac:spMkLst>
            <pc:docMk/>
            <pc:sldMk cId="1415246007" sldId="293"/>
            <ac:spMk id="11" creationId="{3E5E44B8-E535-BBE0-A6A7-6B95C8AEEDF5}"/>
          </ac:spMkLst>
        </pc:spChg>
        <pc:spChg chg="mod">
          <ac:chgData name="z z" userId="161882819154b75b" providerId="LiveId" clId="{E857BD72-A5A7-4845-87EA-1B97DB89FFC1}" dt="2024-05-20T09:21:49.387" v="16164" actId="207"/>
          <ac:spMkLst>
            <pc:docMk/>
            <pc:sldMk cId="1415246007" sldId="293"/>
            <ac:spMk id="12" creationId="{45CE2B33-16DA-393A-27EA-2B707EC83561}"/>
          </ac:spMkLst>
        </pc:spChg>
        <pc:spChg chg="del">
          <ac:chgData name="z z" userId="161882819154b75b" providerId="LiveId" clId="{E857BD72-A5A7-4845-87EA-1B97DB89FFC1}" dt="2024-05-20T09:16:43.534" v="16088" actId="478"/>
          <ac:spMkLst>
            <pc:docMk/>
            <pc:sldMk cId="1415246007" sldId="293"/>
            <ac:spMk id="15" creationId="{FEBF60D4-D2DF-4F46-65AB-1688863CAD13}"/>
          </ac:spMkLst>
        </pc:spChg>
        <pc:spChg chg="del mod">
          <ac:chgData name="z z" userId="161882819154b75b" providerId="LiveId" clId="{E857BD72-A5A7-4845-87EA-1B97DB89FFC1}" dt="2024-05-20T09:20:27.260" v="16091" actId="478"/>
          <ac:spMkLst>
            <pc:docMk/>
            <pc:sldMk cId="1415246007" sldId="293"/>
            <ac:spMk id="16" creationId="{BE6F81A1-1D43-AF38-BDD1-7DB93557E23A}"/>
          </ac:spMkLst>
        </pc:spChg>
        <pc:spChg chg="mod">
          <ac:chgData name="z z" userId="161882819154b75b" providerId="LiveId" clId="{E857BD72-A5A7-4845-87EA-1B97DB89FFC1}" dt="2024-05-20T09:21:49.387" v="16164" actId="207"/>
          <ac:spMkLst>
            <pc:docMk/>
            <pc:sldMk cId="1415246007" sldId="293"/>
            <ac:spMk id="18" creationId="{D484903C-A3D7-7E20-2201-C2F50F321434}"/>
          </ac:spMkLst>
        </pc:spChg>
        <pc:spChg chg="mod">
          <ac:chgData name="z z" userId="161882819154b75b" providerId="LiveId" clId="{E857BD72-A5A7-4845-87EA-1B97DB89FFC1}" dt="2024-05-20T09:21:49.387" v="16164" actId="207"/>
          <ac:spMkLst>
            <pc:docMk/>
            <pc:sldMk cId="1415246007" sldId="293"/>
            <ac:spMk id="19" creationId="{D49C6C3C-BCC7-7F60-A8D0-399BF09F6A3F}"/>
          </ac:spMkLst>
        </pc:spChg>
        <pc:spChg chg="add del mod">
          <ac:chgData name="z z" userId="161882819154b75b" providerId="LiveId" clId="{E857BD72-A5A7-4845-87EA-1B97DB89FFC1}" dt="2024-05-20T09:26:46.378" v="16205" actId="478"/>
          <ac:spMkLst>
            <pc:docMk/>
            <pc:sldMk cId="1415246007" sldId="293"/>
            <ac:spMk id="21" creationId="{FE2A2730-208F-4726-CFCC-C5CAA05F6E73}"/>
          </ac:spMkLst>
        </pc:spChg>
        <pc:spChg chg="add del mod">
          <ac:chgData name="z z" userId="161882819154b75b" providerId="LiveId" clId="{E857BD72-A5A7-4845-87EA-1B97DB89FFC1}" dt="2024-05-20T09:26:46.378" v="16205" actId="478"/>
          <ac:spMkLst>
            <pc:docMk/>
            <pc:sldMk cId="1415246007" sldId="293"/>
            <ac:spMk id="22" creationId="{4D764157-E4F8-E130-4933-487B70AF3AB6}"/>
          </ac:spMkLst>
        </pc:spChg>
        <pc:spChg chg="add del mod">
          <ac:chgData name="z z" userId="161882819154b75b" providerId="LiveId" clId="{E857BD72-A5A7-4845-87EA-1B97DB89FFC1}" dt="2024-05-20T09:26:46.378" v="16205" actId="478"/>
          <ac:spMkLst>
            <pc:docMk/>
            <pc:sldMk cId="1415246007" sldId="293"/>
            <ac:spMk id="23" creationId="{3912F619-159E-42F5-78F5-DF342D4649DF}"/>
          </ac:spMkLst>
        </pc:spChg>
        <pc:spChg chg="add del mod">
          <ac:chgData name="z z" userId="161882819154b75b" providerId="LiveId" clId="{E857BD72-A5A7-4845-87EA-1B97DB89FFC1}" dt="2024-05-20T09:26:46.378" v="16205" actId="478"/>
          <ac:spMkLst>
            <pc:docMk/>
            <pc:sldMk cId="1415246007" sldId="293"/>
            <ac:spMk id="24" creationId="{F9E851DA-C59C-46C0-6FF2-E763DD34B8A4}"/>
          </ac:spMkLst>
        </pc:spChg>
        <pc:spChg chg="add del mod">
          <ac:chgData name="z z" userId="161882819154b75b" providerId="LiveId" clId="{E857BD72-A5A7-4845-87EA-1B97DB89FFC1}" dt="2024-05-20T09:26:46.378" v="16205" actId="478"/>
          <ac:spMkLst>
            <pc:docMk/>
            <pc:sldMk cId="1415246007" sldId="293"/>
            <ac:spMk id="25" creationId="{24D692E7-9E28-6D27-AB1B-34A2351F9280}"/>
          </ac:spMkLst>
        </pc:spChg>
        <pc:spChg chg="mod">
          <ac:chgData name="z z" userId="161882819154b75b" providerId="LiveId" clId="{E857BD72-A5A7-4845-87EA-1B97DB89FFC1}" dt="2024-05-20T09:25:26.109" v="16195" actId="207"/>
          <ac:spMkLst>
            <pc:docMk/>
            <pc:sldMk cId="1415246007" sldId="293"/>
            <ac:spMk id="27" creationId="{8E3DE47E-7754-2E8A-9B89-A68D9A2D39E7}"/>
          </ac:spMkLst>
        </pc:spChg>
        <pc:spChg chg="mod">
          <ac:chgData name="z z" userId="161882819154b75b" providerId="LiveId" clId="{E857BD72-A5A7-4845-87EA-1B97DB89FFC1}" dt="2024-05-20T09:25:26.109" v="16195" actId="207"/>
          <ac:spMkLst>
            <pc:docMk/>
            <pc:sldMk cId="1415246007" sldId="293"/>
            <ac:spMk id="28" creationId="{9E133D9F-002D-D121-20E3-A981FFBA1134}"/>
          </ac:spMkLst>
        </pc:spChg>
        <pc:spChg chg="mod">
          <ac:chgData name="z z" userId="161882819154b75b" providerId="LiveId" clId="{E857BD72-A5A7-4845-87EA-1B97DB89FFC1}" dt="2024-05-20T09:25:26.109" v="16195" actId="207"/>
          <ac:spMkLst>
            <pc:docMk/>
            <pc:sldMk cId="1415246007" sldId="293"/>
            <ac:spMk id="31" creationId="{AEBE03DE-921E-84F4-FA57-CD4BAD26B2AD}"/>
          </ac:spMkLst>
        </pc:spChg>
        <pc:spChg chg="mod">
          <ac:chgData name="z z" userId="161882819154b75b" providerId="LiveId" clId="{E857BD72-A5A7-4845-87EA-1B97DB89FFC1}" dt="2024-05-20T09:25:26.109" v="16195" actId="207"/>
          <ac:spMkLst>
            <pc:docMk/>
            <pc:sldMk cId="1415246007" sldId="293"/>
            <ac:spMk id="32" creationId="{7F4764ED-095C-EC2E-0137-143C1343F368}"/>
          </ac:spMkLst>
        </pc:spChg>
        <pc:spChg chg="add del mod">
          <ac:chgData name="z z" userId="161882819154b75b" providerId="LiveId" clId="{E857BD72-A5A7-4845-87EA-1B97DB89FFC1}" dt="2024-05-20T09:26:46.378" v="16205" actId="478"/>
          <ac:spMkLst>
            <pc:docMk/>
            <pc:sldMk cId="1415246007" sldId="293"/>
            <ac:spMk id="35" creationId="{EF6141E8-54CB-A3FA-66A7-04D34D3CE23A}"/>
          </ac:spMkLst>
        </pc:spChg>
        <pc:spChg chg="add del mod ord">
          <ac:chgData name="z z" userId="161882819154b75b" providerId="LiveId" clId="{E857BD72-A5A7-4845-87EA-1B97DB89FFC1}" dt="2024-05-20T09:41:02.662" v="16541" actId="478"/>
          <ac:spMkLst>
            <pc:docMk/>
            <pc:sldMk cId="1415246007" sldId="293"/>
            <ac:spMk id="36" creationId="{6A7927E7-0DE7-3D0D-CCD8-9D8B0C550F82}"/>
          </ac:spMkLst>
        </pc:spChg>
        <pc:spChg chg="add del mod ord">
          <ac:chgData name="z z" userId="161882819154b75b" providerId="LiveId" clId="{E857BD72-A5A7-4845-87EA-1B97DB89FFC1}" dt="2024-05-20T09:41:02.662" v="16541" actId="478"/>
          <ac:spMkLst>
            <pc:docMk/>
            <pc:sldMk cId="1415246007" sldId="293"/>
            <ac:spMk id="37" creationId="{2E6FE63B-4656-AEAD-BD3D-992324DFB1BE}"/>
          </ac:spMkLst>
        </pc:spChg>
        <pc:spChg chg="add del mod ord">
          <ac:chgData name="z z" userId="161882819154b75b" providerId="LiveId" clId="{E857BD72-A5A7-4845-87EA-1B97DB89FFC1}" dt="2024-05-20T09:41:02.662" v="16541" actId="478"/>
          <ac:spMkLst>
            <pc:docMk/>
            <pc:sldMk cId="1415246007" sldId="293"/>
            <ac:spMk id="38" creationId="{0E56B9EA-8CC4-E3A3-EA31-7BD8AD045507}"/>
          </ac:spMkLst>
        </pc:spChg>
        <pc:spChg chg="add mod ord">
          <ac:chgData name="z z" userId="161882819154b75b" providerId="LiveId" clId="{E857BD72-A5A7-4845-87EA-1B97DB89FFC1}" dt="2024-05-20T09:43:45.387" v="16561" actId="1076"/>
          <ac:spMkLst>
            <pc:docMk/>
            <pc:sldMk cId="1415246007" sldId="293"/>
            <ac:spMk id="39" creationId="{E03C6BC2-AF47-089A-E6BD-AAB2D5D4BFC3}"/>
          </ac:spMkLst>
        </pc:spChg>
        <pc:spChg chg="add del mod">
          <ac:chgData name="z z" userId="161882819154b75b" providerId="LiveId" clId="{E857BD72-A5A7-4845-87EA-1B97DB89FFC1}" dt="2024-05-20T09:39:02.951" v="16431" actId="478"/>
          <ac:spMkLst>
            <pc:docMk/>
            <pc:sldMk cId="1415246007" sldId="293"/>
            <ac:spMk id="40" creationId="{57B33944-CCB0-2F0A-044C-25CD7AE4217D}"/>
          </ac:spMkLst>
        </pc:spChg>
        <pc:spChg chg="add del mod">
          <ac:chgData name="z z" userId="161882819154b75b" providerId="LiveId" clId="{E857BD72-A5A7-4845-87EA-1B97DB89FFC1}" dt="2024-05-20T09:33:06.538" v="16278" actId="478"/>
          <ac:spMkLst>
            <pc:docMk/>
            <pc:sldMk cId="1415246007" sldId="293"/>
            <ac:spMk id="41" creationId="{40AFF684-0D6D-D502-88A2-F1D82E3D1014}"/>
          </ac:spMkLst>
        </pc:spChg>
        <pc:spChg chg="add del mod ord">
          <ac:chgData name="z z" userId="161882819154b75b" providerId="LiveId" clId="{E857BD72-A5A7-4845-87EA-1B97DB89FFC1}" dt="2024-05-20T09:41:02.662" v="16541" actId="478"/>
          <ac:spMkLst>
            <pc:docMk/>
            <pc:sldMk cId="1415246007" sldId="293"/>
            <ac:spMk id="42" creationId="{09ED7D75-569D-2DC3-C828-64DC279EDBEE}"/>
          </ac:spMkLst>
        </pc:spChg>
        <pc:spChg chg="add del mod">
          <ac:chgData name="z z" userId="161882819154b75b" providerId="LiveId" clId="{E857BD72-A5A7-4845-87EA-1B97DB89FFC1}" dt="2024-05-20T09:38:48.993" v="16427" actId="478"/>
          <ac:spMkLst>
            <pc:docMk/>
            <pc:sldMk cId="1415246007" sldId="293"/>
            <ac:spMk id="43" creationId="{7C328A61-30CF-5AE7-CAD2-FAB3423DFC7B}"/>
          </ac:spMkLst>
        </pc:spChg>
        <pc:spChg chg="add mod">
          <ac:chgData name="z z" userId="161882819154b75b" providerId="LiveId" clId="{E857BD72-A5A7-4845-87EA-1B97DB89FFC1}" dt="2024-05-20T09:38:10.231" v="16413" actId="1035"/>
          <ac:spMkLst>
            <pc:docMk/>
            <pc:sldMk cId="1415246007" sldId="293"/>
            <ac:spMk id="44" creationId="{2F01928A-D3C4-0293-889F-0D7F2E820F21}"/>
          </ac:spMkLst>
        </pc:spChg>
        <pc:spChg chg="add mod">
          <ac:chgData name="z z" userId="161882819154b75b" providerId="LiveId" clId="{E857BD72-A5A7-4845-87EA-1B97DB89FFC1}" dt="2024-05-20T09:38:10.231" v="16413" actId="1035"/>
          <ac:spMkLst>
            <pc:docMk/>
            <pc:sldMk cId="1415246007" sldId="293"/>
            <ac:spMk id="45" creationId="{9C961E0E-7E77-C34F-B551-332B9F86E57A}"/>
          </ac:spMkLst>
        </pc:spChg>
        <pc:spChg chg="add mod">
          <ac:chgData name="z z" userId="161882819154b75b" providerId="LiveId" clId="{E857BD72-A5A7-4845-87EA-1B97DB89FFC1}" dt="2024-05-20T09:43:45.387" v="16561" actId="1076"/>
          <ac:spMkLst>
            <pc:docMk/>
            <pc:sldMk cId="1415246007" sldId="293"/>
            <ac:spMk id="46" creationId="{13D84658-1184-7423-44D1-81A4056B0D8B}"/>
          </ac:spMkLst>
        </pc:spChg>
        <pc:spChg chg="add mod">
          <ac:chgData name="z z" userId="161882819154b75b" providerId="LiveId" clId="{E857BD72-A5A7-4845-87EA-1B97DB89FFC1}" dt="2024-05-20T09:43:45.387" v="16561" actId="1076"/>
          <ac:spMkLst>
            <pc:docMk/>
            <pc:sldMk cId="1415246007" sldId="293"/>
            <ac:spMk id="47" creationId="{E85124AD-5884-8084-EDB2-74649EEB3506}"/>
          </ac:spMkLst>
        </pc:spChg>
        <pc:spChg chg="add mod">
          <ac:chgData name="z z" userId="161882819154b75b" providerId="LiveId" clId="{E857BD72-A5A7-4845-87EA-1B97DB89FFC1}" dt="2024-05-20T09:48:31.184" v="16678" actId="1038"/>
          <ac:spMkLst>
            <pc:docMk/>
            <pc:sldMk cId="1415246007" sldId="293"/>
            <ac:spMk id="48" creationId="{EE41A7A3-D3A3-8A4E-5E5A-0ACC9D21ACA9}"/>
          </ac:spMkLst>
        </pc:spChg>
        <pc:spChg chg="add mod">
          <ac:chgData name="z z" userId="161882819154b75b" providerId="LiveId" clId="{E857BD72-A5A7-4845-87EA-1B97DB89FFC1}" dt="2024-05-20T09:48:26.971" v="16670" actId="1037"/>
          <ac:spMkLst>
            <pc:docMk/>
            <pc:sldMk cId="1415246007" sldId="293"/>
            <ac:spMk id="49" creationId="{830BF383-9452-932F-9317-4DEC250E995F}"/>
          </ac:spMkLst>
        </pc:spChg>
        <pc:spChg chg="add mod">
          <ac:chgData name="z z" userId="161882819154b75b" providerId="LiveId" clId="{E857BD72-A5A7-4845-87EA-1B97DB89FFC1}" dt="2024-05-20T09:44:51.226" v="16633" actId="1076"/>
          <ac:spMkLst>
            <pc:docMk/>
            <pc:sldMk cId="1415246007" sldId="293"/>
            <ac:spMk id="50" creationId="{849CD939-C2CB-20E8-66FF-1D61116206AF}"/>
          </ac:spMkLst>
        </pc:spChg>
        <pc:grpChg chg="add del mod">
          <ac:chgData name="z z" userId="161882819154b75b" providerId="LiveId" clId="{E857BD72-A5A7-4845-87EA-1B97DB89FFC1}" dt="2024-05-20T09:23:48.138" v="16177" actId="478"/>
          <ac:grpSpMkLst>
            <pc:docMk/>
            <pc:sldMk cId="1415246007" sldId="293"/>
            <ac:grpSpMk id="10" creationId="{E8277A3B-62D3-9FDC-932F-58A6D2AD1CBC}"/>
          </ac:grpSpMkLst>
        </pc:grpChg>
        <pc:grpChg chg="add del mod">
          <ac:chgData name="z z" userId="161882819154b75b" providerId="LiveId" clId="{E857BD72-A5A7-4845-87EA-1B97DB89FFC1}" dt="2024-05-20T09:23:48.138" v="16177" actId="478"/>
          <ac:grpSpMkLst>
            <pc:docMk/>
            <pc:sldMk cId="1415246007" sldId="293"/>
            <ac:grpSpMk id="14" creationId="{15F802E1-61C0-5FA1-CD09-D87A01F29D0B}"/>
          </ac:grpSpMkLst>
        </pc:grpChg>
        <pc:grpChg chg="add del mod">
          <ac:chgData name="z z" userId="161882819154b75b" providerId="LiveId" clId="{E857BD72-A5A7-4845-87EA-1B97DB89FFC1}" dt="2024-05-20T09:26:46.378" v="16205" actId="478"/>
          <ac:grpSpMkLst>
            <pc:docMk/>
            <pc:sldMk cId="1415246007" sldId="293"/>
            <ac:grpSpMk id="26" creationId="{4746C7B2-F093-6769-CF06-5D595D5CECA1}"/>
          </ac:grpSpMkLst>
        </pc:grpChg>
        <pc:grpChg chg="add del mod">
          <ac:chgData name="z z" userId="161882819154b75b" providerId="LiveId" clId="{E857BD72-A5A7-4845-87EA-1B97DB89FFC1}" dt="2024-05-20T09:26:46.378" v="16205" actId="478"/>
          <ac:grpSpMkLst>
            <pc:docMk/>
            <pc:sldMk cId="1415246007" sldId="293"/>
            <ac:grpSpMk id="30" creationId="{84B40196-7AA0-6B8C-C2AA-4752DE3F8041}"/>
          </ac:grpSpMkLst>
        </pc:grpChg>
        <pc:picChg chg="del">
          <ac:chgData name="z z" userId="161882819154b75b" providerId="LiveId" clId="{E857BD72-A5A7-4845-87EA-1B97DB89FFC1}" dt="2024-05-20T09:16:39.861" v="16087" actId="478"/>
          <ac:picMkLst>
            <pc:docMk/>
            <pc:sldMk cId="1415246007" sldId="293"/>
            <ac:picMk id="8" creationId="{6C2AB68F-4C38-918C-61FF-464B42E7C5F2}"/>
          </ac:picMkLst>
        </pc:picChg>
        <pc:picChg chg="del mod">
          <ac:chgData name="z z" userId="161882819154b75b" providerId="LiveId" clId="{E857BD72-A5A7-4845-87EA-1B97DB89FFC1}" dt="2024-05-20T09:16:38.873" v="16086" actId="478"/>
          <ac:picMkLst>
            <pc:docMk/>
            <pc:sldMk cId="1415246007" sldId="293"/>
            <ac:picMk id="17" creationId="{D88AC6FE-EE4B-545B-4B75-CA0DEB9C25A5}"/>
          </ac:picMkLst>
        </pc:picChg>
        <pc:cxnChg chg="add del mod">
          <ac:chgData name="z z" userId="161882819154b75b" providerId="LiveId" clId="{E857BD72-A5A7-4845-87EA-1B97DB89FFC1}" dt="2024-05-20T09:23:48.138" v="16177" actId="478"/>
          <ac:cxnSpMkLst>
            <pc:docMk/>
            <pc:sldMk cId="1415246007" sldId="293"/>
            <ac:cxnSpMk id="7" creationId="{C2D74336-FFA7-20D9-393B-822656E6F42E}"/>
          </ac:cxnSpMkLst>
        </pc:cxnChg>
        <pc:cxnChg chg="mod">
          <ac:chgData name="z z" userId="161882819154b75b" providerId="LiveId" clId="{E857BD72-A5A7-4845-87EA-1B97DB89FFC1}" dt="2024-05-20T09:22:00.625" v="16165" actId="208"/>
          <ac:cxnSpMkLst>
            <pc:docMk/>
            <pc:sldMk cId="1415246007" sldId="293"/>
            <ac:cxnSpMk id="13" creationId="{B10F61B3-B347-7448-A823-16827A432672}"/>
          </ac:cxnSpMkLst>
        </pc:cxnChg>
        <pc:cxnChg chg="mod">
          <ac:chgData name="z z" userId="161882819154b75b" providerId="LiveId" clId="{E857BD72-A5A7-4845-87EA-1B97DB89FFC1}" dt="2024-05-20T09:22:06.736" v="16166" actId="208"/>
          <ac:cxnSpMkLst>
            <pc:docMk/>
            <pc:sldMk cId="1415246007" sldId="293"/>
            <ac:cxnSpMk id="20" creationId="{2C661EAA-946A-D9E5-6A6F-2DEB01D54B3E}"/>
          </ac:cxnSpMkLst>
        </pc:cxnChg>
        <pc:cxnChg chg="mod">
          <ac:chgData name="z z" userId="161882819154b75b" providerId="LiveId" clId="{E857BD72-A5A7-4845-87EA-1B97DB89FFC1}" dt="2024-05-20T09:24:11.064" v="16183" actId="2085"/>
          <ac:cxnSpMkLst>
            <pc:docMk/>
            <pc:sldMk cId="1415246007" sldId="293"/>
            <ac:cxnSpMk id="29" creationId="{20D6CBC0-5E58-73B2-0AD8-20A35842C033}"/>
          </ac:cxnSpMkLst>
        </pc:cxnChg>
        <pc:cxnChg chg="mod">
          <ac:chgData name="z z" userId="161882819154b75b" providerId="LiveId" clId="{E857BD72-A5A7-4845-87EA-1B97DB89FFC1}" dt="2024-05-20T09:24:11.064" v="16183" actId="2085"/>
          <ac:cxnSpMkLst>
            <pc:docMk/>
            <pc:sldMk cId="1415246007" sldId="293"/>
            <ac:cxnSpMk id="33" creationId="{05089C5E-FF72-B760-896A-9F4B6822B680}"/>
          </ac:cxnSpMkLst>
        </pc:cxnChg>
        <pc:cxnChg chg="add del mod">
          <ac:chgData name="z z" userId="161882819154b75b" providerId="LiveId" clId="{E857BD72-A5A7-4845-87EA-1B97DB89FFC1}" dt="2024-05-20T09:26:02.155" v="16197" actId="478"/>
          <ac:cxnSpMkLst>
            <pc:docMk/>
            <pc:sldMk cId="1415246007" sldId="293"/>
            <ac:cxnSpMk id="34" creationId="{2D067007-55E7-B6C9-EB3D-59FB525A7D15}"/>
          </ac:cxnSpMkLst>
        </pc:cxnChg>
      </pc:sldChg>
      <pc:sldChg chg="addSp delSp modSp add del mod modTransition delAnim modAnim">
        <pc:chgData name="z z" userId="161882819154b75b" providerId="LiveId" clId="{E857BD72-A5A7-4845-87EA-1B97DB89FFC1}" dt="2024-05-20T09:13:03.137" v="15876" actId="2696"/>
        <pc:sldMkLst>
          <pc:docMk/>
          <pc:sldMk cId="3443489840" sldId="293"/>
        </pc:sldMkLst>
        <pc:spChg chg="del mod ord topLvl">
          <ac:chgData name="z z" userId="161882819154b75b" providerId="LiveId" clId="{E857BD72-A5A7-4845-87EA-1B97DB89FFC1}" dt="2024-05-20T09:08:11.823" v="15687" actId="478"/>
          <ac:spMkLst>
            <pc:docMk/>
            <pc:sldMk cId="3443489840" sldId="293"/>
            <ac:spMk id="2" creationId="{FAFF5040-EC1D-4A63-4137-B28DC686C01F}"/>
          </ac:spMkLst>
        </pc:spChg>
        <pc:spChg chg="add mod topLvl">
          <ac:chgData name="z z" userId="161882819154b75b" providerId="LiveId" clId="{E857BD72-A5A7-4845-87EA-1B97DB89FFC1}" dt="2024-05-20T08:51:38.512" v="14817" actId="164"/>
          <ac:spMkLst>
            <pc:docMk/>
            <pc:sldMk cId="3443489840" sldId="293"/>
            <ac:spMk id="3" creationId="{E6E77F1A-5AA8-0BD2-E6BE-B67706C83DA7}"/>
          </ac:spMkLst>
        </pc:spChg>
        <pc:spChg chg="add del mod ord topLvl">
          <ac:chgData name="z z" userId="161882819154b75b" providerId="LiveId" clId="{E857BD72-A5A7-4845-87EA-1B97DB89FFC1}" dt="2024-05-20T09:08:11.823" v="15687" actId="478"/>
          <ac:spMkLst>
            <pc:docMk/>
            <pc:sldMk cId="3443489840" sldId="293"/>
            <ac:spMk id="5" creationId="{C986A2C3-D55E-A64E-EB9E-37EDE3BB4198}"/>
          </ac:spMkLst>
        </pc:spChg>
        <pc:spChg chg="add del mod">
          <ac:chgData name="z z" userId="161882819154b75b" providerId="LiveId" clId="{E857BD72-A5A7-4845-87EA-1B97DB89FFC1}" dt="2024-05-20T09:08:11.823" v="15687" actId="478"/>
          <ac:spMkLst>
            <pc:docMk/>
            <pc:sldMk cId="3443489840" sldId="293"/>
            <ac:spMk id="7" creationId="{32683075-8012-A5A8-9A74-B3DBAA532670}"/>
          </ac:spMkLst>
        </pc:spChg>
        <pc:spChg chg="mod topLvl">
          <ac:chgData name="z z" userId="161882819154b75b" providerId="LiveId" clId="{E857BD72-A5A7-4845-87EA-1B97DB89FFC1}" dt="2024-05-20T08:51:38.512" v="14817" actId="164"/>
          <ac:spMkLst>
            <pc:docMk/>
            <pc:sldMk cId="3443489840" sldId="293"/>
            <ac:spMk id="10" creationId="{7BBB5AD6-4B1F-6CE4-CED9-0CABFD42697E}"/>
          </ac:spMkLst>
        </pc:spChg>
        <pc:spChg chg="add del mod ord">
          <ac:chgData name="z z" userId="161882819154b75b" providerId="LiveId" clId="{E857BD72-A5A7-4845-87EA-1B97DB89FFC1}" dt="2024-05-20T09:07:29.538" v="15686" actId="478"/>
          <ac:spMkLst>
            <pc:docMk/>
            <pc:sldMk cId="3443489840" sldId="293"/>
            <ac:spMk id="11" creationId="{ACC9DFCA-F973-1B59-9E82-D351BB4241BD}"/>
          </ac:spMkLst>
        </pc:spChg>
        <pc:spChg chg="add del mod ord">
          <ac:chgData name="z z" userId="161882819154b75b" providerId="LiveId" clId="{E857BD72-A5A7-4845-87EA-1B97DB89FFC1}" dt="2024-05-20T09:07:29.538" v="15686" actId="478"/>
          <ac:spMkLst>
            <pc:docMk/>
            <pc:sldMk cId="3443489840" sldId="293"/>
            <ac:spMk id="13" creationId="{7DA5041E-6EB4-F70C-D183-EBB1105953E5}"/>
          </ac:spMkLst>
        </pc:spChg>
        <pc:spChg chg="add del mod">
          <ac:chgData name="z z" userId="161882819154b75b" providerId="LiveId" clId="{E857BD72-A5A7-4845-87EA-1B97DB89FFC1}" dt="2024-05-20T09:07:29.538" v="15686" actId="478"/>
          <ac:spMkLst>
            <pc:docMk/>
            <pc:sldMk cId="3443489840" sldId="293"/>
            <ac:spMk id="14" creationId="{1BF54036-820B-6E62-F2FE-7BEEDE052D3C}"/>
          </ac:spMkLst>
        </pc:spChg>
        <pc:spChg chg="add del mod">
          <ac:chgData name="z z" userId="161882819154b75b" providerId="LiveId" clId="{E857BD72-A5A7-4845-87EA-1B97DB89FFC1}" dt="2024-05-20T09:07:29.538" v="15686" actId="478"/>
          <ac:spMkLst>
            <pc:docMk/>
            <pc:sldMk cId="3443489840" sldId="293"/>
            <ac:spMk id="15" creationId="{9E9F6EE5-94A7-C680-947C-6B8F9478CABF}"/>
          </ac:spMkLst>
        </pc:spChg>
        <pc:spChg chg="add del mod">
          <ac:chgData name="z z" userId="161882819154b75b" providerId="LiveId" clId="{E857BD72-A5A7-4845-87EA-1B97DB89FFC1}" dt="2024-05-20T09:07:29.538" v="15686" actId="478"/>
          <ac:spMkLst>
            <pc:docMk/>
            <pc:sldMk cId="3443489840" sldId="293"/>
            <ac:spMk id="16" creationId="{230264D2-CFEF-9665-E91F-935F33DF2A0E}"/>
          </ac:spMkLst>
        </pc:spChg>
        <pc:spChg chg="add del mod">
          <ac:chgData name="z z" userId="161882819154b75b" providerId="LiveId" clId="{E857BD72-A5A7-4845-87EA-1B97DB89FFC1}" dt="2024-05-20T09:07:29.538" v="15686" actId="478"/>
          <ac:spMkLst>
            <pc:docMk/>
            <pc:sldMk cId="3443489840" sldId="293"/>
            <ac:spMk id="17" creationId="{E278521D-3197-E86A-5612-C490336FDE2A}"/>
          </ac:spMkLst>
        </pc:spChg>
        <pc:spChg chg="add mod">
          <ac:chgData name="z z" userId="161882819154b75b" providerId="LiveId" clId="{E857BD72-A5A7-4845-87EA-1B97DB89FFC1}" dt="2024-05-20T09:08:59.768" v="15692"/>
          <ac:spMkLst>
            <pc:docMk/>
            <pc:sldMk cId="3443489840" sldId="293"/>
            <ac:spMk id="18" creationId="{A652A8D4-944B-F7D5-8AD7-D9735B12D06D}"/>
          </ac:spMkLst>
        </pc:spChg>
        <pc:spChg chg="add mod">
          <ac:chgData name="z z" userId="161882819154b75b" providerId="LiveId" clId="{E857BD72-A5A7-4845-87EA-1B97DB89FFC1}" dt="2024-05-20T09:08:59.768" v="15692"/>
          <ac:spMkLst>
            <pc:docMk/>
            <pc:sldMk cId="3443489840" sldId="293"/>
            <ac:spMk id="19" creationId="{1AC8FD6F-2D78-3DF1-607E-3C92277D58AB}"/>
          </ac:spMkLst>
        </pc:spChg>
        <pc:spChg chg="add mod">
          <ac:chgData name="z z" userId="161882819154b75b" providerId="LiveId" clId="{E857BD72-A5A7-4845-87EA-1B97DB89FFC1}" dt="2024-05-20T09:09:51.390" v="15872" actId="1037"/>
          <ac:spMkLst>
            <pc:docMk/>
            <pc:sldMk cId="3443489840" sldId="293"/>
            <ac:spMk id="20" creationId="{AA76465C-1B98-C113-ADCA-2B277E11215B}"/>
          </ac:spMkLst>
        </pc:spChg>
        <pc:spChg chg="add mod">
          <ac:chgData name="z z" userId="161882819154b75b" providerId="LiveId" clId="{E857BD72-A5A7-4845-87EA-1B97DB89FFC1}" dt="2024-05-20T09:09:51.390" v="15872" actId="1037"/>
          <ac:spMkLst>
            <pc:docMk/>
            <pc:sldMk cId="3443489840" sldId="293"/>
            <ac:spMk id="21" creationId="{E9A09873-2CE8-CDEA-27C6-F8305BD5A97D}"/>
          </ac:spMkLst>
        </pc:spChg>
        <pc:grpChg chg="add del mod">
          <ac:chgData name="z z" userId="161882819154b75b" providerId="LiveId" clId="{E857BD72-A5A7-4845-87EA-1B97DB89FFC1}" dt="2024-05-20T08:50:03.232" v="14802" actId="165"/>
          <ac:grpSpMkLst>
            <pc:docMk/>
            <pc:sldMk cId="3443489840" sldId="293"/>
            <ac:grpSpMk id="6" creationId="{FFFEEC1D-4224-4BAB-38B1-BE8F33DDA234}"/>
          </ac:grpSpMkLst>
        </pc:grpChg>
        <pc:grpChg chg="add del mod">
          <ac:chgData name="z z" userId="161882819154b75b" providerId="LiveId" clId="{E857BD72-A5A7-4845-87EA-1B97DB89FFC1}" dt="2024-05-20T09:08:11.823" v="15687" actId="478"/>
          <ac:grpSpMkLst>
            <pc:docMk/>
            <pc:sldMk cId="3443489840" sldId="293"/>
            <ac:grpSpMk id="9" creationId="{0A363455-36CB-BDB0-9556-DAF08CAE77D5}"/>
          </ac:grpSpMkLst>
        </pc:grpChg>
        <pc:picChg chg="del">
          <ac:chgData name="z z" userId="161882819154b75b" providerId="LiveId" clId="{E857BD72-A5A7-4845-87EA-1B97DB89FFC1}" dt="2024-05-20T08:45:48.782" v="14725" actId="478"/>
          <ac:picMkLst>
            <pc:docMk/>
            <pc:sldMk cId="3443489840" sldId="293"/>
            <ac:picMk id="4" creationId="{D88AC6FE-EE4B-545B-4B75-CA0DEB9C25A5}"/>
          </ac:picMkLst>
        </pc:picChg>
        <pc:picChg chg="del">
          <ac:chgData name="z z" userId="161882819154b75b" providerId="LiveId" clId="{E857BD72-A5A7-4845-87EA-1B97DB89FFC1}" dt="2024-05-20T08:45:49.284" v="14726" actId="478"/>
          <ac:picMkLst>
            <pc:docMk/>
            <pc:sldMk cId="3443489840" sldId="293"/>
            <ac:picMk id="8" creationId="{6C2AB68F-4C38-918C-61FF-464B42E7C5F2}"/>
          </ac:picMkLst>
        </pc:picChg>
        <pc:picChg chg="add mod">
          <ac:chgData name="z z" userId="161882819154b75b" providerId="LiveId" clId="{E857BD72-A5A7-4845-87EA-1B97DB89FFC1}" dt="2024-05-20T09:09:51.390" v="15872" actId="1037"/>
          <ac:picMkLst>
            <pc:docMk/>
            <pc:sldMk cId="3443489840" sldId="293"/>
            <ac:picMk id="22" creationId="{7412D3E6-136A-EFB5-0E0A-F9D6A0ED225D}"/>
          </ac:picMkLst>
        </pc:picChg>
        <pc:picChg chg="add mod">
          <ac:chgData name="z z" userId="161882819154b75b" providerId="LiveId" clId="{E857BD72-A5A7-4845-87EA-1B97DB89FFC1}" dt="2024-05-20T09:09:51.390" v="15872" actId="1037"/>
          <ac:picMkLst>
            <pc:docMk/>
            <pc:sldMk cId="3443489840" sldId="293"/>
            <ac:picMk id="23" creationId="{5940A740-F070-7B3B-68DB-956D547573C0}"/>
          </ac:picMkLst>
        </pc:picChg>
        <pc:picChg chg="del">
          <ac:chgData name="z z" userId="161882819154b75b" providerId="LiveId" clId="{E857BD72-A5A7-4845-87EA-1B97DB89FFC1}" dt="2024-05-20T08:59:45.400" v="15580" actId="478"/>
          <ac:picMkLst>
            <pc:docMk/>
            <pc:sldMk cId="3443489840" sldId="293"/>
            <ac:picMk id="72" creationId="{D7632A45-8745-7FDC-2597-4524C1835E81}"/>
          </ac:picMkLst>
        </pc:picChg>
      </pc:sldChg>
      <pc:sldChg chg="addSp delSp modSp add del mod">
        <pc:chgData name="z z" userId="161882819154b75b" providerId="LiveId" clId="{E857BD72-A5A7-4845-87EA-1B97DB89FFC1}" dt="2024-05-20T09:47:44.621" v="16654" actId="2696"/>
        <pc:sldMkLst>
          <pc:docMk/>
          <pc:sldMk cId="332469123" sldId="294"/>
        </pc:sldMkLst>
        <pc:spChg chg="add mod">
          <ac:chgData name="z z" userId="161882819154b75b" providerId="LiveId" clId="{E857BD72-A5A7-4845-87EA-1B97DB89FFC1}" dt="2024-05-20T09:45:53.174" v="16639"/>
          <ac:spMkLst>
            <pc:docMk/>
            <pc:sldMk cId="332469123" sldId="294"/>
            <ac:spMk id="2" creationId="{7F2AF839-134B-25FA-291E-A4F351D5FE1C}"/>
          </ac:spMkLst>
        </pc:spChg>
        <pc:spChg chg="add mod">
          <ac:chgData name="z z" userId="161882819154b75b" providerId="LiveId" clId="{E857BD72-A5A7-4845-87EA-1B97DB89FFC1}" dt="2024-05-20T09:45:53.174" v="16639"/>
          <ac:spMkLst>
            <pc:docMk/>
            <pc:sldMk cId="332469123" sldId="294"/>
            <ac:spMk id="3" creationId="{D0BAAC7B-7A7E-CB4F-6BD5-780847713F0E}"/>
          </ac:spMkLst>
        </pc:spChg>
        <pc:spChg chg="add mod">
          <ac:chgData name="z z" userId="161882819154b75b" providerId="LiveId" clId="{E857BD72-A5A7-4845-87EA-1B97DB89FFC1}" dt="2024-05-20T09:45:53.174" v="16639"/>
          <ac:spMkLst>
            <pc:docMk/>
            <pc:sldMk cId="332469123" sldId="294"/>
            <ac:spMk id="4" creationId="{71F1471C-119E-B9BB-D127-4362C0C8F9F9}"/>
          </ac:spMkLst>
        </pc:spChg>
        <pc:spChg chg="add mod">
          <ac:chgData name="z z" userId="161882819154b75b" providerId="LiveId" clId="{E857BD72-A5A7-4845-87EA-1B97DB89FFC1}" dt="2024-05-20T09:45:53.174" v="16639"/>
          <ac:spMkLst>
            <pc:docMk/>
            <pc:sldMk cId="332469123" sldId="294"/>
            <ac:spMk id="5" creationId="{9F578BD4-0573-642A-D80F-B4D6FE46BCB4}"/>
          </ac:spMkLst>
        </pc:spChg>
        <pc:spChg chg="add mod">
          <ac:chgData name="z z" userId="161882819154b75b" providerId="LiveId" clId="{E857BD72-A5A7-4845-87EA-1B97DB89FFC1}" dt="2024-05-20T09:45:53.174" v="16639"/>
          <ac:spMkLst>
            <pc:docMk/>
            <pc:sldMk cId="332469123" sldId="294"/>
            <ac:spMk id="6" creationId="{B7F62D9F-D23E-86A4-F678-CCE70D4BCE75}"/>
          </ac:spMkLst>
        </pc:spChg>
        <pc:spChg chg="add mod">
          <ac:chgData name="z z" userId="161882819154b75b" providerId="LiveId" clId="{E857BD72-A5A7-4845-87EA-1B97DB89FFC1}" dt="2024-05-20T09:45:53.174" v="16639"/>
          <ac:spMkLst>
            <pc:docMk/>
            <pc:sldMk cId="332469123" sldId="294"/>
            <ac:spMk id="9" creationId="{581EED1D-B3EA-459C-E13E-6201C689F33C}"/>
          </ac:spMkLst>
        </pc:spChg>
        <pc:spChg chg="add mod">
          <ac:chgData name="z z" userId="161882819154b75b" providerId="LiveId" clId="{E857BD72-A5A7-4845-87EA-1B97DB89FFC1}" dt="2024-05-20T09:45:53.174" v="16639"/>
          <ac:spMkLst>
            <pc:docMk/>
            <pc:sldMk cId="332469123" sldId="294"/>
            <ac:spMk id="11" creationId="{36CAE0BA-F314-E9A7-138B-66D3CA6E7395}"/>
          </ac:spMkLst>
        </pc:spChg>
        <pc:spChg chg="add mod">
          <ac:chgData name="z z" userId="161882819154b75b" providerId="LiveId" clId="{E857BD72-A5A7-4845-87EA-1B97DB89FFC1}" dt="2024-05-20T09:45:53.174" v="16639"/>
          <ac:spMkLst>
            <pc:docMk/>
            <pc:sldMk cId="332469123" sldId="294"/>
            <ac:spMk id="12" creationId="{BB498479-A5BF-A9E1-4288-B6940D7D20A1}"/>
          </ac:spMkLst>
        </pc:spChg>
        <pc:spChg chg="add mod">
          <ac:chgData name="z z" userId="161882819154b75b" providerId="LiveId" clId="{E857BD72-A5A7-4845-87EA-1B97DB89FFC1}" dt="2024-05-20T09:45:53.174" v="16639"/>
          <ac:spMkLst>
            <pc:docMk/>
            <pc:sldMk cId="332469123" sldId="294"/>
            <ac:spMk id="13" creationId="{C2C81F70-7D26-03CC-A908-6AC3C517124D}"/>
          </ac:spMkLst>
        </pc:spChg>
        <pc:spChg chg="del">
          <ac:chgData name="z z" userId="161882819154b75b" providerId="LiveId" clId="{E857BD72-A5A7-4845-87EA-1B97DB89FFC1}" dt="2024-05-20T09:45:52.372" v="16638" actId="478"/>
          <ac:spMkLst>
            <pc:docMk/>
            <pc:sldMk cId="332469123" sldId="294"/>
            <ac:spMk id="15" creationId="{FEBF60D4-D2DF-4F46-65AB-1688863CAD13}"/>
          </ac:spMkLst>
        </pc:spChg>
        <pc:spChg chg="del">
          <ac:chgData name="z z" userId="161882819154b75b" providerId="LiveId" clId="{E857BD72-A5A7-4845-87EA-1B97DB89FFC1}" dt="2024-05-20T09:45:52.372" v="16638" actId="478"/>
          <ac:spMkLst>
            <pc:docMk/>
            <pc:sldMk cId="332469123" sldId="294"/>
            <ac:spMk id="16" creationId="{BE6F81A1-1D43-AF38-BDD1-7DB93557E23A}"/>
          </ac:spMkLst>
        </pc:spChg>
        <pc:spChg chg="del">
          <ac:chgData name="z z" userId="161882819154b75b" providerId="LiveId" clId="{E857BD72-A5A7-4845-87EA-1B97DB89FFC1}" dt="2024-05-20T09:45:26.973" v="16636" actId="478"/>
          <ac:spMkLst>
            <pc:docMk/>
            <pc:sldMk cId="332469123" sldId="294"/>
            <ac:spMk id="29" creationId="{ACE0B4FC-FF76-D69E-F3FE-AE39A14AB267}"/>
          </ac:spMkLst>
        </pc:spChg>
        <pc:spChg chg="del">
          <ac:chgData name="z z" userId="161882819154b75b" providerId="LiveId" clId="{E857BD72-A5A7-4845-87EA-1B97DB89FFC1}" dt="2024-05-20T09:45:26.973" v="16636" actId="478"/>
          <ac:spMkLst>
            <pc:docMk/>
            <pc:sldMk cId="332469123" sldId="294"/>
            <ac:spMk id="30" creationId="{2EC21861-F429-2CE9-0970-973175116AF3}"/>
          </ac:spMkLst>
        </pc:spChg>
        <pc:spChg chg="del">
          <ac:chgData name="z z" userId="161882819154b75b" providerId="LiveId" clId="{E857BD72-A5A7-4845-87EA-1B97DB89FFC1}" dt="2024-05-20T09:45:26.973" v="16636" actId="478"/>
          <ac:spMkLst>
            <pc:docMk/>
            <pc:sldMk cId="332469123" sldId="294"/>
            <ac:spMk id="31" creationId="{CB0CC1CC-1A1D-9C1D-549E-F086BD1E66EC}"/>
          </ac:spMkLst>
        </pc:spChg>
        <pc:spChg chg="del">
          <ac:chgData name="z z" userId="161882819154b75b" providerId="LiveId" clId="{E857BD72-A5A7-4845-87EA-1B97DB89FFC1}" dt="2024-05-20T09:45:28.577" v="16637" actId="478"/>
          <ac:spMkLst>
            <pc:docMk/>
            <pc:sldMk cId="332469123" sldId="294"/>
            <ac:spMk id="32" creationId="{4346E3B3-AEC7-AB7B-F9DB-64BEB166496A}"/>
          </ac:spMkLst>
        </pc:spChg>
        <pc:spChg chg="del">
          <ac:chgData name="z z" userId="161882819154b75b" providerId="LiveId" clId="{E857BD72-A5A7-4845-87EA-1B97DB89FFC1}" dt="2024-05-20T09:45:26.973" v="16636" actId="478"/>
          <ac:spMkLst>
            <pc:docMk/>
            <pc:sldMk cId="332469123" sldId="294"/>
            <ac:spMk id="33" creationId="{10C5B4AD-80D2-0A35-156D-500C5CCFAC20}"/>
          </ac:spMkLst>
        </pc:spChg>
        <pc:spChg chg="del">
          <ac:chgData name="z z" userId="161882819154b75b" providerId="LiveId" clId="{E857BD72-A5A7-4845-87EA-1B97DB89FFC1}" dt="2024-05-20T09:45:52.372" v="16638" actId="478"/>
          <ac:spMkLst>
            <pc:docMk/>
            <pc:sldMk cId="332469123" sldId="294"/>
            <ac:spMk id="34" creationId="{A8DE1655-00E5-6FFC-352C-6FC10FDBFBF0}"/>
          </ac:spMkLst>
        </pc:spChg>
        <pc:spChg chg="del">
          <ac:chgData name="z z" userId="161882819154b75b" providerId="LiveId" clId="{E857BD72-A5A7-4845-87EA-1B97DB89FFC1}" dt="2024-05-20T09:45:52.372" v="16638" actId="478"/>
          <ac:spMkLst>
            <pc:docMk/>
            <pc:sldMk cId="332469123" sldId="294"/>
            <ac:spMk id="35" creationId="{7E4FA991-BE4A-D1D5-E47A-80502263BA47}"/>
          </ac:spMkLst>
        </pc:spChg>
        <pc:picChg chg="add mod">
          <ac:chgData name="z z" userId="161882819154b75b" providerId="LiveId" clId="{E857BD72-A5A7-4845-87EA-1B97DB89FFC1}" dt="2024-05-20T09:45:53.174" v="16639"/>
          <ac:picMkLst>
            <pc:docMk/>
            <pc:sldMk cId="332469123" sldId="294"/>
            <ac:picMk id="7" creationId="{76DF56DD-3DA2-F1FD-3D5D-53EB5E07647D}"/>
          </ac:picMkLst>
        </pc:picChg>
        <pc:picChg chg="del">
          <ac:chgData name="z z" userId="161882819154b75b" providerId="LiveId" clId="{E857BD72-A5A7-4845-87EA-1B97DB89FFC1}" dt="2024-05-20T09:45:26.973" v="16636" actId="478"/>
          <ac:picMkLst>
            <pc:docMk/>
            <pc:sldMk cId="332469123" sldId="294"/>
            <ac:picMk id="8" creationId="{6C2AB68F-4C38-918C-61FF-464B42E7C5F2}"/>
          </ac:picMkLst>
        </pc:picChg>
        <pc:picChg chg="add mod">
          <ac:chgData name="z z" userId="161882819154b75b" providerId="LiveId" clId="{E857BD72-A5A7-4845-87EA-1B97DB89FFC1}" dt="2024-05-20T09:45:53.174" v="16639"/>
          <ac:picMkLst>
            <pc:docMk/>
            <pc:sldMk cId="332469123" sldId="294"/>
            <ac:picMk id="10" creationId="{CF302AB0-6285-6A90-E5F6-AB599D7A9F0A}"/>
          </ac:picMkLst>
        </pc:picChg>
        <pc:picChg chg="del">
          <ac:chgData name="z z" userId="161882819154b75b" providerId="LiveId" clId="{E857BD72-A5A7-4845-87EA-1B97DB89FFC1}" dt="2024-05-20T09:45:25.299" v="16635" actId="478"/>
          <ac:picMkLst>
            <pc:docMk/>
            <pc:sldMk cId="332469123" sldId="294"/>
            <ac:picMk id="17" creationId="{D88AC6FE-EE4B-545B-4B75-CA0DEB9C25A5}"/>
          </ac:picMkLst>
        </pc:picChg>
      </pc:sldChg>
      <pc:sldChg chg="addSp delSp modSp add del mod delAnim modAnim">
        <pc:chgData name="z z" userId="161882819154b75b" providerId="LiveId" clId="{E857BD72-A5A7-4845-87EA-1B97DB89FFC1}" dt="2024-05-20T09:25:46.100" v="16196" actId="2696"/>
        <pc:sldMkLst>
          <pc:docMk/>
          <pc:sldMk cId="876778325" sldId="294"/>
        </pc:sldMkLst>
        <pc:spChg chg="add del mod">
          <ac:chgData name="z z" userId="161882819154b75b" providerId="LiveId" clId="{E857BD72-A5A7-4845-87EA-1B97DB89FFC1}" dt="2024-05-20T09:23:26.854" v="16175" actId="478"/>
          <ac:spMkLst>
            <pc:docMk/>
            <pc:sldMk cId="876778325" sldId="294"/>
            <ac:spMk id="2" creationId="{9E4A5FDE-79DF-A24F-2148-BAB04B4E6CD2}"/>
          </ac:spMkLst>
        </pc:spChg>
        <pc:spChg chg="add del mod">
          <ac:chgData name="z z" userId="161882819154b75b" providerId="LiveId" clId="{E857BD72-A5A7-4845-87EA-1B97DB89FFC1}" dt="2024-05-20T09:23:26.854" v="16175" actId="478"/>
          <ac:spMkLst>
            <pc:docMk/>
            <pc:sldMk cId="876778325" sldId="294"/>
            <ac:spMk id="3" creationId="{273CAF68-8141-863E-70CF-51477C22D98B}"/>
          </ac:spMkLst>
        </pc:spChg>
        <pc:spChg chg="add del mod">
          <ac:chgData name="z z" userId="161882819154b75b" providerId="LiveId" clId="{E857BD72-A5A7-4845-87EA-1B97DB89FFC1}" dt="2024-05-20T09:23:26.854" v="16175" actId="478"/>
          <ac:spMkLst>
            <pc:docMk/>
            <pc:sldMk cId="876778325" sldId="294"/>
            <ac:spMk id="4" creationId="{EE065C96-CD6B-15C5-11DB-2F6AD490B1CC}"/>
          </ac:spMkLst>
        </pc:spChg>
        <pc:spChg chg="add del mod">
          <ac:chgData name="z z" userId="161882819154b75b" providerId="LiveId" clId="{E857BD72-A5A7-4845-87EA-1B97DB89FFC1}" dt="2024-05-20T09:23:26.854" v="16175" actId="478"/>
          <ac:spMkLst>
            <pc:docMk/>
            <pc:sldMk cId="876778325" sldId="294"/>
            <ac:spMk id="5" creationId="{D4554D6E-9AC0-3CEC-D07D-2FB85E3F2385}"/>
          </ac:spMkLst>
        </pc:spChg>
        <pc:spChg chg="add del mod">
          <ac:chgData name="z z" userId="161882819154b75b" providerId="LiveId" clId="{E857BD72-A5A7-4845-87EA-1B97DB89FFC1}" dt="2024-05-20T09:23:26.854" v="16175" actId="478"/>
          <ac:spMkLst>
            <pc:docMk/>
            <pc:sldMk cId="876778325" sldId="294"/>
            <ac:spMk id="6" creationId="{93C2DB24-4A9A-AF95-924E-E9A8C60F9F83}"/>
          </ac:spMkLst>
        </pc:spChg>
        <pc:spChg chg="mod">
          <ac:chgData name="z z" userId="161882819154b75b" providerId="LiveId" clId="{E857BD72-A5A7-4845-87EA-1B97DB89FFC1}" dt="2024-05-20T09:23:01.826" v="16174" actId="2085"/>
          <ac:spMkLst>
            <pc:docMk/>
            <pc:sldMk cId="876778325" sldId="294"/>
            <ac:spMk id="9" creationId="{77B142B8-C2EA-EEA1-A09C-2C5C87952BEA}"/>
          </ac:spMkLst>
        </pc:spChg>
        <pc:spChg chg="mod">
          <ac:chgData name="z z" userId="161882819154b75b" providerId="LiveId" clId="{E857BD72-A5A7-4845-87EA-1B97DB89FFC1}" dt="2024-05-20T09:23:01.826" v="16174" actId="2085"/>
          <ac:spMkLst>
            <pc:docMk/>
            <pc:sldMk cId="876778325" sldId="294"/>
            <ac:spMk id="10" creationId="{CA41148C-FF95-1FF3-B10F-C735BF1EF864}"/>
          </ac:spMkLst>
        </pc:spChg>
        <pc:spChg chg="mod">
          <ac:chgData name="z z" userId="161882819154b75b" providerId="LiveId" clId="{E857BD72-A5A7-4845-87EA-1B97DB89FFC1}" dt="2024-05-20T09:23:01.826" v="16174" actId="2085"/>
          <ac:spMkLst>
            <pc:docMk/>
            <pc:sldMk cId="876778325" sldId="294"/>
            <ac:spMk id="13" creationId="{A5D758A3-FAB1-5712-2237-11B8F1D78F60}"/>
          </ac:spMkLst>
        </pc:spChg>
        <pc:spChg chg="mod">
          <ac:chgData name="z z" userId="161882819154b75b" providerId="LiveId" clId="{E857BD72-A5A7-4845-87EA-1B97DB89FFC1}" dt="2024-05-20T09:23:01.826" v="16174" actId="2085"/>
          <ac:spMkLst>
            <pc:docMk/>
            <pc:sldMk cId="876778325" sldId="294"/>
            <ac:spMk id="14" creationId="{7A98951F-6000-523A-A5A6-888A1D7A19CE}"/>
          </ac:spMkLst>
        </pc:spChg>
        <pc:spChg chg="del">
          <ac:chgData name="z z" userId="161882819154b75b" providerId="LiveId" clId="{E857BD72-A5A7-4845-87EA-1B97DB89FFC1}" dt="2024-05-20T09:22:37.319" v="16169" actId="478"/>
          <ac:spMkLst>
            <pc:docMk/>
            <pc:sldMk cId="876778325" sldId="294"/>
            <ac:spMk id="15" creationId="{FEBF60D4-D2DF-4F46-65AB-1688863CAD13}"/>
          </ac:spMkLst>
        </pc:spChg>
        <pc:spChg chg="del">
          <ac:chgData name="z z" userId="161882819154b75b" providerId="LiveId" clId="{E857BD72-A5A7-4845-87EA-1B97DB89FFC1}" dt="2024-05-20T09:23:26.854" v="16175" actId="478"/>
          <ac:spMkLst>
            <pc:docMk/>
            <pc:sldMk cId="876778325" sldId="294"/>
            <ac:spMk id="16" creationId="{BE6F81A1-1D43-AF38-BDD1-7DB93557E23A}"/>
          </ac:spMkLst>
        </pc:spChg>
        <pc:spChg chg="add mod">
          <ac:chgData name="z z" userId="161882819154b75b" providerId="LiveId" clId="{E857BD72-A5A7-4845-87EA-1B97DB89FFC1}" dt="2024-05-20T09:25:20.513" v="16194" actId="207"/>
          <ac:spMkLst>
            <pc:docMk/>
            <pc:sldMk cId="876778325" sldId="294"/>
            <ac:spMk id="20" creationId="{7C2BE402-8E2B-A6D5-1E76-8314A1A6DE62}"/>
          </ac:spMkLst>
        </pc:spChg>
        <pc:spChg chg="add mod">
          <ac:chgData name="z z" userId="161882819154b75b" providerId="LiveId" clId="{E857BD72-A5A7-4845-87EA-1B97DB89FFC1}" dt="2024-05-20T09:25:20.513" v="16194" actId="207"/>
          <ac:spMkLst>
            <pc:docMk/>
            <pc:sldMk cId="876778325" sldId="294"/>
            <ac:spMk id="21" creationId="{ADB11FEF-2D1F-71F7-51C6-869D88248A45}"/>
          </ac:spMkLst>
        </pc:spChg>
        <pc:spChg chg="add mod">
          <ac:chgData name="z z" userId="161882819154b75b" providerId="LiveId" clId="{E857BD72-A5A7-4845-87EA-1B97DB89FFC1}" dt="2024-05-20T09:25:20.513" v="16194" actId="207"/>
          <ac:spMkLst>
            <pc:docMk/>
            <pc:sldMk cId="876778325" sldId="294"/>
            <ac:spMk id="22" creationId="{D83CB4FB-5F20-A649-843B-9F1B344675AF}"/>
          </ac:spMkLst>
        </pc:spChg>
        <pc:spChg chg="add mod">
          <ac:chgData name="z z" userId="161882819154b75b" providerId="LiveId" clId="{E857BD72-A5A7-4845-87EA-1B97DB89FFC1}" dt="2024-05-20T09:25:20.513" v="16194" actId="207"/>
          <ac:spMkLst>
            <pc:docMk/>
            <pc:sldMk cId="876778325" sldId="294"/>
            <ac:spMk id="23" creationId="{377B790E-91AE-926A-77DA-816C8DA4387B}"/>
          </ac:spMkLst>
        </pc:spChg>
        <pc:spChg chg="add mod">
          <ac:chgData name="z z" userId="161882819154b75b" providerId="LiveId" clId="{E857BD72-A5A7-4845-87EA-1B97DB89FFC1}" dt="2024-05-20T09:25:20.513" v="16194" actId="207"/>
          <ac:spMkLst>
            <pc:docMk/>
            <pc:sldMk cId="876778325" sldId="294"/>
            <ac:spMk id="24" creationId="{5F5C4C7F-6278-9D7A-45C1-5B0AF5265E99}"/>
          </ac:spMkLst>
        </pc:spChg>
        <pc:spChg chg="mod">
          <ac:chgData name="z z" userId="161882819154b75b" providerId="LiveId" clId="{E857BD72-A5A7-4845-87EA-1B97DB89FFC1}" dt="2024-05-20T09:25:01.092" v="16192" actId="2085"/>
          <ac:spMkLst>
            <pc:docMk/>
            <pc:sldMk cId="876778325" sldId="294"/>
            <ac:spMk id="26" creationId="{5667EE1D-CEAC-34DF-A04F-D171E3453278}"/>
          </ac:spMkLst>
        </pc:spChg>
        <pc:spChg chg="mod">
          <ac:chgData name="z z" userId="161882819154b75b" providerId="LiveId" clId="{E857BD72-A5A7-4845-87EA-1B97DB89FFC1}" dt="2024-05-20T09:25:03.309" v="16193" actId="2085"/>
          <ac:spMkLst>
            <pc:docMk/>
            <pc:sldMk cId="876778325" sldId="294"/>
            <ac:spMk id="27" creationId="{E2DDABFC-DBB1-D719-CD18-AD2F07E36F53}"/>
          </ac:spMkLst>
        </pc:spChg>
        <pc:spChg chg="mod">
          <ac:chgData name="z z" userId="161882819154b75b" providerId="LiveId" clId="{E857BD72-A5A7-4845-87EA-1B97DB89FFC1}" dt="2024-05-20T09:24:58.380" v="16191" actId="2085"/>
          <ac:spMkLst>
            <pc:docMk/>
            <pc:sldMk cId="876778325" sldId="294"/>
            <ac:spMk id="30" creationId="{ECA95A48-487A-9F65-A211-7F471E3CB37C}"/>
          </ac:spMkLst>
        </pc:spChg>
        <pc:spChg chg="mod">
          <ac:chgData name="z z" userId="161882819154b75b" providerId="LiveId" clId="{E857BD72-A5A7-4845-87EA-1B97DB89FFC1}" dt="2024-05-20T09:24:56.170" v="16190" actId="2085"/>
          <ac:spMkLst>
            <pc:docMk/>
            <pc:sldMk cId="876778325" sldId="294"/>
            <ac:spMk id="31" creationId="{B585CBF1-29A2-307D-AD52-DFBE51E5FA7A}"/>
          </ac:spMkLst>
        </pc:spChg>
        <pc:spChg chg="add mod">
          <ac:chgData name="z z" userId="161882819154b75b" providerId="LiveId" clId="{E857BD72-A5A7-4845-87EA-1B97DB89FFC1}" dt="2024-05-20T09:25:20.513" v="16194" actId="207"/>
          <ac:spMkLst>
            <pc:docMk/>
            <pc:sldMk cId="876778325" sldId="294"/>
            <ac:spMk id="34" creationId="{271AB558-9E07-9331-FE1C-27897478A86B}"/>
          </ac:spMkLst>
        </pc:spChg>
        <pc:grpChg chg="add del mod">
          <ac:chgData name="z z" userId="161882819154b75b" providerId="LiveId" clId="{E857BD72-A5A7-4845-87EA-1B97DB89FFC1}" dt="2024-05-20T09:23:26.854" v="16175" actId="478"/>
          <ac:grpSpMkLst>
            <pc:docMk/>
            <pc:sldMk cId="876778325" sldId="294"/>
            <ac:grpSpMk id="7" creationId="{DE34A925-AC97-7FFF-904C-0FF96E77BFA3}"/>
          </ac:grpSpMkLst>
        </pc:grpChg>
        <pc:grpChg chg="add del mod">
          <ac:chgData name="z z" userId="161882819154b75b" providerId="LiveId" clId="{E857BD72-A5A7-4845-87EA-1B97DB89FFC1}" dt="2024-05-20T09:23:26.854" v="16175" actId="478"/>
          <ac:grpSpMkLst>
            <pc:docMk/>
            <pc:sldMk cId="876778325" sldId="294"/>
            <ac:grpSpMk id="12" creationId="{8E071B79-8D5D-F5FA-4A63-564EE873AEE3}"/>
          </ac:grpSpMkLst>
        </pc:grpChg>
        <pc:grpChg chg="add mod">
          <ac:chgData name="z z" userId="161882819154b75b" providerId="LiveId" clId="{E857BD72-A5A7-4845-87EA-1B97DB89FFC1}" dt="2024-05-20T09:25:20.513" v="16194" actId="207"/>
          <ac:grpSpMkLst>
            <pc:docMk/>
            <pc:sldMk cId="876778325" sldId="294"/>
            <ac:grpSpMk id="25" creationId="{C4C749D8-049C-B4CA-C403-4B11D9A526B0}"/>
          </ac:grpSpMkLst>
        </pc:grpChg>
        <pc:grpChg chg="add mod">
          <ac:chgData name="z z" userId="161882819154b75b" providerId="LiveId" clId="{E857BD72-A5A7-4845-87EA-1B97DB89FFC1}" dt="2024-05-20T09:25:20.513" v="16194" actId="207"/>
          <ac:grpSpMkLst>
            <pc:docMk/>
            <pc:sldMk cId="876778325" sldId="294"/>
            <ac:grpSpMk id="29" creationId="{BE79CAA8-FB78-DF55-1EA0-D74C3BF75351}"/>
          </ac:grpSpMkLst>
        </pc:grpChg>
        <pc:picChg chg="del">
          <ac:chgData name="z z" userId="161882819154b75b" providerId="LiveId" clId="{E857BD72-A5A7-4845-87EA-1B97DB89FFC1}" dt="2024-05-20T09:22:38.275" v="16170" actId="478"/>
          <ac:picMkLst>
            <pc:docMk/>
            <pc:sldMk cId="876778325" sldId="294"/>
            <ac:picMk id="8" creationId="{6C2AB68F-4C38-918C-61FF-464B42E7C5F2}"/>
          </ac:picMkLst>
        </pc:picChg>
        <pc:picChg chg="del">
          <ac:chgData name="z z" userId="161882819154b75b" providerId="LiveId" clId="{E857BD72-A5A7-4845-87EA-1B97DB89FFC1}" dt="2024-05-20T09:22:36.167" v="16168" actId="478"/>
          <ac:picMkLst>
            <pc:docMk/>
            <pc:sldMk cId="876778325" sldId="294"/>
            <ac:picMk id="17" creationId="{D88AC6FE-EE4B-545B-4B75-CA0DEB9C25A5}"/>
          </ac:picMkLst>
        </pc:picChg>
        <pc:cxnChg chg="mod">
          <ac:chgData name="z z" userId="161882819154b75b" providerId="LiveId" clId="{E857BD72-A5A7-4845-87EA-1B97DB89FFC1}" dt="2024-05-20T09:23:01.826" v="16174" actId="2085"/>
          <ac:cxnSpMkLst>
            <pc:docMk/>
            <pc:sldMk cId="876778325" sldId="294"/>
            <ac:cxnSpMk id="11" creationId="{A520CE97-DD6C-EB89-AB94-CAC1BD38E0F5}"/>
          </ac:cxnSpMkLst>
        </pc:cxnChg>
        <pc:cxnChg chg="mod">
          <ac:chgData name="z z" userId="161882819154b75b" providerId="LiveId" clId="{E857BD72-A5A7-4845-87EA-1B97DB89FFC1}" dt="2024-05-20T09:23:01.826" v="16174" actId="2085"/>
          <ac:cxnSpMkLst>
            <pc:docMk/>
            <pc:sldMk cId="876778325" sldId="294"/>
            <ac:cxnSpMk id="18" creationId="{8E6AFB27-F789-8C15-BA66-6E50F38BB1FD}"/>
          </ac:cxnSpMkLst>
        </pc:cxnChg>
        <pc:cxnChg chg="add del mod">
          <ac:chgData name="z z" userId="161882819154b75b" providerId="LiveId" clId="{E857BD72-A5A7-4845-87EA-1B97DB89FFC1}" dt="2024-05-20T09:23:26.854" v="16175" actId="478"/>
          <ac:cxnSpMkLst>
            <pc:docMk/>
            <pc:sldMk cId="876778325" sldId="294"/>
            <ac:cxnSpMk id="19" creationId="{E273E8E8-54D7-0C22-2C7A-42DC8E25539E}"/>
          </ac:cxnSpMkLst>
        </pc:cxnChg>
        <pc:cxnChg chg="mod">
          <ac:chgData name="z z" userId="161882819154b75b" providerId="LiveId" clId="{E857BD72-A5A7-4845-87EA-1B97DB89FFC1}" dt="2024-05-20T09:24:38.189" v="16188" actId="208"/>
          <ac:cxnSpMkLst>
            <pc:docMk/>
            <pc:sldMk cId="876778325" sldId="294"/>
            <ac:cxnSpMk id="28" creationId="{75F0177C-2AA6-D752-C541-5504E58568F5}"/>
          </ac:cxnSpMkLst>
        </pc:cxnChg>
        <pc:cxnChg chg="mod">
          <ac:chgData name="z z" userId="161882819154b75b" providerId="LiveId" clId="{E857BD72-A5A7-4845-87EA-1B97DB89FFC1}" dt="2024-05-20T09:24:38.189" v="16188" actId="208"/>
          <ac:cxnSpMkLst>
            <pc:docMk/>
            <pc:sldMk cId="876778325" sldId="294"/>
            <ac:cxnSpMk id="32" creationId="{1FDE6F24-10DC-9D96-F814-25B3D1093F03}"/>
          </ac:cxnSpMkLst>
        </pc:cxnChg>
        <pc:cxnChg chg="add mod">
          <ac:chgData name="z z" userId="161882819154b75b" providerId="LiveId" clId="{E857BD72-A5A7-4845-87EA-1B97DB89FFC1}" dt="2024-05-20T09:25:20.513" v="16194" actId="207"/>
          <ac:cxnSpMkLst>
            <pc:docMk/>
            <pc:sldMk cId="876778325" sldId="294"/>
            <ac:cxnSpMk id="33" creationId="{3C2AB50E-8A9B-A6C7-25F1-6BBC299317D2}"/>
          </ac:cxnSpMkLst>
        </pc:cxnChg>
      </pc:sldChg>
      <pc:sldChg chg="add del">
        <pc:chgData name="z z" userId="161882819154b75b" providerId="LiveId" clId="{E857BD72-A5A7-4845-87EA-1B97DB89FFC1}" dt="2024-05-20T09:40:09.929" v="16438"/>
        <pc:sldMkLst>
          <pc:docMk/>
          <pc:sldMk cId="2429308707" sldId="294"/>
        </pc:sldMkLst>
      </pc:sldChg>
      <pc:sldChg chg="addSp delSp modSp add del mod">
        <pc:chgData name="z z" userId="161882819154b75b" providerId="LiveId" clId="{E857BD72-A5A7-4845-87EA-1B97DB89FFC1}" dt="2024-05-20T09:43:19.572" v="16559" actId="2696"/>
        <pc:sldMkLst>
          <pc:docMk/>
          <pc:sldMk cId="2718980544" sldId="294"/>
        </pc:sldMkLst>
        <pc:spChg chg="add mod">
          <ac:chgData name="z z" userId="161882819154b75b" providerId="LiveId" clId="{E857BD72-A5A7-4845-87EA-1B97DB89FFC1}" dt="2024-05-20T09:40:35.524" v="16498" actId="1037"/>
          <ac:spMkLst>
            <pc:docMk/>
            <pc:sldMk cId="2718980544" sldId="294"/>
            <ac:spMk id="2" creationId="{F173D7E7-A152-4786-D27F-39BFA25621A2}"/>
          </ac:spMkLst>
        </pc:spChg>
        <pc:spChg chg="add mod">
          <ac:chgData name="z z" userId="161882819154b75b" providerId="LiveId" clId="{E857BD72-A5A7-4845-87EA-1B97DB89FFC1}" dt="2024-05-20T09:40:42.871" v="16538" actId="1038"/>
          <ac:spMkLst>
            <pc:docMk/>
            <pc:sldMk cId="2718980544" sldId="294"/>
            <ac:spMk id="3" creationId="{7FD89F16-D152-7540-9E41-70DAF8BB74B9}"/>
          </ac:spMkLst>
        </pc:spChg>
        <pc:spChg chg="add mod">
          <ac:chgData name="z z" userId="161882819154b75b" providerId="LiveId" clId="{E857BD72-A5A7-4845-87EA-1B97DB89FFC1}" dt="2024-05-20T09:40:53.155" v="16540" actId="14100"/>
          <ac:spMkLst>
            <pc:docMk/>
            <pc:sldMk cId="2718980544" sldId="294"/>
            <ac:spMk id="4" creationId="{740EFE1A-D51F-BC47-5BC9-7E526672C95E}"/>
          </ac:spMkLst>
        </pc:spChg>
        <pc:spChg chg="add mod">
          <ac:chgData name="z z" userId="161882819154b75b" providerId="LiveId" clId="{E857BD72-A5A7-4845-87EA-1B97DB89FFC1}" dt="2024-05-20T09:40:50.160" v="16539" actId="14100"/>
          <ac:spMkLst>
            <pc:docMk/>
            <pc:sldMk cId="2718980544" sldId="294"/>
            <ac:spMk id="5" creationId="{0B9E2628-BE42-DBC1-AD57-19CFB87FC8E2}"/>
          </ac:spMkLst>
        </pc:spChg>
        <pc:spChg chg="add mod">
          <ac:chgData name="z z" userId="161882819154b75b" providerId="LiveId" clId="{E857BD72-A5A7-4845-87EA-1B97DB89FFC1}" dt="2024-05-20T09:40:20.624" v="16442"/>
          <ac:spMkLst>
            <pc:docMk/>
            <pc:sldMk cId="2718980544" sldId="294"/>
            <ac:spMk id="6" creationId="{2E44E47F-9B1C-EAA0-B295-BA5D5DBD3C46}"/>
          </ac:spMkLst>
        </pc:spChg>
        <pc:picChg chg="del">
          <ac:chgData name="z z" userId="161882819154b75b" providerId="LiveId" clId="{E857BD72-A5A7-4845-87EA-1B97DB89FFC1}" dt="2024-05-20T09:40:16.746" v="16441" actId="478"/>
          <ac:picMkLst>
            <pc:docMk/>
            <pc:sldMk cId="2718980544" sldId="294"/>
            <ac:picMk id="8" creationId="{6C2AB68F-4C38-918C-61FF-464B42E7C5F2}"/>
          </ac:picMkLst>
        </pc:picChg>
        <pc:picChg chg="del">
          <ac:chgData name="z z" userId="161882819154b75b" providerId="LiveId" clId="{E857BD72-A5A7-4845-87EA-1B97DB89FFC1}" dt="2024-05-20T09:40:14.046" v="16440" actId="478"/>
          <ac:picMkLst>
            <pc:docMk/>
            <pc:sldMk cId="2718980544" sldId="294"/>
            <ac:picMk id="17" creationId="{D88AC6FE-EE4B-545B-4B75-CA0DEB9C25A5}"/>
          </ac:picMkLst>
        </pc:picChg>
      </pc:sldChg>
      <pc:sldChg chg="addSp delSp modSp add mod modAnim">
        <pc:chgData name="z z" userId="161882819154b75b" providerId="LiveId" clId="{E857BD72-A5A7-4845-87EA-1B97DB89FFC1}" dt="2024-05-20T09:50:12.519" v="16691"/>
        <pc:sldMkLst>
          <pc:docMk/>
          <pc:sldMk cId="4194247699" sldId="294"/>
        </pc:sldMkLst>
        <pc:spChg chg="add mod">
          <ac:chgData name="z z" userId="161882819154b75b" providerId="LiveId" clId="{E857BD72-A5A7-4845-87EA-1B97DB89FFC1}" dt="2024-05-20T09:49:24.980" v="16686"/>
          <ac:spMkLst>
            <pc:docMk/>
            <pc:sldMk cId="4194247699" sldId="294"/>
            <ac:spMk id="3" creationId="{4BD9B739-0E81-AED9-EB19-1DAF27753F22}"/>
          </ac:spMkLst>
        </pc:spChg>
        <pc:spChg chg="add mod">
          <ac:chgData name="z z" userId="161882819154b75b" providerId="LiveId" clId="{E857BD72-A5A7-4845-87EA-1B97DB89FFC1}" dt="2024-05-20T09:49:24.980" v="16686"/>
          <ac:spMkLst>
            <pc:docMk/>
            <pc:sldMk cId="4194247699" sldId="294"/>
            <ac:spMk id="5" creationId="{A5062FC2-4B15-6B7A-1B48-ACA6ED960E2F}"/>
          </ac:spMkLst>
        </pc:spChg>
        <pc:spChg chg="add mod">
          <ac:chgData name="z z" userId="161882819154b75b" providerId="LiveId" clId="{E857BD72-A5A7-4845-87EA-1B97DB89FFC1}" dt="2024-05-20T09:49:24.980" v="16686"/>
          <ac:spMkLst>
            <pc:docMk/>
            <pc:sldMk cId="4194247699" sldId="294"/>
            <ac:spMk id="6" creationId="{78096B87-18F0-D8FD-03B3-965DBE35B40B}"/>
          </ac:spMkLst>
        </pc:spChg>
        <pc:spChg chg="add mod">
          <ac:chgData name="z z" userId="161882819154b75b" providerId="LiveId" clId="{E857BD72-A5A7-4845-87EA-1B97DB89FFC1}" dt="2024-05-20T09:49:24.980" v="16686"/>
          <ac:spMkLst>
            <pc:docMk/>
            <pc:sldMk cId="4194247699" sldId="294"/>
            <ac:spMk id="7" creationId="{2EAAF26B-EB6B-8A29-C51F-385CDD105491}"/>
          </ac:spMkLst>
        </pc:spChg>
        <pc:spChg chg="add mod ord">
          <ac:chgData name="z z" userId="161882819154b75b" providerId="LiveId" clId="{E857BD72-A5A7-4845-87EA-1B97DB89FFC1}" dt="2024-05-20T09:49:45.779" v="16689" actId="167"/>
          <ac:spMkLst>
            <pc:docMk/>
            <pc:sldMk cId="4194247699" sldId="294"/>
            <ac:spMk id="9" creationId="{0A06F69F-F820-DAB2-2D8D-8BD3B3CEE65E}"/>
          </ac:spMkLst>
        </pc:spChg>
        <pc:spChg chg="add mod ord">
          <ac:chgData name="z z" userId="161882819154b75b" providerId="LiveId" clId="{E857BD72-A5A7-4845-87EA-1B97DB89FFC1}" dt="2024-05-20T09:49:45.779" v="16689" actId="167"/>
          <ac:spMkLst>
            <pc:docMk/>
            <pc:sldMk cId="4194247699" sldId="294"/>
            <ac:spMk id="10" creationId="{4D68E04F-913D-C07F-9DA8-EA3F863D9D11}"/>
          </ac:spMkLst>
        </pc:spChg>
        <pc:spChg chg="add mod ord">
          <ac:chgData name="z z" userId="161882819154b75b" providerId="LiveId" clId="{E857BD72-A5A7-4845-87EA-1B97DB89FFC1}" dt="2024-05-20T09:49:45.779" v="16689" actId="167"/>
          <ac:spMkLst>
            <pc:docMk/>
            <pc:sldMk cId="4194247699" sldId="294"/>
            <ac:spMk id="11" creationId="{33918996-6ABF-0797-54B3-83D2C7CF5742}"/>
          </ac:spMkLst>
        </pc:spChg>
        <pc:spChg chg="add mod ord">
          <ac:chgData name="z z" userId="161882819154b75b" providerId="LiveId" clId="{E857BD72-A5A7-4845-87EA-1B97DB89FFC1}" dt="2024-05-20T09:49:45.779" v="16689" actId="167"/>
          <ac:spMkLst>
            <pc:docMk/>
            <pc:sldMk cId="4194247699" sldId="294"/>
            <ac:spMk id="12" creationId="{57E7CE51-5120-A9BE-F8F2-FBC580F7DCF1}"/>
          </ac:spMkLst>
        </pc:spChg>
        <pc:spChg chg="add mod ord">
          <ac:chgData name="z z" userId="161882819154b75b" providerId="LiveId" clId="{E857BD72-A5A7-4845-87EA-1B97DB89FFC1}" dt="2024-05-20T09:49:45.779" v="16689" actId="167"/>
          <ac:spMkLst>
            <pc:docMk/>
            <pc:sldMk cId="4194247699" sldId="294"/>
            <ac:spMk id="13" creationId="{2FCCEB5F-5FED-A390-1BD4-FC16F4CB4BF1}"/>
          </ac:spMkLst>
        </pc:spChg>
        <pc:spChg chg="del">
          <ac:chgData name="z z" userId="161882819154b75b" providerId="LiveId" clId="{E857BD72-A5A7-4845-87EA-1B97DB89FFC1}" dt="2024-05-20T09:49:11.281" v="16682" actId="478"/>
          <ac:spMkLst>
            <pc:docMk/>
            <pc:sldMk cId="4194247699" sldId="294"/>
            <ac:spMk id="15" creationId="{FEBF60D4-D2DF-4F46-65AB-1688863CAD13}"/>
          </ac:spMkLst>
        </pc:spChg>
        <pc:spChg chg="del">
          <ac:chgData name="z z" userId="161882819154b75b" providerId="LiveId" clId="{E857BD72-A5A7-4845-87EA-1B97DB89FFC1}" dt="2024-05-20T09:49:11.281" v="16682" actId="478"/>
          <ac:spMkLst>
            <pc:docMk/>
            <pc:sldMk cId="4194247699" sldId="294"/>
            <ac:spMk id="16" creationId="{BE6F81A1-1D43-AF38-BDD1-7DB93557E23A}"/>
          </ac:spMkLst>
        </pc:spChg>
        <pc:spChg chg="del">
          <ac:chgData name="z z" userId="161882819154b75b" providerId="LiveId" clId="{E857BD72-A5A7-4845-87EA-1B97DB89FFC1}" dt="2024-05-20T09:49:16.027" v="16684" actId="478"/>
          <ac:spMkLst>
            <pc:docMk/>
            <pc:sldMk cId="4194247699" sldId="294"/>
            <ac:spMk id="29" creationId="{ACE0B4FC-FF76-D69E-F3FE-AE39A14AB267}"/>
          </ac:spMkLst>
        </pc:spChg>
        <pc:spChg chg="del">
          <ac:chgData name="z z" userId="161882819154b75b" providerId="LiveId" clId="{E857BD72-A5A7-4845-87EA-1B97DB89FFC1}" dt="2024-05-20T09:49:16.027" v="16684" actId="478"/>
          <ac:spMkLst>
            <pc:docMk/>
            <pc:sldMk cId="4194247699" sldId="294"/>
            <ac:spMk id="30" creationId="{2EC21861-F429-2CE9-0970-973175116AF3}"/>
          </ac:spMkLst>
        </pc:spChg>
        <pc:spChg chg="del">
          <ac:chgData name="z z" userId="161882819154b75b" providerId="LiveId" clId="{E857BD72-A5A7-4845-87EA-1B97DB89FFC1}" dt="2024-05-20T09:49:16.027" v="16684" actId="478"/>
          <ac:spMkLst>
            <pc:docMk/>
            <pc:sldMk cId="4194247699" sldId="294"/>
            <ac:spMk id="31" creationId="{CB0CC1CC-1A1D-9C1D-549E-F086BD1E66EC}"/>
          </ac:spMkLst>
        </pc:spChg>
        <pc:spChg chg="del">
          <ac:chgData name="z z" userId="161882819154b75b" providerId="LiveId" clId="{E857BD72-A5A7-4845-87EA-1B97DB89FFC1}" dt="2024-05-20T09:49:16.027" v="16684" actId="478"/>
          <ac:spMkLst>
            <pc:docMk/>
            <pc:sldMk cId="4194247699" sldId="294"/>
            <ac:spMk id="32" creationId="{4346E3B3-AEC7-AB7B-F9DB-64BEB166496A}"/>
          </ac:spMkLst>
        </pc:spChg>
        <pc:spChg chg="del">
          <ac:chgData name="z z" userId="161882819154b75b" providerId="LiveId" clId="{E857BD72-A5A7-4845-87EA-1B97DB89FFC1}" dt="2024-05-20T09:49:16.027" v="16684" actId="478"/>
          <ac:spMkLst>
            <pc:docMk/>
            <pc:sldMk cId="4194247699" sldId="294"/>
            <ac:spMk id="33" creationId="{10C5B4AD-80D2-0A35-156D-500C5CCFAC20}"/>
          </ac:spMkLst>
        </pc:spChg>
        <pc:spChg chg="del">
          <ac:chgData name="z z" userId="161882819154b75b" providerId="LiveId" clId="{E857BD72-A5A7-4845-87EA-1B97DB89FFC1}" dt="2024-05-20T09:49:11.281" v="16682" actId="478"/>
          <ac:spMkLst>
            <pc:docMk/>
            <pc:sldMk cId="4194247699" sldId="294"/>
            <ac:spMk id="34" creationId="{A8DE1655-00E5-6FFC-352C-6FC10FDBFBF0}"/>
          </ac:spMkLst>
        </pc:spChg>
        <pc:spChg chg="del">
          <ac:chgData name="z z" userId="161882819154b75b" providerId="LiveId" clId="{E857BD72-A5A7-4845-87EA-1B97DB89FFC1}" dt="2024-05-20T09:49:11.281" v="16682" actId="478"/>
          <ac:spMkLst>
            <pc:docMk/>
            <pc:sldMk cId="4194247699" sldId="294"/>
            <ac:spMk id="35" creationId="{7E4FA991-BE4A-D1D5-E47A-80502263BA47}"/>
          </ac:spMkLst>
        </pc:spChg>
        <pc:picChg chg="add mod">
          <ac:chgData name="z z" userId="161882819154b75b" providerId="LiveId" clId="{E857BD72-A5A7-4845-87EA-1B97DB89FFC1}" dt="2024-05-20T09:49:17.864" v="16685"/>
          <ac:picMkLst>
            <pc:docMk/>
            <pc:sldMk cId="4194247699" sldId="294"/>
            <ac:picMk id="2" creationId="{6C2AB68F-4C38-918C-61FF-464B42E7C5F2}"/>
          </ac:picMkLst>
        </pc:picChg>
        <pc:picChg chg="add mod">
          <ac:chgData name="z z" userId="161882819154b75b" providerId="LiveId" clId="{E857BD72-A5A7-4845-87EA-1B97DB89FFC1}" dt="2024-05-20T09:49:24.980" v="16686"/>
          <ac:picMkLst>
            <pc:docMk/>
            <pc:sldMk cId="4194247699" sldId="294"/>
            <ac:picMk id="4" creationId="{F73384BA-093F-9F04-38A1-5A8AA40555BF}"/>
          </ac:picMkLst>
        </pc:picChg>
        <pc:picChg chg="del">
          <ac:chgData name="z z" userId="161882819154b75b" providerId="LiveId" clId="{E857BD72-A5A7-4845-87EA-1B97DB89FFC1}" dt="2024-05-20T09:49:14.407" v="16683" actId="21"/>
          <ac:picMkLst>
            <pc:docMk/>
            <pc:sldMk cId="4194247699" sldId="294"/>
            <ac:picMk id="8" creationId="{6C2AB68F-4C38-918C-61FF-464B42E7C5F2}"/>
          </ac:picMkLst>
        </pc:picChg>
        <pc:picChg chg="del">
          <ac:chgData name="z z" userId="161882819154b75b" providerId="LiveId" clId="{E857BD72-A5A7-4845-87EA-1B97DB89FFC1}" dt="2024-05-20T09:49:11.281" v="16682" actId="478"/>
          <ac:picMkLst>
            <pc:docMk/>
            <pc:sldMk cId="4194247699" sldId="294"/>
            <ac:picMk id="17" creationId="{D88AC6FE-EE4B-545B-4B75-CA0DEB9C25A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CF5010-B26D-4D3A-9E8F-74DEE096F312}" type="datetimeFigureOut">
              <a:rPr lang="zh-CN" altLang="en-US" smtClean="0"/>
              <a:t>2024/5/29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46F9F7-56D0-47FA-8264-415AF3DB26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07759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6F9F7-56D0-47FA-8264-415AF3DB263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25647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6F9F7-56D0-47FA-8264-415AF3DB263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04846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6F9F7-56D0-47FA-8264-415AF3DB263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18526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6F9F7-56D0-47FA-8264-415AF3DB263A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87758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6F9F7-56D0-47FA-8264-415AF3DB263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01724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6F9F7-56D0-47FA-8264-415AF3DB263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94731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6F9F7-56D0-47FA-8264-415AF3DB263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70769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6F9F7-56D0-47FA-8264-415AF3DB263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50461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6F9F7-56D0-47FA-8264-415AF3DB263A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74395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6F9F7-56D0-47FA-8264-415AF3DB263A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35829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6F9F7-56D0-47FA-8264-415AF3DB263A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1591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6F9F7-56D0-47FA-8264-415AF3DB263A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54198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6F9F7-56D0-47FA-8264-415AF3DB263A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21407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6F9F7-56D0-47FA-8264-415AF3DB263A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47207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6F9F7-56D0-47FA-8264-415AF3DB263A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15305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6F9F7-56D0-47FA-8264-415AF3DB263A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30913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6F9F7-56D0-47FA-8264-415AF3DB263A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75697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6F9F7-56D0-47FA-8264-415AF3DB263A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384297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6F9F7-56D0-47FA-8264-415AF3DB263A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706919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6F9F7-56D0-47FA-8264-415AF3DB263A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326624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6F9F7-56D0-47FA-8264-415AF3DB263A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24003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6F9F7-56D0-47FA-8264-415AF3DB263A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54888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6F9F7-56D0-47FA-8264-415AF3DB263A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128952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6F9F7-56D0-47FA-8264-415AF3DB263A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215461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6F9F7-56D0-47FA-8264-415AF3DB263A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989357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6F9F7-56D0-47FA-8264-415AF3DB263A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402456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6F9F7-56D0-47FA-8264-415AF3DB263A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867480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6F9F7-56D0-47FA-8264-415AF3DB263A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833913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6F9F7-56D0-47FA-8264-415AF3DB263A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651919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6F9F7-56D0-47FA-8264-415AF3DB263A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997595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6F9F7-56D0-47FA-8264-415AF3DB263A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198106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6F9F7-56D0-47FA-8264-415AF3DB263A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303690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6F9F7-56D0-47FA-8264-415AF3DB263A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551203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6F9F7-56D0-47FA-8264-415AF3DB263A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107823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6F9F7-56D0-47FA-8264-415AF3DB263A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26867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9C9221-FCDA-4F1C-E192-E06907CFE6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B7E9A21-DBC1-0712-95B1-A8AE5A490E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6E2C44-4620-1F0B-160B-CC5B66440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EB52E-B5B4-4D31-B640-168EB53DC365}" type="datetimeFigureOut">
              <a:rPr lang="zh-CN" altLang="en-US" smtClean="0"/>
              <a:t>2024/5/29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BCB99A6-8029-0A51-4F18-84D7BA9E8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5705956-446F-3E94-59E8-F89331CCE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20FC6-66FE-42E0-8A0D-E19DE046BD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485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C6AB6D-E5F5-829C-A5CE-C6F6F6D00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68B2D1B-BA9F-BB87-C435-FE29F84952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69A3B0-1127-029F-D662-1BD1E4242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EB52E-B5B4-4D31-B640-168EB53DC365}" type="datetimeFigureOut">
              <a:rPr lang="zh-CN" altLang="en-US" smtClean="0"/>
              <a:t>2024/5/29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475002-8704-2EF9-AD1D-361B2CBE0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2E9935-042C-96EE-1E05-819FC5E5D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20FC6-66FE-42E0-8A0D-E19DE046BD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3068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F5CFC8-3EB4-C62E-C63C-1ACFA9C32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ED27D6-8361-9492-A4C1-C1F04BAB0F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DD67991-7C1D-3330-4C03-26506126A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EB52E-B5B4-4D31-B640-168EB53DC365}" type="datetimeFigureOut">
              <a:rPr lang="zh-CN" altLang="en-US" smtClean="0"/>
              <a:t>2024/5/29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721599-1720-84B2-EC1F-07DC59203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6196CF-611D-0BEA-EA74-6CE17A955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20FC6-66FE-42E0-8A0D-E19DE046BD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1297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AF25DD-20FA-9C70-6E7C-2E403DD22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139AB12-6B29-2F61-96EC-14720BB87A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D2CB544-AB94-14A5-4ECA-945DEE8B49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3D3A136-4880-CF6A-FAED-579D7E08F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EB52E-B5B4-4D31-B640-168EB53DC365}" type="datetimeFigureOut">
              <a:rPr lang="zh-CN" altLang="en-US" smtClean="0"/>
              <a:t>2024/5/29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7F3919D-F5FB-C420-2F21-6995216C6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60C1F4F-E012-3016-2155-3F8A6915C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20FC6-66FE-42E0-8A0D-E19DE046BD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6603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814060-4CAE-CC9C-5524-17903B596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1842B6C-A51C-BCE2-F3D7-7C4F58F9AD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1F35746-5FD7-DD82-744B-A1A6AD2EA5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B9F19F7-8551-F893-8AF9-9671B5DF5C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6DAF4C7-37BE-DAA0-E4EC-0A527E69B9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938BD71-07BA-0F61-F359-A9F26CD3E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EB52E-B5B4-4D31-B640-168EB53DC365}" type="datetimeFigureOut">
              <a:rPr lang="zh-CN" altLang="en-US" smtClean="0"/>
              <a:t>2024/5/29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763A432-6A06-C05A-FAE6-5F1DA3C33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4D3507F-8CBF-D177-6590-240F3AA6B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20FC6-66FE-42E0-8A0D-E19DE046BD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5014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4320BC-7BFD-3BC7-5766-6C6DA197D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C536C12-854A-2D2E-4CF6-4040D459A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EB52E-B5B4-4D31-B640-168EB53DC365}" type="datetimeFigureOut">
              <a:rPr lang="zh-CN" altLang="en-US" smtClean="0"/>
              <a:t>2024/5/29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14EFCF3-220E-42AE-6C6C-8D32AC2E1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6E84E81-EC33-1E05-E44A-C440B4063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20FC6-66FE-42E0-8A0D-E19DE046BD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4093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D76D501-C9FD-607B-4FF3-E9F112623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EB52E-B5B4-4D31-B640-168EB53DC365}" type="datetimeFigureOut">
              <a:rPr lang="zh-CN" altLang="en-US" smtClean="0"/>
              <a:t>2024/5/29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F51C1B5-D0C4-C8AF-9AC8-4B0F47ABC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E359E5E-4BBA-A38E-649F-67943A6D7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20FC6-66FE-42E0-8A0D-E19DE046BD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2731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FD5E87-D583-7FD6-04F8-BAF2D8E66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268468F-BE16-D177-0B15-A2E514CA80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229AE06-BDB4-95A5-1C44-5D13143C3F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D39DFA7-2307-0A71-DF61-39618522B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EB52E-B5B4-4D31-B640-168EB53DC365}" type="datetimeFigureOut">
              <a:rPr lang="zh-CN" altLang="en-US" smtClean="0"/>
              <a:t>2024/5/29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8C55744-286F-93CF-9FE5-4C97FA86F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7A098AD-D10D-ED3E-1633-12453F41B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20FC6-66FE-42E0-8A0D-E19DE046BD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05527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8B8CD6-7932-21FB-0D45-587055844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3F35393-0C77-E76E-824D-A8A506095B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8027934-65B3-E5A3-67AB-FFB53B5019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2B3C680-3E7B-6A6C-C6DC-E6BABBB6B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EB52E-B5B4-4D31-B640-168EB53DC365}" type="datetimeFigureOut">
              <a:rPr lang="zh-CN" altLang="en-US" smtClean="0"/>
              <a:t>2024/5/29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02C1A5E-F197-55D6-27BF-22BC0442F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11D3CC-9D9F-2F93-92F6-6771BFB91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20FC6-66FE-42E0-8A0D-E19DE046BD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5848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57B843-49E2-A5F5-4F53-06AFE2810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0E6F9C8-BF71-98A6-C36C-58026F6C91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8686B35-2653-11B1-71CB-CF72128D4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EB52E-B5B4-4D31-B640-168EB53DC365}" type="datetimeFigureOut">
              <a:rPr lang="zh-CN" altLang="en-US" smtClean="0"/>
              <a:t>2024/5/29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727866-1F67-F879-E9FC-34A683A76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C939EF8-C8E7-7663-53DA-593BDDCAB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20FC6-66FE-42E0-8A0D-E19DE046BD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1905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6A2E039-071B-65A2-3C5C-A58C29E9B7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0A985D3-427B-AF1B-3C1D-54FE5622B8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8F9962D-BFF3-9D55-34F2-CE7B02B91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EB52E-B5B4-4D31-B640-168EB53DC365}" type="datetimeFigureOut">
              <a:rPr lang="zh-CN" altLang="en-US" smtClean="0"/>
              <a:t>2024/5/29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AA2A4C-B93A-CC00-7C8C-C59A7CF51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A7B6B7-5F0B-A215-802A-8DBD8DC8F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20FC6-66FE-42E0-8A0D-E19DE046BD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1281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74AE02B-B670-BF94-7974-8CA191EC3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4FA6A58-E729-9279-F35C-D2E54660FB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CD0E1B-3DFA-2E92-09AE-180350D2A6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9EB52E-B5B4-4D31-B640-168EB53DC365}" type="datetimeFigureOut">
              <a:rPr lang="zh-CN" altLang="en-US" smtClean="0"/>
              <a:t>2024/5/29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AC2F15-6D43-7696-5110-8B1DB842D8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A3F04B5-E9C7-2F2F-B50C-54ED4A0836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A20FC6-66FE-42E0-8A0D-E19DE046BD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0326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image" Target="../media/image3.png"/><Relationship Id="rId7" Type="http://schemas.openxmlformats.org/officeDocument/2006/relationships/image" Target="../media/image6.emf"/><Relationship Id="rId12" Type="http://schemas.openxmlformats.org/officeDocument/2006/relationships/image" Target="../media/image11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11" Type="http://schemas.openxmlformats.org/officeDocument/2006/relationships/image" Target="../media/image10.emf"/><Relationship Id="rId5" Type="http://schemas.openxmlformats.org/officeDocument/2006/relationships/image" Target="../media/image4.emf"/><Relationship Id="rId10" Type="http://schemas.openxmlformats.org/officeDocument/2006/relationships/image" Target="../media/image9.emf"/><Relationship Id="rId4" Type="http://schemas.openxmlformats.org/officeDocument/2006/relationships/image" Target="../media/image2.png"/><Relationship Id="rId9" Type="http://schemas.openxmlformats.org/officeDocument/2006/relationships/image" Target="../media/image8.e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13" Type="http://schemas.openxmlformats.org/officeDocument/2006/relationships/image" Target="../media/image12.emf"/><Relationship Id="rId3" Type="http://schemas.openxmlformats.org/officeDocument/2006/relationships/image" Target="../media/image3.png"/><Relationship Id="rId7" Type="http://schemas.openxmlformats.org/officeDocument/2006/relationships/image" Target="../media/image6.emf"/><Relationship Id="rId12" Type="http://schemas.openxmlformats.org/officeDocument/2006/relationships/image" Target="../media/image11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11" Type="http://schemas.openxmlformats.org/officeDocument/2006/relationships/image" Target="../media/image10.emf"/><Relationship Id="rId5" Type="http://schemas.openxmlformats.org/officeDocument/2006/relationships/image" Target="../media/image4.emf"/><Relationship Id="rId10" Type="http://schemas.openxmlformats.org/officeDocument/2006/relationships/image" Target="../media/image9.emf"/><Relationship Id="rId4" Type="http://schemas.openxmlformats.org/officeDocument/2006/relationships/image" Target="../media/image2.png"/><Relationship Id="rId9" Type="http://schemas.openxmlformats.org/officeDocument/2006/relationships/image" Target="../media/image8.emf"/><Relationship Id="rId1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13" Type="http://schemas.openxmlformats.org/officeDocument/2006/relationships/image" Target="../media/image14.emf"/><Relationship Id="rId3" Type="http://schemas.openxmlformats.org/officeDocument/2006/relationships/image" Target="../media/image12.emf"/><Relationship Id="rId7" Type="http://schemas.openxmlformats.org/officeDocument/2006/relationships/image" Target="../media/image6.emf"/><Relationship Id="rId12" Type="http://schemas.openxmlformats.org/officeDocument/2006/relationships/image" Target="../media/image11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11" Type="http://schemas.openxmlformats.org/officeDocument/2006/relationships/image" Target="../media/image10.emf"/><Relationship Id="rId5" Type="http://schemas.openxmlformats.org/officeDocument/2006/relationships/image" Target="../media/image4.emf"/><Relationship Id="rId15" Type="http://schemas.openxmlformats.org/officeDocument/2006/relationships/image" Target="../media/image16.emf"/><Relationship Id="rId10" Type="http://schemas.openxmlformats.org/officeDocument/2006/relationships/image" Target="../media/image9.emf"/><Relationship Id="rId4" Type="http://schemas.openxmlformats.org/officeDocument/2006/relationships/image" Target="../media/image13.png"/><Relationship Id="rId9" Type="http://schemas.openxmlformats.org/officeDocument/2006/relationships/image" Target="../media/image8.emf"/><Relationship Id="rId14" Type="http://schemas.openxmlformats.org/officeDocument/2006/relationships/image" Target="../media/image15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7" Type="http://schemas.openxmlformats.org/officeDocument/2006/relationships/image" Target="../media/image16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emf"/><Relationship Id="rId5" Type="http://schemas.openxmlformats.org/officeDocument/2006/relationships/image" Target="../media/image14.emf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emf"/><Relationship Id="rId4" Type="http://schemas.openxmlformats.org/officeDocument/2006/relationships/image" Target="../media/image15.em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23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emf"/><Relationship Id="rId4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21339DC-CF11-4619-2BF3-EF270400A188}"/>
              </a:ext>
            </a:extLst>
          </p:cNvPr>
          <p:cNvSpPr txBox="1"/>
          <p:nvPr/>
        </p:nvSpPr>
        <p:spPr>
          <a:xfrm>
            <a:off x="1767744" y="2741988"/>
            <a:ext cx="86565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面向虚拟电厂集群的电网调度机制设计研究</a:t>
            </a:r>
            <a:endParaRPr lang="en-US" altLang="zh-CN" sz="3200" b="1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9A68972-E406-8EAB-666D-3AE73439A6FF}"/>
              </a:ext>
            </a:extLst>
          </p:cNvPr>
          <p:cNvSpPr txBox="1"/>
          <p:nvPr/>
        </p:nvSpPr>
        <p:spPr>
          <a:xfrm>
            <a:off x="1767744" y="3394918"/>
            <a:ext cx="4269568" cy="458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答辩人：曾德扬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指导老师：李嘉媚</a:t>
            </a:r>
          </a:p>
        </p:txBody>
      </p:sp>
    </p:spTree>
    <p:extLst>
      <p:ext uri="{BB962C8B-B14F-4D97-AF65-F5344CB8AC3E}">
        <p14:creationId xmlns:p14="http://schemas.microsoft.com/office/powerpoint/2010/main" val="2119146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6870DF2-20A1-FD85-0339-A97EBB65B534}"/>
              </a:ext>
            </a:extLst>
          </p:cNvPr>
          <p:cNvSpPr txBox="1"/>
          <p:nvPr/>
        </p:nvSpPr>
        <p:spPr>
          <a:xfrm>
            <a:off x="2199381" y="2423937"/>
            <a:ext cx="7682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spc="300" dirty="0">
                <a:solidFill>
                  <a:schemeClr val="bg1">
                    <a:lumMod val="8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面向</a:t>
            </a:r>
            <a:r>
              <a:rPr lang="zh-CN" altLang="en-US" sz="36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虚拟电厂集群</a:t>
            </a:r>
            <a:r>
              <a:rPr lang="zh-CN" altLang="en-US" sz="2400" b="1" spc="300" dirty="0">
                <a:solidFill>
                  <a:schemeClr val="bg1">
                    <a:lumMod val="8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的电网调度机制设计研究</a:t>
            </a:r>
            <a:endParaRPr lang="en-US" altLang="zh-CN" sz="3200" b="1" spc="300" dirty="0">
              <a:solidFill>
                <a:schemeClr val="bg1">
                  <a:lumMod val="8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D67E293-FCA8-4AC4-03E5-1570A26EDE8E}"/>
              </a:ext>
            </a:extLst>
          </p:cNvPr>
          <p:cNvSpPr txBox="1"/>
          <p:nvPr/>
        </p:nvSpPr>
        <p:spPr>
          <a:xfrm>
            <a:off x="3975648" y="3305473"/>
            <a:ext cx="76105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0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特性各异的虚拟电厂们相互协作、共同参与调度而构成的有机整体</a:t>
            </a:r>
            <a:endParaRPr lang="zh-CN" altLang="en-US" sz="20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30C0513-3F1D-A508-DA2F-5DA75900F92A}"/>
              </a:ext>
            </a:extLst>
          </p:cNvPr>
          <p:cNvSpPr txBox="1"/>
          <p:nvPr/>
        </p:nvSpPr>
        <p:spPr>
          <a:xfrm>
            <a:off x="4757144" y="6858684"/>
            <a:ext cx="26777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主体差异化</a:t>
            </a:r>
            <a:endParaRPr lang="zh-CN" altLang="en-US" sz="3600" dirty="0">
              <a:solidFill>
                <a:schemeClr val="bg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5753033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6870DF2-20A1-FD85-0339-A97EBB65B534}"/>
              </a:ext>
            </a:extLst>
          </p:cNvPr>
          <p:cNvSpPr txBox="1"/>
          <p:nvPr/>
        </p:nvSpPr>
        <p:spPr>
          <a:xfrm>
            <a:off x="2199381" y="-661316"/>
            <a:ext cx="7682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面向</a:t>
            </a:r>
            <a:r>
              <a:rPr lang="zh-CN" altLang="en-US" sz="36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虚拟电厂集群</a:t>
            </a:r>
            <a:r>
              <a:rPr lang="zh-CN" altLang="en-US" sz="24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的电网调度机制设计研究</a:t>
            </a:r>
            <a:endParaRPr lang="en-US" altLang="zh-CN" sz="3200" b="1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3E6FCB0-6971-DA85-78CD-1205F0E98597}"/>
              </a:ext>
            </a:extLst>
          </p:cNvPr>
          <p:cNvSpPr txBox="1"/>
          <p:nvPr/>
        </p:nvSpPr>
        <p:spPr>
          <a:xfrm>
            <a:off x="4757144" y="3105834"/>
            <a:ext cx="26777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1" spc="300" dirty="0">
                <a:latin typeface="华文中宋" panose="02010600040101010101" pitchFamily="2" charset="-122"/>
                <a:ea typeface="华文中宋" panose="02010600040101010101" pitchFamily="2" charset="-122"/>
              </a:rPr>
              <a:t>主体差异化</a:t>
            </a:r>
            <a:endParaRPr lang="zh-CN" altLang="en-US" sz="36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0218507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93E6FCB0-6971-DA85-78CD-1205F0E98597}"/>
              </a:ext>
            </a:extLst>
          </p:cNvPr>
          <p:cNvSpPr txBox="1"/>
          <p:nvPr/>
        </p:nvSpPr>
        <p:spPr>
          <a:xfrm>
            <a:off x="2143849" y="2413553"/>
            <a:ext cx="2942501" cy="711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000" b="1" spc="300" dirty="0">
                <a:solidFill>
                  <a:schemeClr val="bg1">
                    <a:lumMod val="8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主体差异化</a:t>
            </a:r>
            <a:endParaRPr lang="zh-CN" altLang="en-US" sz="4000" dirty="0">
              <a:solidFill>
                <a:schemeClr val="bg1">
                  <a:lumMod val="8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C6C8E54-90DF-5887-74FB-13922740BD85}"/>
              </a:ext>
            </a:extLst>
          </p:cNvPr>
          <p:cNvSpPr txBox="1"/>
          <p:nvPr/>
        </p:nvSpPr>
        <p:spPr>
          <a:xfrm>
            <a:off x="3239494" y="2709706"/>
            <a:ext cx="18468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spc="300" dirty="0">
                <a:latin typeface="华文中宋" panose="02010600040101010101" pitchFamily="2" charset="-122"/>
                <a:ea typeface="华文中宋" panose="02010600040101010101" pitchFamily="2" charset="-122"/>
              </a:rPr>
              <a:t>量化差异</a:t>
            </a:r>
            <a:endParaRPr lang="en-US" altLang="zh-CN" sz="2800" b="1" spc="3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6D051DD-01A5-B7BE-9803-A17427FDDC5A}"/>
              </a:ext>
            </a:extLst>
          </p:cNvPr>
          <p:cNvSpPr txBox="1"/>
          <p:nvPr/>
        </p:nvSpPr>
        <p:spPr>
          <a:xfrm>
            <a:off x="7399480" y="2709706"/>
            <a:ext cx="18468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spc="300" dirty="0">
                <a:latin typeface="华文中宋" panose="02010600040101010101" pitchFamily="2" charset="-122"/>
                <a:ea typeface="华文中宋" panose="02010600040101010101" pitchFamily="2" charset="-122"/>
              </a:rPr>
              <a:t>区分主体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4B472E9-EC9B-333C-2E61-773DCBB06060}"/>
              </a:ext>
            </a:extLst>
          </p:cNvPr>
          <p:cNvSpPr txBox="1"/>
          <p:nvPr/>
        </p:nvSpPr>
        <p:spPr>
          <a:xfrm>
            <a:off x="5351237" y="2709706"/>
            <a:ext cx="17833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spc="300" dirty="0">
                <a:latin typeface="华文中宋" panose="02010600040101010101" pitchFamily="2" charset="-122"/>
                <a:ea typeface="华文中宋" panose="02010600040101010101" pitchFamily="2" charset="-122"/>
              </a:rPr>
              <a:t>引入差异</a:t>
            </a:r>
          </a:p>
        </p:txBody>
      </p:sp>
    </p:spTree>
    <p:extLst>
      <p:ext uri="{BB962C8B-B14F-4D97-AF65-F5344CB8AC3E}">
        <p14:creationId xmlns:p14="http://schemas.microsoft.com/office/powerpoint/2010/main" val="37096050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93E6FCB0-6971-DA85-78CD-1205F0E98597}"/>
              </a:ext>
            </a:extLst>
          </p:cNvPr>
          <p:cNvSpPr txBox="1"/>
          <p:nvPr/>
        </p:nvSpPr>
        <p:spPr>
          <a:xfrm>
            <a:off x="872036" y="1016553"/>
            <a:ext cx="2942501" cy="711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000" b="1" spc="300" dirty="0">
                <a:solidFill>
                  <a:schemeClr val="bg1">
                    <a:lumMod val="8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主体差异化</a:t>
            </a:r>
            <a:endParaRPr lang="zh-CN" altLang="en-US" sz="4000" dirty="0">
              <a:solidFill>
                <a:schemeClr val="bg1">
                  <a:lumMod val="8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CA4F591-4935-56F6-4B0D-FA0454210A91}"/>
              </a:ext>
            </a:extLst>
          </p:cNvPr>
          <p:cNvSpPr txBox="1"/>
          <p:nvPr/>
        </p:nvSpPr>
        <p:spPr>
          <a:xfrm>
            <a:off x="3239494" y="4196562"/>
            <a:ext cx="18468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spc="300" dirty="0">
                <a:latin typeface="华文中宋" panose="02010600040101010101" pitchFamily="2" charset="-122"/>
                <a:ea typeface="华文中宋" panose="02010600040101010101" pitchFamily="2" charset="-122"/>
              </a:rPr>
              <a:t>区分主体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59B2F36-CD05-854A-C304-3961F4D3540A}"/>
              </a:ext>
            </a:extLst>
          </p:cNvPr>
          <p:cNvSpPr txBox="1"/>
          <p:nvPr/>
        </p:nvSpPr>
        <p:spPr>
          <a:xfrm>
            <a:off x="3239494" y="3035867"/>
            <a:ext cx="17833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spc="300" dirty="0">
                <a:latin typeface="华文中宋" panose="02010600040101010101" pitchFamily="2" charset="-122"/>
                <a:ea typeface="华文中宋" panose="02010600040101010101" pitchFamily="2" charset="-122"/>
              </a:rPr>
              <a:t>引入差异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9805C69-60D1-118E-7523-76568C2EE0ED}"/>
              </a:ext>
            </a:extLst>
          </p:cNvPr>
          <p:cNvSpPr txBox="1"/>
          <p:nvPr/>
        </p:nvSpPr>
        <p:spPr>
          <a:xfrm>
            <a:off x="3239494" y="1998282"/>
            <a:ext cx="18468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spc="300" dirty="0">
                <a:latin typeface="华文中宋" panose="02010600040101010101" pitchFamily="2" charset="-122"/>
                <a:ea typeface="华文中宋" panose="02010600040101010101" pitchFamily="2" charset="-122"/>
              </a:rPr>
              <a:t>量化差异</a:t>
            </a:r>
            <a:endParaRPr lang="en-US" altLang="zh-CN" sz="2800" b="1" spc="3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BBB5AD6-4B1F-6CE4-CED9-0CABFD42697E}"/>
              </a:ext>
            </a:extLst>
          </p:cNvPr>
          <p:cNvSpPr txBox="1"/>
          <p:nvPr/>
        </p:nvSpPr>
        <p:spPr>
          <a:xfrm>
            <a:off x="5086350" y="2059837"/>
            <a:ext cx="5261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虚拟电厂与传统电厂的调节质量评价体系</a:t>
            </a:r>
            <a:endParaRPr lang="zh-CN" altLang="en-US" sz="20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1D0C114-722D-725D-9953-FD7AA326D3D3}"/>
              </a:ext>
            </a:extLst>
          </p:cNvPr>
          <p:cNvSpPr txBox="1"/>
          <p:nvPr/>
        </p:nvSpPr>
        <p:spPr>
          <a:xfrm>
            <a:off x="5086350" y="3097422"/>
            <a:ext cx="5261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计及市场主体调节质量的调峰出清机制</a:t>
            </a:r>
            <a:endParaRPr lang="zh-CN" altLang="en-US" sz="20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363EBEF-4C60-70C8-3A1D-213A10AEA77A}"/>
              </a:ext>
            </a:extLst>
          </p:cNvPr>
          <p:cNvSpPr txBox="1"/>
          <p:nvPr/>
        </p:nvSpPr>
        <p:spPr>
          <a:xfrm>
            <a:off x="5086350" y="4258117"/>
            <a:ext cx="5261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面向虚拟电厂集群的电网调度框架</a:t>
            </a:r>
            <a:endParaRPr lang="zh-CN" altLang="en-US" sz="20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CC31B8C-1CDB-5EEE-00D0-D38F5567AD51}"/>
              </a:ext>
            </a:extLst>
          </p:cNvPr>
          <p:cNvSpPr/>
          <p:nvPr/>
        </p:nvSpPr>
        <p:spPr>
          <a:xfrm>
            <a:off x="577850" y="971550"/>
            <a:ext cx="101600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336178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7BBB5AD6-4B1F-6CE4-CED9-0CABFD42697E}"/>
              </a:ext>
            </a:extLst>
          </p:cNvPr>
          <p:cNvSpPr txBox="1"/>
          <p:nvPr/>
        </p:nvSpPr>
        <p:spPr>
          <a:xfrm>
            <a:off x="95250" y="362899"/>
            <a:ext cx="6997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虚拟电厂与传统电厂的调节质量评价体系</a:t>
            </a:r>
            <a:endParaRPr lang="zh-CN" altLang="en-US" sz="28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1D0C114-722D-725D-9953-FD7AA326D3D3}"/>
              </a:ext>
            </a:extLst>
          </p:cNvPr>
          <p:cNvSpPr txBox="1"/>
          <p:nvPr/>
        </p:nvSpPr>
        <p:spPr>
          <a:xfrm>
            <a:off x="7729443" y="507556"/>
            <a:ext cx="5261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bg1">
                    <a:lumMod val="75000"/>
                  </a:schemeClr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lang="zh-CN" altLang="en-US" sz="1600" dirty="0">
                <a:solidFill>
                  <a:schemeClr val="bg1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计及市场主体调节质量的调峰出清机制</a:t>
            </a:r>
            <a:endParaRPr lang="zh-CN" altLang="en-US" sz="1600" dirty="0">
              <a:solidFill>
                <a:schemeClr val="bg1">
                  <a:lumMod val="7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363EBEF-4C60-70C8-3A1D-213A10AEA77A}"/>
              </a:ext>
            </a:extLst>
          </p:cNvPr>
          <p:cNvSpPr txBox="1"/>
          <p:nvPr/>
        </p:nvSpPr>
        <p:spPr>
          <a:xfrm>
            <a:off x="11896662" y="507556"/>
            <a:ext cx="5261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bg1">
                    <a:lumMod val="75000"/>
                  </a:schemeClr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lang="zh-CN" altLang="en-US" sz="1600" dirty="0">
                <a:solidFill>
                  <a:schemeClr val="bg1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面向虚拟电厂集群的电网调度框架</a:t>
            </a:r>
            <a:endParaRPr lang="zh-CN" altLang="en-US" sz="1600" dirty="0">
              <a:solidFill>
                <a:schemeClr val="bg1">
                  <a:lumMod val="7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AFF5040-EC1D-4A63-4137-B28DC686C01F}"/>
              </a:ext>
            </a:extLst>
          </p:cNvPr>
          <p:cNvSpPr/>
          <p:nvPr/>
        </p:nvSpPr>
        <p:spPr>
          <a:xfrm>
            <a:off x="577850" y="971550"/>
            <a:ext cx="6311900" cy="50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5" name="任意多边形: 形状 164">
            <a:extLst>
              <a:ext uri="{FF2B5EF4-FFF2-40B4-BE49-F238E27FC236}">
                <a16:creationId xmlns:a16="http://schemas.microsoft.com/office/drawing/2014/main" id="{53F6099E-19B2-8D8D-63A5-6A2906121AED}"/>
              </a:ext>
            </a:extLst>
          </p:cNvPr>
          <p:cNvSpPr/>
          <p:nvPr/>
        </p:nvSpPr>
        <p:spPr>
          <a:xfrm>
            <a:off x="5419921" y="3514880"/>
            <a:ext cx="1391" cy="1459"/>
          </a:xfrm>
          <a:custGeom>
            <a:avLst/>
            <a:gdLst>
              <a:gd name="connsiteX0" fmla="*/ 0 w 1391"/>
              <a:gd name="connsiteY0" fmla="*/ 0 h 1459"/>
              <a:gd name="connsiteX1" fmla="*/ 1391 w 1391"/>
              <a:gd name="connsiteY1" fmla="*/ 1458 h 1459"/>
              <a:gd name="connsiteX2" fmla="*/ 1391 w 1391"/>
              <a:gd name="connsiteY2" fmla="*/ 1459 h 1459"/>
              <a:gd name="connsiteX3" fmla="*/ 0 w 1391"/>
              <a:gd name="connsiteY3" fmla="*/ 1 h 1459"/>
              <a:gd name="connsiteX4" fmla="*/ 0 w 1391"/>
              <a:gd name="connsiteY4" fmla="*/ 0 h 14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91" h="1459">
                <a:moveTo>
                  <a:pt x="0" y="0"/>
                </a:moveTo>
                <a:lnTo>
                  <a:pt x="1391" y="1458"/>
                </a:lnTo>
                <a:lnTo>
                  <a:pt x="1391" y="1459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4" name="任意多边形: 形状 163">
            <a:extLst>
              <a:ext uri="{FF2B5EF4-FFF2-40B4-BE49-F238E27FC236}">
                <a16:creationId xmlns:a16="http://schemas.microsoft.com/office/drawing/2014/main" id="{8ED88BB3-9B46-631E-FE60-43F58DAB018D}"/>
              </a:ext>
            </a:extLst>
          </p:cNvPr>
          <p:cNvSpPr/>
          <p:nvPr/>
        </p:nvSpPr>
        <p:spPr>
          <a:xfrm>
            <a:off x="5419300" y="3514879"/>
            <a:ext cx="621" cy="4130"/>
          </a:xfrm>
          <a:custGeom>
            <a:avLst/>
            <a:gdLst>
              <a:gd name="connsiteX0" fmla="*/ 620 w 621"/>
              <a:gd name="connsiteY0" fmla="*/ 0 h 4130"/>
              <a:gd name="connsiteX1" fmla="*/ 621 w 621"/>
              <a:gd name="connsiteY1" fmla="*/ 1 h 4130"/>
              <a:gd name="connsiteX2" fmla="*/ 1 w 621"/>
              <a:gd name="connsiteY2" fmla="*/ 4128 h 4130"/>
              <a:gd name="connsiteX3" fmla="*/ 0 w 621"/>
              <a:gd name="connsiteY3" fmla="*/ 4130 h 4130"/>
              <a:gd name="connsiteX4" fmla="*/ 620 w 621"/>
              <a:gd name="connsiteY4" fmla="*/ 0 h 4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1" h="4130">
                <a:moveTo>
                  <a:pt x="620" y="0"/>
                </a:moveTo>
                <a:lnTo>
                  <a:pt x="621" y="1"/>
                </a:lnTo>
                <a:lnTo>
                  <a:pt x="1" y="4128"/>
                </a:lnTo>
                <a:lnTo>
                  <a:pt x="0" y="4130"/>
                </a:lnTo>
                <a:lnTo>
                  <a:pt x="62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3" name="任意多边形: 形状 162">
            <a:extLst>
              <a:ext uri="{FF2B5EF4-FFF2-40B4-BE49-F238E27FC236}">
                <a16:creationId xmlns:a16="http://schemas.microsoft.com/office/drawing/2014/main" id="{493EB0A5-0CBB-B490-084F-6739BABE0D05}"/>
              </a:ext>
            </a:extLst>
          </p:cNvPr>
          <p:cNvSpPr/>
          <p:nvPr/>
        </p:nvSpPr>
        <p:spPr>
          <a:xfrm>
            <a:off x="5419301" y="3516339"/>
            <a:ext cx="2011" cy="2671"/>
          </a:xfrm>
          <a:custGeom>
            <a:avLst/>
            <a:gdLst>
              <a:gd name="connsiteX0" fmla="*/ 2011 w 2011"/>
              <a:gd name="connsiteY0" fmla="*/ 0 h 2671"/>
              <a:gd name="connsiteX1" fmla="*/ 2011 w 2011"/>
              <a:gd name="connsiteY1" fmla="*/ 0 h 2671"/>
              <a:gd name="connsiteX2" fmla="*/ 0 w 2011"/>
              <a:gd name="connsiteY2" fmla="*/ 2671 h 2671"/>
              <a:gd name="connsiteX3" fmla="*/ 0 w 2011"/>
              <a:gd name="connsiteY3" fmla="*/ 2669 h 2671"/>
              <a:gd name="connsiteX4" fmla="*/ 2011 w 2011"/>
              <a:gd name="connsiteY4" fmla="*/ 0 h 2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" h="2671">
                <a:moveTo>
                  <a:pt x="2011" y="0"/>
                </a:moveTo>
                <a:lnTo>
                  <a:pt x="2011" y="0"/>
                </a:lnTo>
                <a:lnTo>
                  <a:pt x="0" y="2671"/>
                </a:lnTo>
                <a:lnTo>
                  <a:pt x="0" y="2669"/>
                </a:lnTo>
                <a:lnTo>
                  <a:pt x="2011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1" name="任意多边形: 形状 160">
            <a:extLst>
              <a:ext uri="{FF2B5EF4-FFF2-40B4-BE49-F238E27FC236}">
                <a16:creationId xmlns:a16="http://schemas.microsoft.com/office/drawing/2014/main" id="{3A6649F8-AE55-28E9-D7EE-CBB77E34A9B4}"/>
              </a:ext>
            </a:extLst>
          </p:cNvPr>
          <p:cNvSpPr/>
          <p:nvPr/>
        </p:nvSpPr>
        <p:spPr>
          <a:xfrm>
            <a:off x="6114996" y="3265453"/>
            <a:ext cx="348429" cy="365677"/>
          </a:xfrm>
          <a:custGeom>
            <a:avLst/>
            <a:gdLst>
              <a:gd name="connsiteX0" fmla="*/ 300507 w 348429"/>
              <a:gd name="connsiteY0" fmla="*/ 0 h 365677"/>
              <a:gd name="connsiteX1" fmla="*/ 331180 w 348429"/>
              <a:gd name="connsiteY1" fmla="*/ 35422 h 365677"/>
              <a:gd name="connsiteX2" fmla="*/ 223386 w 348429"/>
              <a:gd name="connsiteY2" fmla="*/ 47247 h 365677"/>
              <a:gd name="connsiteX3" fmla="*/ 196304 w 348429"/>
              <a:gd name="connsiteY3" fmla="*/ 49928 h 365677"/>
              <a:gd name="connsiteX4" fmla="*/ 237061 w 348429"/>
              <a:gd name="connsiteY4" fmla="*/ 67720 h 365677"/>
              <a:gd name="connsiteX5" fmla="*/ 226086 w 348429"/>
              <a:gd name="connsiteY5" fmla="*/ 79670 h 365677"/>
              <a:gd name="connsiteX6" fmla="*/ 226086 w 348429"/>
              <a:gd name="connsiteY6" fmla="*/ 99369 h 365677"/>
              <a:gd name="connsiteX7" fmla="*/ 294207 w 348429"/>
              <a:gd name="connsiteY7" fmla="*/ 99369 h 365677"/>
              <a:gd name="connsiteX8" fmla="*/ 317181 w 348429"/>
              <a:gd name="connsiteY8" fmla="*/ 78945 h 365677"/>
              <a:gd name="connsiteX9" fmla="*/ 348429 w 348429"/>
              <a:gd name="connsiteY9" fmla="*/ 116793 h 365677"/>
              <a:gd name="connsiteX10" fmla="*/ 226086 w 348429"/>
              <a:gd name="connsiteY10" fmla="*/ 116793 h 365677"/>
              <a:gd name="connsiteX11" fmla="*/ 226086 w 348429"/>
              <a:gd name="connsiteY11" fmla="*/ 152190 h 365677"/>
              <a:gd name="connsiteX12" fmla="*/ 282608 w 348429"/>
              <a:gd name="connsiteY12" fmla="*/ 152190 h 365677"/>
              <a:gd name="connsiteX13" fmla="*/ 295307 w 348429"/>
              <a:gd name="connsiteY13" fmla="*/ 134891 h 365677"/>
              <a:gd name="connsiteX14" fmla="*/ 326480 w 348429"/>
              <a:gd name="connsiteY14" fmla="*/ 158965 h 365677"/>
              <a:gd name="connsiteX15" fmla="*/ 313931 w 348429"/>
              <a:gd name="connsiteY15" fmla="*/ 171739 h 365677"/>
              <a:gd name="connsiteX16" fmla="*/ 315506 w 348429"/>
              <a:gd name="connsiteY16" fmla="*/ 280683 h 365677"/>
              <a:gd name="connsiteX17" fmla="*/ 283933 w 348429"/>
              <a:gd name="connsiteY17" fmla="*/ 293532 h 365677"/>
              <a:gd name="connsiteX18" fmla="*/ 283933 w 348429"/>
              <a:gd name="connsiteY18" fmla="*/ 169589 h 365677"/>
              <a:gd name="connsiteX19" fmla="*/ 142941 w 348429"/>
              <a:gd name="connsiteY19" fmla="*/ 169589 h 365677"/>
              <a:gd name="connsiteX20" fmla="*/ 142941 w 348429"/>
              <a:gd name="connsiteY20" fmla="*/ 288757 h 365677"/>
              <a:gd name="connsiteX21" fmla="*/ 111393 w 348429"/>
              <a:gd name="connsiteY21" fmla="*/ 299806 h 365677"/>
              <a:gd name="connsiteX22" fmla="*/ 112943 w 348429"/>
              <a:gd name="connsiteY22" fmla="*/ 211224 h 365677"/>
              <a:gd name="connsiteX23" fmla="*/ 111393 w 348429"/>
              <a:gd name="connsiteY23" fmla="*/ 138041 h 365677"/>
              <a:gd name="connsiteX24" fmla="*/ 139667 w 348429"/>
              <a:gd name="connsiteY24" fmla="*/ 152190 h 365677"/>
              <a:gd name="connsiteX25" fmla="*/ 196088 w 348429"/>
              <a:gd name="connsiteY25" fmla="*/ 152190 h 365677"/>
              <a:gd name="connsiteX26" fmla="*/ 196088 w 348429"/>
              <a:gd name="connsiteY26" fmla="*/ 116793 h 365677"/>
              <a:gd name="connsiteX27" fmla="*/ 135017 w 348429"/>
              <a:gd name="connsiteY27" fmla="*/ 116793 h 365677"/>
              <a:gd name="connsiteX28" fmla="*/ 98994 w 348429"/>
              <a:gd name="connsiteY28" fmla="*/ 121492 h 365677"/>
              <a:gd name="connsiteX29" fmla="*/ 83345 w 348429"/>
              <a:gd name="connsiteY29" fmla="*/ 101622 h 365677"/>
              <a:gd name="connsiteX30" fmla="*/ 83345 w 348429"/>
              <a:gd name="connsiteY30" fmla="*/ 160315 h 365677"/>
              <a:gd name="connsiteX31" fmla="*/ 8075 w 348429"/>
              <a:gd name="connsiteY31" fmla="*/ 365677 h 365677"/>
              <a:gd name="connsiteX32" fmla="*/ 0 w 348429"/>
              <a:gd name="connsiteY32" fmla="*/ 358853 h 365677"/>
              <a:gd name="connsiteX33" fmla="*/ 53347 w 348429"/>
              <a:gd name="connsiteY33" fmla="*/ 142841 h 365677"/>
              <a:gd name="connsiteX34" fmla="*/ 51772 w 348429"/>
              <a:gd name="connsiteY34" fmla="*/ 28223 h 365677"/>
              <a:gd name="connsiteX35" fmla="*/ 80045 w 348429"/>
              <a:gd name="connsiteY35" fmla="*/ 42347 h 365677"/>
              <a:gd name="connsiteX36" fmla="*/ 225874 w 348429"/>
              <a:gd name="connsiteY36" fmla="*/ 24561 h 365677"/>
              <a:gd name="connsiteX37" fmla="*/ 300507 w 348429"/>
              <a:gd name="connsiteY37" fmla="*/ 0 h 365677"/>
              <a:gd name="connsiteX38" fmla="*/ 194555 w 348429"/>
              <a:gd name="connsiteY38" fmla="*/ 50102 h 365677"/>
              <a:gd name="connsiteX39" fmla="*/ 161090 w 348429"/>
              <a:gd name="connsiteY39" fmla="*/ 53415 h 365677"/>
              <a:gd name="connsiteX40" fmla="*/ 83345 w 348429"/>
              <a:gd name="connsiteY40" fmla="*/ 59471 h 365677"/>
              <a:gd name="connsiteX41" fmla="*/ 83345 w 348429"/>
              <a:gd name="connsiteY41" fmla="*/ 99369 h 365677"/>
              <a:gd name="connsiteX42" fmla="*/ 196088 w 348429"/>
              <a:gd name="connsiteY42" fmla="*/ 99369 h 365677"/>
              <a:gd name="connsiteX43" fmla="*/ 195694 w 348429"/>
              <a:gd name="connsiteY43" fmla="*/ 76051 h 365677"/>
              <a:gd name="connsiteX44" fmla="*/ 194555 w 348429"/>
              <a:gd name="connsiteY44" fmla="*/ 50102 h 365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348429" h="365677">
                <a:moveTo>
                  <a:pt x="300507" y="0"/>
                </a:moveTo>
                <a:lnTo>
                  <a:pt x="331180" y="35422"/>
                </a:lnTo>
                <a:cubicBezTo>
                  <a:pt x="295565" y="39039"/>
                  <a:pt x="259634" y="42980"/>
                  <a:pt x="223386" y="47247"/>
                </a:cubicBezTo>
                <a:lnTo>
                  <a:pt x="196304" y="49928"/>
                </a:lnTo>
                <a:lnTo>
                  <a:pt x="237061" y="67720"/>
                </a:lnTo>
                <a:lnTo>
                  <a:pt x="226086" y="79670"/>
                </a:lnTo>
                <a:lnTo>
                  <a:pt x="226086" y="99369"/>
                </a:lnTo>
                <a:lnTo>
                  <a:pt x="294207" y="99369"/>
                </a:lnTo>
                <a:lnTo>
                  <a:pt x="317181" y="78945"/>
                </a:lnTo>
                <a:lnTo>
                  <a:pt x="348429" y="116793"/>
                </a:lnTo>
                <a:lnTo>
                  <a:pt x="226086" y="116793"/>
                </a:lnTo>
                <a:lnTo>
                  <a:pt x="226086" y="152190"/>
                </a:lnTo>
                <a:lnTo>
                  <a:pt x="282608" y="152190"/>
                </a:lnTo>
                <a:lnTo>
                  <a:pt x="295307" y="134891"/>
                </a:lnTo>
                <a:lnTo>
                  <a:pt x="326480" y="158965"/>
                </a:lnTo>
                <a:lnTo>
                  <a:pt x="313931" y="171739"/>
                </a:lnTo>
                <a:cubicBezTo>
                  <a:pt x="313931" y="224386"/>
                  <a:pt x="314456" y="260700"/>
                  <a:pt x="315506" y="280683"/>
                </a:cubicBezTo>
                <a:lnTo>
                  <a:pt x="283933" y="293532"/>
                </a:lnTo>
                <a:lnTo>
                  <a:pt x="283933" y="169589"/>
                </a:lnTo>
                <a:lnTo>
                  <a:pt x="142941" y="169589"/>
                </a:lnTo>
                <a:lnTo>
                  <a:pt x="142941" y="288757"/>
                </a:lnTo>
                <a:lnTo>
                  <a:pt x="111393" y="299806"/>
                </a:lnTo>
                <a:cubicBezTo>
                  <a:pt x="112427" y="265225"/>
                  <a:pt x="112943" y="235698"/>
                  <a:pt x="112943" y="211224"/>
                </a:cubicBezTo>
                <a:cubicBezTo>
                  <a:pt x="112943" y="186751"/>
                  <a:pt x="112427" y="162356"/>
                  <a:pt x="111393" y="138041"/>
                </a:cubicBezTo>
                <a:lnTo>
                  <a:pt x="139667" y="152190"/>
                </a:lnTo>
                <a:lnTo>
                  <a:pt x="196088" y="152190"/>
                </a:lnTo>
                <a:lnTo>
                  <a:pt x="196088" y="116793"/>
                </a:lnTo>
                <a:lnTo>
                  <a:pt x="135017" y="116793"/>
                </a:lnTo>
                <a:cubicBezTo>
                  <a:pt x="123934" y="116793"/>
                  <a:pt x="111927" y="118359"/>
                  <a:pt x="98994" y="121492"/>
                </a:cubicBezTo>
                <a:lnTo>
                  <a:pt x="83345" y="101622"/>
                </a:lnTo>
                <a:lnTo>
                  <a:pt x="83345" y="160315"/>
                </a:lnTo>
                <a:cubicBezTo>
                  <a:pt x="86478" y="239810"/>
                  <a:pt x="61388" y="308264"/>
                  <a:pt x="8075" y="365677"/>
                </a:cubicBezTo>
                <a:lnTo>
                  <a:pt x="0" y="358853"/>
                </a:lnTo>
                <a:cubicBezTo>
                  <a:pt x="37648" y="297090"/>
                  <a:pt x="55430" y="225086"/>
                  <a:pt x="53347" y="142841"/>
                </a:cubicBezTo>
                <a:cubicBezTo>
                  <a:pt x="53347" y="90744"/>
                  <a:pt x="52822" y="52538"/>
                  <a:pt x="51772" y="28223"/>
                </a:cubicBezTo>
                <a:lnTo>
                  <a:pt x="80045" y="42347"/>
                </a:lnTo>
                <a:cubicBezTo>
                  <a:pt x="141092" y="38247"/>
                  <a:pt x="189701" y="32318"/>
                  <a:pt x="225874" y="24561"/>
                </a:cubicBezTo>
                <a:cubicBezTo>
                  <a:pt x="262047" y="16803"/>
                  <a:pt x="286924" y="8616"/>
                  <a:pt x="300507" y="0"/>
                </a:cubicBezTo>
                <a:close/>
                <a:moveTo>
                  <a:pt x="194555" y="50102"/>
                </a:moveTo>
                <a:lnTo>
                  <a:pt x="161090" y="53415"/>
                </a:lnTo>
                <a:cubicBezTo>
                  <a:pt x="137750" y="55452"/>
                  <a:pt x="111835" y="57471"/>
                  <a:pt x="83345" y="59471"/>
                </a:cubicBezTo>
                <a:lnTo>
                  <a:pt x="83345" y="99369"/>
                </a:lnTo>
                <a:lnTo>
                  <a:pt x="196088" y="99369"/>
                </a:lnTo>
                <a:cubicBezTo>
                  <a:pt x="196088" y="92194"/>
                  <a:pt x="195957" y="84422"/>
                  <a:pt x="195694" y="76051"/>
                </a:cubicBezTo>
                <a:lnTo>
                  <a:pt x="194555" y="5010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0" name="任意多边形: 形状 159">
            <a:extLst>
              <a:ext uri="{FF2B5EF4-FFF2-40B4-BE49-F238E27FC236}">
                <a16:creationId xmlns:a16="http://schemas.microsoft.com/office/drawing/2014/main" id="{21CAB3B6-F255-702F-8CB4-84B77EBE0709}"/>
              </a:ext>
            </a:extLst>
          </p:cNvPr>
          <p:cNvSpPr/>
          <p:nvPr/>
        </p:nvSpPr>
        <p:spPr>
          <a:xfrm>
            <a:off x="6523020" y="3267053"/>
            <a:ext cx="379802" cy="151890"/>
          </a:xfrm>
          <a:custGeom>
            <a:avLst/>
            <a:gdLst>
              <a:gd name="connsiteX0" fmla="*/ 279308 w 379802"/>
              <a:gd name="connsiteY0" fmla="*/ 0 h 151890"/>
              <a:gd name="connsiteX1" fmla="*/ 310781 w 379802"/>
              <a:gd name="connsiteY1" fmla="*/ 22473 h 151890"/>
              <a:gd name="connsiteX2" fmla="*/ 299782 w 379802"/>
              <a:gd name="connsiteY2" fmla="*/ 33747 h 151890"/>
              <a:gd name="connsiteX3" fmla="*/ 301357 w 379802"/>
              <a:gd name="connsiteY3" fmla="*/ 111743 h 151890"/>
              <a:gd name="connsiteX4" fmla="*/ 269809 w 379802"/>
              <a:gd name="connsiteY4" fmla="*/ 122892 h 151890"/>
              <a:gd name="connsiteX5" fmla="*/ 269809 w 379802"/>
              <a:gd name="connsiteY5" fmla="*/ 107193 h 151890"/>
              <a:gd name="connsiteX6" fmla="*/ 105269 w 379802"/>
              <a:gd name="connsiteY6" fmla="*/ 107193 h 151890"/>
              <a:gd name="connsiteX7" fmla="*/ 105269 w 379802"/>
              <a:gd name="connsiteY7" fmla="*/ 119692 h 151890"/>
              <a:gd name="connsiteX8" fmla="*/ 76439 w 379802"/>
              <a:gd name="connsiteY8" fmla="*/ 129767 h 151890"/>
              <a:gd name="connsiteX9" fmla="*/ 324031 w 379802"/>
              <a:gd name="connsiteY9" fmla="*/ 129767 h 151890"/>
              <a:gd name="connsiteX10" fmla="*/ 348654 w 379802"/>
              <a:gd name="connsiteY10" fmla="*/ 107768 h 151890"/>
              <a:gd name="connsiteX11" fmla="*/ 379802 w 379802"/>
              <a:gd name="connsiteY11" fmla="*/ 147191 h 151890"/>
              <a:gd name="connsiteX12" fmla="*/ 48722 w 379802"/>
              <a:gd name="connsiteY12" fmla="*/ 147191 h 151890"/>
              <a:gd name="connsiteX13" fmla="*/ 17399 w 379802"/>
              <a:gd name="connsiteY13" fmla="*/ 151890 h 151890"/>
              <a:gd name="connsiteX14" fmla="*/ 0 w 379802"/>
              <a:gd name="connsiteY14" fmla="*/ 129767 h 151890"/>
              <a:gd name="connsiteX15" fmla="*/ 73756 w 379802"/>
              <a:gd name="connsiteY15" fmla="*/ 129767 h 151890"/>
              <a:gd name="connsiteX16" fmla="*/ 74902 w 379802"/>
              <a:gd name="connsiteY16" fmla="*/ 98515 h 151890"/>
              <a:gd name="connsiteX17" fmla="*/ 75296 w 379802"/>
              <a:gd name="connsiteY17" fmla="*/ 62508 h 151890"/>
              <a:gd name="connsiteX18" fmla="*/ 73721 w 379802"/>
              <a:gd name="connsiteY18" fmla="*/ 3599 h 151890"/>
              <a:gd name="connsiteX19" fmla="*/ 103444 w 379802"/>
              <a:gd name="connsiteY19" fmla="*/ 16174 h 151890"/>
              <a:gd name="connsiteX20" fmla="*/ 268384 w 379802"/>
              <a:gd name="connsiteY20" fmla="*/ 16174 h 151890"/>
              <a:gd name="connsiteX21" fmla="*/ 279308 w 379802"/>
              <a:gd name="connsiteY21" fmla="*/ 0 h 151890"/>
              <a:gd name="connsiteX22" fmla="*/ 105269 w 379802"/>
              <a:gd name="connsiteY22" fmla="*/ 33597 h 151890"/>
              <a:gd name="connsiteX23" fmla="*/ 105269 w 379802"/>
              <a:gd name="connsiteY23" fmla="*/ 51396 h 151890"/>
              <a:gd name="connsiteX24" fmla="*/ 269809 w 379802"/>
              <a:gd name="connsiteY24" fmla="*/ 51396 h 151890"/>
              <a:gd name="connsiteX25" fmla="*/ 269809 w 379802"/>
              <a:gd name="connsiteY25" fmla="*/ 33597 h 151890"/>
              <a:gd name="connsiteX26" fmla="*/ 105269 w 379802"/>
              <a:gd name="connsiteY26" fmla="*/ 33597 h 151890"/>
              <a:gd name="connsiteX27" fmla="*/ 105269 w 379802"/>
              <a:gd name="connsiteY27" fmla="*/ 68795 h 151890"/>
              <a:gd name="connsiteX28" fmla="*/ 105269 w 379802"/>
              <a:gd name="connsiteY28" fmla="*/ 89794 h 151890"/>
              <a:gd name="connsiteX29" fmla="*/ 269809 w 379802"/>
              <a:gd name="connsiteY29" fmla="*/ 89794 h 151890"/>
              <a:gd name="connsiteX30" fmla="*/ 269809 w 379802"/>
              <a:gd name="connsiteY30" fmla="*/ 68795 h 151890"/>
              <a:gd name="connsiteX31" fmla="*/ 105269 w 379802"/>
              <a:gd name="connsiteY31" fmla="*/ 68795 h 1518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379802" h="151890">
                <a:moveTo>
                  <a:pt x="279308" y="0"/>
                </a:moveTo>
                <a:lnTo>
                  <a:pt x="310781" y="22473"/>
                </a:lnTo>
                <a:lnTo>
                  <a:pt x="299782" y="33747"/>
                </a:lnTo>
                <a:cubicBezTo>
                  <a:pt x="299782" y="71545"/>
                  <a:pt x="300307" y="97544"/>
                  <a:pt x="301357" y="111743"/>
                </a:cubicBezTo>
                <a:lnTo>
                  <a:pt x="269809" y="122892"/>
                </a:lnTo>
                <a:lnTo>
                  <a:pt x="269809" y="107193"/>
                </a:lnTo>
                <a:lnTo>
                  <a:pt x="105269" y="107193"/>
                </a:lnTo>
                <a:lnTo>
                  <a:pt x="105269" y="119692"/>
                </a:lnTo>
                <a:lnTo>
                  <a:pt x="76439" y="129767"/>
                </a:lnTo>
                <a:lnTo>
                  <a:pt x="324031" y="129767"/>
                </a:lnTo>
                <a:lnTo>
                  <a:pt x="348654" y="107768"/>
                </a:lnTo>
                <a:lnTo>
                  <a:pt x="379802" y="147191"/>
                </a:lnTo>
                <a:lnTo>
                  <a:pt x="48722" y="147191"/>
                </a:lnTo>
                <a:cubicBezTo>
                  <a:pt x="40790" y="147191"/>
                  <a:pt x="30348" y="148757"/>
                  <a:pt x="17399" y="151890"/>
                </a:cubicBezTo>
                <a:lnTo>
                  <a:pt x="0" y="129767"/>
                </a:lnTo>
                <a:lnTo>
                  <a:pt x="73756" y="129767"/>
                </a:lnTo>
                <a:lnTo>
                  <a:pt x="74902" y="98515"/>
                </a:lnTo>
                <a:cubicBezTo>
                  <a:pt x="75164" y="87147"/>
                  <a:pt x="75296" y="75145"/>
                  <a:pt x="75296" y="62508"/>
                </a:cubicBezTo>
                <a:cubicBezTo>
                  <a:pt x="75296" y="37235"/>
                  <a:pt x="74771" y="17598"/>
                  <a:pt x="73721" y="3599"/>
                </a:cubicBezTo>
                <a:lnTo>
                  <a:pt x="103444" y="16174"/>
                </a:lnTo>
                <a:lnTo>
                  <a:pt x="268384" y="16174"/>
                </a:lnTo>
                <a:lnTo>
                  <a:pt x="279308" y="0"/>
                </a:lnTo>
                <a:close/>
                <a:moveTo>
                  <a:pt x="105269" y="33597"/>
                </a:moveTo>
                <a:lnTo>
                  <a:pt x="105269" y="51396"/>
                </a:lnTo>
                <a:lnTo>
                  <a:pt x="269809" y="51396"/>
                </a:lnTo>
                <a:lnTo>
                  <a:pt x="269809" y="33597"/>
                </a:lnTo>
                <a:lnTo>
                  <a:pt x="105269" y="33597"/>
                </a:lnTo>
                <a:close/>
                <a:moveTo>
                  <a:pt x="105269" y="68795"/>
                </a:moveTo>
                <a:lnTo>
                  <a:pt x="105269" y="89794"/>
                </a:lnTo>
                <a:lnTo>
                  <a:pt x="269809" y="89794"/>
                </a:lnTo>
                <a:lnTo>
                  <a:pt x="269809" y="68795"/>
                </a:lnTo>
                <a:lnTo>
                  <a:pt x="105269" y="68795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9" name="任意多边形: 形状 158">
            <a:extLst>
              <a:ext uri="{FF2B5EF4-FFF2-40B4-BE49-F238E27FC236}">
                <a16:creationId xmlns:a16="http://schemas.microsoft.com/office/drawing/2014/main" id="{41B2353D-0F2D-9237-5069-41D8521A557C}"/>
              </a:ext>
            </a:extLst>
          </p:cNvPr>
          <p:cNvSpPr/>
          <p:nvPr/>
        </p:nvSpPr>
        <p:spPr>
          <a:xfrm>
            <a:off x="5694345" y="3268652"/>
            <a:ext cx="375077" cy="136492"/>
          </a:xfrm>
          <a:custGeom>
            <a:avLst/>
            <a:gdLst>
              <a:gd name="connsiteX0" fmla="*/ 232161 w 375077"/>
              <a:gd name="connsiteY0" fmla="*/ 0 h 136492"/>
              <a:gd name="connsiteX1" fmla="*/ 279408 w 375077"/>
              <a:gd name="connsiteY1" fmla="*/ 23824 h 136492"/>
              <a:gd name="connsiteX2" fmla="*/ 265284 w 375077"/>
              <a:gd name="connsiteY2" fmla="*/ 35548 h 136492"/>
              <a:gd name="connsiteX3" fmla="*/ 265284 w 375077"/>
              <a:gd name="connsiteY3" fmla="*/ 64172 h 136492"/>
              <a:gd name="connsiteX4" fmla="*/ 306832 w 375077"/>
              <a:gd name="connsiteY4" fmla="*/ 64172 h 136492"/>
              <a:gd name="connsiteX5" fmla="*/ 337680 w 375077"/>
              <a:gd name="connsiteY5" fmla="*/ 37473 h 136492"/>
              <a:gd name="connsiteX6" fmla="*/ 375077 w 375077"/>
              <a:gd name="connsiteY6" fmla="*/ 81595 h 136492"/>
              <a:gd name="connsiteX7" fmla="*/ 265284 w 375077"/>
              <a:gd name="connsiteY7" fmla="*/ 81595 h 136492"/>
              <a:gd name="connsiteX8" fmla="*/ 266859 w 375077"/>
              <a:gd name="connsiteY8" fmla="*/ 119043 h 136492"/>
              <a:gd name="connsiteX9" fmla="*/ 233711 w 375077"/>
              <a:gd name="connsiteY9" fmla="*/ 131792 h 136492"/>
              <a:gd name="connsiteX10" fmla="*/ 233711 w 375077"/>
              <a:gd name="connsiteY10" fmla="*/ 81595 h 136492"/>
              <a:gd name="connsiteX11" fmla="*/ 153916 w 375077"/>
              <a:gd name="connsiteY11" fmla="*/ 81595 h 136492"/>
              <a:gd name="connsiteX12" fmla="*/ 153916 w 375077"/>
              <a:gd name="connsiteY12" fmla="*/ 122068 h 136492"/>
              <a:gd name="connsiteX13" fmla="*/ 120768 w 375077"/>
              <a:gd name="connsiteY13" fmla="*/ 136492 h 136492"/>
              <a:gd name="connsiteX14" fmla="*/ 122343 w 375077"/>
              <a:gd name="connsiteY14" fmla="*/ 81595 h 136492"/>
              <a:gd name="connsiteX15" fmla="*/ 56547 w 375077"/>
              <a:gd name="connsiteY15" fmla="*/ 81595 h 136492"/>
              <a:gd name="connsiteX16" fmla="*/ 17399 w 375077"/>
              <a:gd name="connsiteY16" fmla="*/ 86295 h 136492"/>
              <a:gd name="connsiteX17" fmla="*/ 0 w 375077"/>
              <a:gd name="connsiteY17" fmla="*/ 64172 h 136492"/>
              <a:gd name="connsiteX18" fmla="*/ 122343 w 375077"/>
              <a:gd name="connsiteY18" fmla="*/ 64172 h 136492"/>
              <a:gd name="connsiteX19" fmla="*/ 120768 w 375077"/>
              <a:gd name="connsiteY19" fmla="*/ 1575 h 136492"/>
              <a:gd name="connsiteX20" fmla="*/ 166465 w 375077"/>
              <a:gd name="connsiteY20" fmla="*/ 23374 h 136492"/>
              <a:gd name="connsiteX21" fmla="*/ 153916 w 375077"/>
              <a:gd name="connsiteY21" fmla="*/ 36748 h 136492"/>
              <a:gd name="connsiteX22" fmla="*/ 153916 w 375077"/>
              <a:gd name="connsiteY22" fmla="*/ 64172 h 136492"/>
              <a:gd name="connsiteX23" fmla="*/ 233711 w 375077"/>
              <a:gd name="connsiteY23" fmla="*/ 64172 h 136492"/>
              <a:gd name="connsiteX24" fmla="*/ 232161 w 375077"/>
              <a:gd name="connsiteY24" fmla="*/ 0 h 136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375077" h="136492">
                <a:moveTo>
                  <a:pt x="232161" y="0"/>
                </a:moveTo>
                <a:lnTo>
                  <a:pt x="279408" y="23824"/>
                </a:lnTo>
                <a:lnTo>
                  <a:pt x="265284" y="35548"/>
                </a:lnTo>
                <a:lnTo>
                  <a:pt x="265284" y="64172"/>
                </a:lnTo>
                <a:lnTo>
                  <a:pt x="306832" y="64172"/>
                </a:lnTo>
                <a:lnTo>
                  <a:pt x="337680" y="37473"/>
                </a:lnTo>
                <a:lnTo>
                  <a:pt x="375077" y="81595"/>
                </a:lnTo>
                <a:lnTo>
                  <a:pt x="265284" y="81595"/>
                </a:lnTo>
                <a:cubicBezTo>
                  <a:pt x="265284" y="93411"/>
                  <a:pt x="265809" y="105894"/>
                  <a:pt x="266859" y="119043"/>
                </a:cubicBezTo>
                <a:lnTo>
                  <a:pt x="233711" y="131792"/>
                </a:lnTo>
                <a:lnTo>
                  <a:pt x="233711" y="81595"/>
                </a:lnTo>
                <a:lnTo>
                  <a:pt x="153916" y="81595"/>
                </a:lnTo>
                <a:lnTo>
                  <a:pt x="153916" y="122068"/>
                </a:lnTo>
                <a:lnTo>
                  <a:pt x="120768" y="136492"/>
                </a:lnTo>
                <a:cubicBezTo>
                  <a:pt x="121818" y="114477"/>
                  <a:pt x="122343" y="96178"/>
                  <a:pt x="122343" y="81595"/>
                </a:cubicBezTo>
                <a:lnTo>
                  <a:pt x="56547" y="81595"/>
                </a:lnTo>
                <a:cubicBezTo>
                  <a:pt x="43398" y="81595"/>
                  <a:pt x="30348" y="83162"/>
                  <a:pt x="17399" y="86295"/>
                </a:cubicBezTo>
                <a:lnTo>
                  <a:pt x="0" y="64172"/>
                </a:lnTo>
                <a:lnTo>
                  <a:pt x="122343" y="64172"/>
                </a:lnTo>
                <a:cubicBezTo>
                  <a:pt x="122343" y="42573"/>
                  <a:pt x="121818" y="21707"/>
                  <a:pt x="120768" y="1575"/>
                </a:cubicBezTo>
                <a:lnTo>
                  <a:pt x="166465" y="23374"/>
                </a:lnTo>
                <a:lnTo>
                  <a:pt x="153916" y="36748"/>
                </a:lnTo>
                <a:lnTo>
                  <a:pt x="153916" y="64172"/>
                </a:lnTo>
                <a:lnTo>
                  <a:pt x="233711" y="64172"/>
                </a:lnTo>
                <a:cubicBezTo>
                  <a:pt x="233711" y="43556"/>
                  <a:pt x="233194" y="22166"/>
                  <a:pt x="232161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8" name="任意多边形: 形状 157">
            <a:extLst>
              <a:ext uri="{FF2B5EF4-FFF2-40B4-BE49-F238E27FC236}">
                <a16:creationId xmlns:a16="http://schemas.microsoft.com/office/drawing/2014/main" id="{B96E5241-4641-95F7-A011-8E8BA9CF924E}"/>
              </a:ext>
            </a:extLst>
          </p:cNvPr>
          <p:cNvSpPr/>
          <p:nvPr/>
        </p:nvSpPr>
        <p:spPr>
          <a:xfrm>
            <a:off x="5319170" y="3275052"/>
            <a:ext cx="66071" cy="77070"/>
          </a:xfrm>
          <a:custGeom>
            <a:avLst/>
            <a:gdLst>
              <a:gd name="connsiteX0" fmla="*/ 5874 w 66071"/>
              <a:gd name="connsiteY0" fmla="*/ 0 h 77070"/>
              <a:gd name="connsiteX1" fmla="*/ 51934 w 66071"/>
              <a:gd name="connsiteY1" fmla="*/ 27523 h 77070"/>
              <a:gd name="connsiteX2" fmla="*/ 66071 w 66071"/>
              <a:gd name="connsiteY2" fmla="*/ 54397 h 77070"/>
              <a:gd name="connsiteX3" fmla="*/ 58809 w 66071"/>
              <a:gd name="connsiteY3" fmla="*/ 72933 h 77070"/>
              <a:gd name="connsiteX4" fmla="*/ 48722 w 66071"/>
              <a:gd name="connsiteY4" fmla="*/ 77070 h 77070"/>
              <a:gd name="connsiteX5" fmla="*/ 31673 w 66071"/>
              <a:gd name="connsiteY5" fmla="*/ 56797 h 77070"/>
              <a:gd name="connsiteX6" fmla="*/ 0 w 66071"/>
              <a:gd name="connsiteY6" fmla="*/ 10399 h 77070"/>
              <a:gd name="connsiteX7" fmla="*/ 5874 w 66071"/>
              <a:gd name="connsiteY7" fmla="*/ 0 h 77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6071" h="77070">
                <a:moveTo>
                  <a:pt x="5874" y="0"/>
                </a:moveTo>
                <a:cubicBezTo>
                  <a:pt x="27156" y="10033"/>
                  <a:pt x="42510" y="19207"/>
                  <a:pt x="51934" y="27523"/>
                </a:cubicBezTo>
                <a:cubicBezTo>
                  <a:pt x="61358" y="35840"/>
                  <a:pt x="66071" y="44797"/>
                  <a:pt x="66071" y="54397"/>
                </a:cubicBezTo>
                <a:cubicBezTo>
                  <a:pt x="66071" y="63996"/>
                  <a:pt x="63650" y="70175"/>
                  <a:pt x="58809" y="72933"/>
                </a:cubicBezTo>
                <a:cubicBezTo>
                  <a:pt x="53967" y="75691"/>
                  <a:pt x="50605" y="77070"/>
                  <a:pt x="48722" y="77070"/>
                </a:cubicBezTo>
                <a:cubicBezTo>
                  <a:pt x="41022" y="77070"/>
                  <a:pt x="35339" y="70312"/>
                  <a:pt x="31673" y="56797"/>
                </a:cubicBezTo>
                <a:cubicBezTo>
                  <a:pt x="26640" y="43731"/>
                  <a:pt x="16082" y="28265"/>
                  <a:pt x="0" y="10399"/>
                </a:cubicBezTo>
                <a:lnTo>
                  <a:pt x="5874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7" name="任意多边形: 形状 156">
            <a:extLst>
              <a:ext uri="{FF2B5EF4-FFF2-40B4-BE49-F238E27FC236}">
                <a16:creationId xmlns:a16="http://schemas.microsoft.com/office/drawing/2014/main" id="{2C156867-540F-E058-534C-0E34DEA3D3F5}"/>
              </a:ext>
            </a:extLst>
          </p:cNvPr>
          <p:cNvSpPr/>
          <p:nvPr/>
        </p:nvSpPr>
        <p:spPr>
          <a:xfrm>
            <a:off x="5377189" y="3281327"/>
            <a:ext cx="260584" cy="356903"/>
          </a:xfrm>
          <a:custGeom>
            <a:avLst/>
            <a:gdLst>
              <a:gd name="connsiteX0" fmla="*/ 233711 w 260584"/>
              <a:gd name="connsiteY0" fmla="*/ 0 h 356903"/>
              <a:gd name="connsiteX1" fmla="*/ 260584 w 260584"/>
              <a:gd name="connsiteY1" fmla="*/ 27848 h 356903"/>
              <a:gd name="connsiteX2" fmla="*/ 248035 w 260584"/>
              <a:gd name="connsiteY2" fmla="*/ 38647 h 356903"/>
              <a:gd name="connsiteX3" fmla="*/ 248035 w 260584"/>
              <a:gd name="connsiteY3" fmla="*/ 314380 h 356903"/>
              <a:gd name="connsiteX4" fmla="*/ 241735 w 260584"/>
              <a:gd name="connsiteY4" fmla="*/ 339029 h 356903"/>
              <a:gd name="connsiteX5" fmla="*/ 214312 w 260584"/>
              <a:gd name="connsiteY5" fmla="*/ 356903 h 356903"/>
              <a:gd name="connsiteX6" fmla="*/ 155316 w 260584"/>
              <a:gd name="connsiteY6" fmla="*/ 324855 h 356903"/>
              <a:gd name="connsiteX7" fmla="*/ 155316 w 260584"/>
              <a:gd name="connsiteY7" fmla="*/ 308081 h 356903"/>
              <a:gd name="connsiteX8" fmla="*/ 213262 w 260584"/>
              <a:gd name="connsiteY8" fmla="*/ 314056 h 356903"/>
              <a:gd name="connsiteX9" fmla="*/ 218062 w 260584"/>
              <a:gd name="connsiteY9" fmla="*/ 305031 h 356903"/>
              <a:gd name="connsiteX10" fmla="*/ 218062 w 260584"/>
              <a:gd name="connsiteY10" fmla="*/ 150515 h 356903"/>
              <a:gd name="connsiteX11" fmla="*/ 125592 w 260584"/>
              <a:gd name="connsiteY11" fmla="*/ 150515 h 356903"/>
              <a:gd name="connsiteX12" fmla="*/ 86445 w 260584"/>
              <a:gd name="connsiteY12" fmla="*/ 155215 h 356903"/>
              <a:gd name="connsiteX13" fmla="*/ 77070 w 260584"/>
              <a:gd name="connsiteY13" fmla="*/ 143312 h 356903"/>
              <a:gd name="connsiteX14" fmla="*/ 77070 w 260584"/>
              <a:gd name="connsiteY14" fmla="*/ 162115 h 356903"/>
              <a:gd name="connsiteX15" fmla="*/ 6975 w 260584"/>
              <a:gd name="connsiteY15" fmla="*/ 356903 h 356903"/>
              <a:gd name="connsiteX16" fmla="*/ 0 w 260584"/>
              <a:gd name="connsiteY16" fmla="*/ 347853 h 356903"/>
              <a:gd name="connsiteX17" fmla="*/ 36485 w 260584"/>
              <a:gd name="connsiteY17" fmla="*/ 275161 h 356903"/>
              <a:gd name="connsiteX18" fmla="*/ 42110 w 260584"/>
              <a:gd name="connsiteY18" fmla="*/ 237684 h 356903"/>
              <a:gd name="connsiteX19" fmla="*/ 42111 w 260584"/>
              <a:gd name="connsiteY19" fmla="*/ 237682 h 356903"/>
              <a:gd name="connsiteX20" fmla="*/ 42111 w 260584"/>
              <a:gd name="connsiteY20" fmla="*/ 237682 h 356903"/>
              <a:gd name="connsiteX21" fmla="*/ 44122 w 260584"/>
              <a:gd name="connsiteY21" fmla="*/ 235011 h 356903"/>
              <a:gd name="connsiteX22" fmla="*/ 44122 w 260584"/>
              <a:gd name="connsiteY22" fmla="*/ 235011 h 356903"/>
              <a:gd name="connsiteX23" fmla="*/ 44122 w 260584"/>
              <a:gd name="connsiteY23" fmla="*/ 235010 h 356903"/>
              <a:gd name="connsiteX24" fmla="*/ 42731 w 260584"/>
              <a:gd name="connsiteY24" fmla="*/ 233552 h 356903"/>
              <a:gd name="connsiteX25" fmla="*/ 42731 w 260584"/>
              <a:gd name="connsiteY25" fmla="*/ 233551 h 356903"/>
              <a:gd name="connsiteX26" fmla="*/ 42730 w 260584"/>
              <a:gd name="connsiteY26" fmla="*/ 233550 h 356903"/>
              <a:gd name="connsiteX27" fmla="*/ 48647 w 260584"/>
              <a:gd name="connsiteY27" fmla="*/ 194125 h 356903"/>
              <a:gd name="connsiteX28" fmla="*/ 48647 w 260584"/>
              <a:gd name="connsiteY28" fmla="*/ 80795 h 356903"/>
              <a:gd name="connsiteX29" fmla="*/ 47072 w 260584"/>
              <a:gd name="connsiteY29" fmla="*/ 2150 h 356903"/>
              <a:gd name="connsiteX30" fmla="*/ 76895 w 260584"/>
              <a:gd name="connsiteY30" fmla="*/ 16299 h 356903"/>
              <a:gd name="connsiteX31" fmla="*/ 217137 w 260584"/>
              <a:gd name="connsiteY31" fmla="*/ 16299 h 356903"/>
              <a:gd name="connsiteX32" fmla="*/ 233711 w 260584"/>
              <a:gd name="connsiteY32" fmla="*/ 0 h 356903"/>
              <a:gd name="connsiteX33" fmla="*/ 77070 w 260584"/>
              <a:gd name="connsiteY33" fmla="*/ 33723 h 356903"/>
              <a:gd name="connsiteX34" fmla="*/ 77070 w 260584"/>
              <a:gd name="connsiteY34" fmla="*/ 133092 h 356903"/>
              <a:gd name="connsiteX35" fmla="*/ 131767 w 260584"/>
              <a:gd name="connsiteY35" fmla="*/ 133092 h 356903"/>
              <a:gd name="connsiteX36" fmla="*/ 131767 w 260584"/>
              <a:gd name="connsiteY36" fmla="*/ 97914 h 356903"/>
              <a:gd name="connsiteX37" fmla="*/ 115356 w 260584"/>
              <a:gd name="connsiteY37" fmla="*/ 98900 h 356903"/>
              <a:gd name="connsiteX38" fmla="*/ 95869 w 260584"/>
              <a:gd name="connsiteY38" fmla="*/ 102443 h 356903"/>
              <a:gd name="connsiteX39" fmla="*/ 78445 w 260584"/>
              <a:gd name="connsiteY39" fmla="*/ 80320 h 356903"/>
              <a:gd name="connsiteX40" fmla="*/ 131767 w 260584"/>
              <a:gd name="connsiteY40" fmla="*/ 80320 h 356903"/>
              <a:gd name="connsiteX41" fmla="*/ 130517 w 260584"/>
              <a:gd name="connsiteY41" fmla="*/ 33723 h 356903"/>
              <a:gd name="connsiteX42" fmla="*/ 77070 w 260584"/>
              <a:gd name="connsiteY42" fmla="*/ 33723 h 356903"/>
              <a:gd name="connsiteX43" fmla="*/ 144516 w 260584"/>
              <a:gd name="connsiteY43" fmla="*/ 33723 h 356903"/>
              <a:gd name="connsiteX44" fmla="*/ 171190 w 260584"/>
              <a:gd name="connsiteY44" fmla="*/ 41172 h 356903"/>
              <a:gd name="connsiteX45" fmla="*/ 160190 w 260584"/>
              <a:gd name="connsiteY45" fmla="*/ 52971 h 356903"/>
              <a:gd name="connsiteX46" fmla="*/ 160190 w 260584"/>
              <a:gd name="connsiteY46" fmla="*/ 80320 h 356903"/>
              <a:gd name="connsiteX47" fmla="*/ 170165 w 260584"/>
              <a:gd name="connsiteY47" fmla="*/ 80320 h 356903"/>
              <a:gd name="connsiteX48" fmla="*/ 188389 w 260584"/>
              <a:gd name="connsiteY48" fmla="*/ 63021 h 356903"/>
              <a:gd name="connsiteX49" fmla="*/ 216662 w 260584"/>
              <a:gd name="connsiteY49" fmla="*/ 97719 h 356903"/>
              <a:gd name="connsiteX50" fmla="*/ 160190 w 260584"/>
              <a:gd name="connsiteY50" fmla="*/ 97719 h 356903"/>
              <a:gd name="connsiteX51" fmla="*/ 160190 w 260584"/>
              <a:gd name="connsiteY51" fmla="*/ 133092 h 356903"/>
              <a:gd name="connsiteX52" fmla="*/ 176439 w 260584"/>
              <a:gd name="connsiteY52" fmla="*/ 133092 h 356903"/>
              <a:gd name="connsiteX53" fmla="*/ 196238 w 260584"/>
              <a:gd name="connsiteY53" fmla="*/ 114243 h 356903"/>
              <a:gd name="connsiteX54" fmla="*/ 218062 w 260584"/>
              <a:gd name="connsiteY54" fmla="*/ 140764 h 356903"/>
              <a:gd name="connsiteX55" fmla="*/ 218062 w 260584"/>
              <a:gd name="connsiteY55" fmla="*/ 33723 h 356903"/>
              <a:gd name="connsiteX56" fmla="*/ 144516 w 260584"/>
              <a:gd name="connsiteY56" fmla="*/ 33723 h 356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260584" h="356903">
                <a:moveTo>
                  <a:pt x="233711" y="0"/>
                </a:moveTo>
                <a:lnTo>
                  <a:pt x="260584" y="27848"/>
                </a:lnTo>
                <a:lnTo>
                  <a:pt x="248035" y="38647"/>
                </a:lnTo>
                <a:lnTo>
                  <a:pt x="248035" y="314380"/>
                </a:lnTo>
                <a:cubicBezTo>
                  <a:pt x="248035" y="324797"/>
                  <a:pt x="245935" y="333013"/>
                  <a:pt x="241735" y="339029"/>
                </a:cubicBezTo>
                <a:cubicBezTo>
                  <a:pt x="237536" y="345045"/>
                  <a:pt x="228394" y="351003"/>
                  <a:pt x="214312" y="356903"/>
                </a:cubicBezTo>
                <a:cubicBezTo>
                  <a:pt x="206296" y="340937"/>
                  <a:pt x="186630" y="330255"/>
                  <a:pt x="155316" y="324855"/>
                </a:cubicBezTo>
                <a:lnTo>
                  <a:pt x="155316" y="308081"/>
                </a:lnTo>
                <a:cubicBezTo>
                  <a:pt x="190747" y="312264"/>
                  <a:pt x="210062" y="314255"/>
                  <a:pt x="213262" y="314056"/>
                </a:cubicBezTo>
                <a:cubicBezTo>
                  <a:pt x="216462" y="313856"/>
                  <a:pt x="218062" y="310847"/>
                  <a:pt x="218062" y="305031"/>
                </a:cubicBezTo>
                <a:lnTo>
                  <a:pt x="218062" y="150515"/>
                </a:lnTo>
                <a:lnTo>
                  <a:pt x="125592" y="150515"/>
                </a:lnTo>
                <a:cubicBezTo>
                  <a:pt x="112427" y="150515"/>
                  <a:pt x="99377" y="152082"/>
                  <a:pt x="86445" y="155215"/>
                </a:cubicBezTo>
                <a:lnTo>
                  <a:pt x="77070" y="143312"/>
                </a:lnTo>
                <a:lnTo>
                  <a:pt x="77070" y="162115"/>
                </a:lnTo>
                <a:cubicBezTo>
                  <a:pt x="81253" y="248343"/>
                  <a:pt x="57888" y="313272"/>
                  <a:pt x="6975" y="356903"/>
                </a:cubicBezTo>
                <a:lnTo>
                  <a:pt x="0" y="347853"/>
                </a:lnTo>
                <a:cubicBezTo>
                  <a:pt x="16216" y="325013"/>
                  <a:pt x="28377" y="300782"/>
                  <a:pt x="36485" y="275161"/>
                </a:cubicBezTo>
                <a:lnTo>
                  <a:pt x="42110" y="237684"/>
                </a:lnTo>
                <a:lnTo>
                  <a:pt x="42111" y="237682"/>
                </a:lnTo>
                <a:lnTo>
                  <a:pt x="42111" y="237682"/>
                </a:lnTo>
                <a:lnTo>
                  <a:pt x="44122" y="235011"/>
                </a:lnTo>
                <a:lnTo>
                  <a:pt x="44122" y="235011"/>
                </a:lnTo>
                <a:lnTo>
                  <a:pt x="44122" y="235010"/>
                </a:lnTo>
                <a:lnTo>
                  <a:pt x="42731" y="233552"/>
                </a:lnTo>
                <a:lnTo>
                  <a:pt x="42731" y="233551"/>
                </a:lnTo>
                <a:lnTo>
                  <a:pt x="42730" y="233550"/>
                </a:lnTo>
                <a:lnTo>
                  <a:pt x="48647" y="194125"/>
                </a:lnTo>
                <a:cubicBezTo>
                  <a:pt x="48647" y="137320"/>
                  <a:pt x="48647" y="99544"/>
                  <a:pt x="48647" y="80795"/>
                </a:cubicBezTo>
                <a:cubicBezTo>
                  <a:pt x="48647" y="62046"/>
                  <a:pt x="48122" y="35831"/>
                  <a:pt x="47072" y="2150"/>
                </a:cubicBezTo>
                <a:lnTo>
                  <a:pt x="76895" y="16299"/>
                </a:lnTo>
                <a:lnTo>
                  <a:pt x="217137" y="16299"/>
                </a:lnTo>
                <a:lnTo>
                  <a:pt x="233711" y="0"/>
                </a:lnTo>
                <a:close/>
                <a:moveTo>
                  <a:pt x="77070" y="33723"/>
                </a:moveTo>
                <a:lnTo>
                  <a:pt x="77070" y="133092"/>
                </a:lnTo>
                <a:lnTo>
                  <a:pt x="131767" y="133092"/>
                </a:lnTo>
                <a:lnTo>
                  <a:pt x="131767" y="97914"/>
                </a:lnTo>
                <a:lnTo>
                  <a:pt x="115356" y="98900"/>
                </a:lnTo>
                <a:cubicBezTo>
                  <a:pt x="108831" y="99687"/>
                  <a:pt x="102335" y="100869"/>
                  <a:pt x="95869" y="102443"/>
                </a:cubicBezTo>
                <a:lnTo>
                  <a:pt x="78445" y="80320"/>
                </a:lnTo>
                <a:lnTo>
                  <a:pt x="131767" y="80320"/>
                </a:lnTo>
                <a:cubicBezTo>
                  <a:pt x="131767" y="61904"/>
                  <a:pt x="131350" y="46372"/>
                  <a:pt x="130517" y="33723"/>
                </a:cubicBezTo>
                <a:lnTo>
                  <a:pt x="77070" y="33723"/>
                </a:lnTo>
                <a:close/>
                <a:moveTo>
                  <a:pt x="144516" y="33723"/>
                </a:moveTo>
                <a:lnTo>
                  <a:pt x="171190" y="41172"/>
                </a:lnTo>
                <a:lnTo>
                  <a:pt x="160190" y="52971"/>
                </a:lnTo>
                <a:lnTo>
                  <a:pt x="160190" y="80320"/>
                </a:lnTo>
                <a:lnTo>
                  <a:pt x="170165" y="80320"/>
                </a:lnTo>
                <a:lnTo>
                  <a:pt x="188389" y="63021"/>
                </a:lnTo>
                <a:lnTo>
                  <a:pt x="216662" y="97719"/>
                </a:lnTo>
                <a:lnTo>
                  <a:pt x="160190" y="97719"/>
                </a:lnTo>
                <a:lnTo>
                  <a:pt x="160190" y="133092"/>
                </a:lnTo>
                <a:lnTo>
                  <a:pt x="176439" y="133092"/>
                </a:lnTo>
                <a:lnTo>
                  <a:pt x="196238" y="114243"/>
                </a:lnTo>
                <a:lnTo>
                  <a:pt x="218062" y="140764"/>
                </a:lnTo>
                <a:lnTo>
                  <a:pt x="218062" y="33723"/>
                </a:lnTo>
                <a:lnTo>
                  <a:pt x="144516" y="3372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6" name="任意多边形: 形状 155">
            <a:extLst>
              <a:ext uri="{FF2B5EF4-FFF2-40B4-BE49-F238E27FC236}">
                <a16:creationId xmlns:a16="http://schemas.microsoft.com/office/drawing/2014/main" id="{E017181A-324D-D802-C864-34444CC681BC}"/>
              </a:ext>
            </a:extLst>
          </p:cNvPr>
          <p:cNvSpPr/>
          <p:nvPr/>
        </p:nvSpPr>
        <p:spPr>
          <a:xfrm>
            <a:off x="5278372" y="3377946"/>
            <a:ext cx="141549" cy="226086"/>
          </a:xfrm>
          <a:custGeom>
            <a:avLst/>
            <a:gdLst>
              <a:gd name="connsiteX0" fmla="*/ 78470 w 141549"/>
              <a:gd name="connsiteY0" fmla="*/ 0 h 226086"/>
              <a:gd name="connsiteX1" fmla="*/ 105294 w 141549"/>
              <a:gd name="connsiteY1" fmla="*/ 27898 h 226086"/>
              <a:gd name="connsiteX2" fmla="*/ 89595 w 141549"/>
              <a:gd name="connsiteY2" fmla="*/ 40247 h 226086"/>
              <a:gd name="connsiteX3" fmla="*/ 89595 w 141549"/>
              <a:gd name="connsiteY3" fmla="*/ 172564 h 226086"/>
              <a:gd name="connsiteX4" fmla="*/ 133642 w 141549"/>
              <a:gd name="connsiteY4" fmla="*/ 128642 h 226086"/>
              <a:gd name="connsiteX5" fmla="*/ 141548 w 141549"/>
              <a:gd name="connsiteY5" fmla="*/ 136931 h 226086"/>
              <a:gd name="connsiteX6" fmla="*/ 141548 w 141549"/>
              <a:gd name="connsiteY6" fmla="*/ 136932 h 226086"/>
              <a:gd name="connsiteX7" fmla="*/ 141549 w 141549"/>
              <a:gd name="connsiteY7" fmla="*/ 136933 h 226086"/>
              <a:gd name="connsiteX8" fmla="*/ 141549 w 141549"/>
              <a:gd name="connsiteY8" fmla="*/ 136934 h 226086"/>
              <a:gd name="connsiteX9" fmla="*/ 141548 w 141549"/>
              <a:gd name="connsiteY9" fmla="*/ 136933 h 226086"/>
              <a:gd name="connsiteX10" fmla="*/ 140928 w 141549"/>
              <a:gd name="connsiteY10" fmla="*/ 141063 h 226086"/>
              <a:gd name="connsiteX11" fmla="*/ 140928 w 141549"/>
              <a:gd name="connsiteY11" fmla="*/ 141063 h 226086"/>
              <a:gd name="connsiteX12" fmla="*/ 140928 w 141549"/>
              <a:gd name="connsiteY12" fmla="*/ 141065 h 226086"/>
              <a:gd name="connsiteX13" fmla="*/ 101812 w 141549"/>
              <a:gd name="connsiteY13" fmla="*/ 193001 h 226086"/>
              <a:gd name="connsiteX14" fmla="*/ 77570 w 141549"/>
              <a:gd name="connsiteY14" fmla="*/ 226086 h 226086"/>
              <a:gd name="connsiteX15" fmla="*/ 53347 w 141549"/>
              <a:gd name="connsiteY15" fmla="*/ 200063 h 226086"/>
              <a:gd name="connsiteX16" fmla="*/ 59621 w 141549"/>
              <a:gd name="connsiteY16" fmla="*/ 177364 h 226086"/>
              <a:gd name="connsiteX17" fmla="*/ 59621 w 141549"/>
              <a:gd name="connsiteY17" fmla="*/ 34698 h 226086"/>
              <a:gd name="connsiteX18" fmla="*/ 56572 w 141549"/>
              <a:gd name="connsiteY18" fmla="*/ 34698 h 226086"/>
              <a:gd name="connsiteX19" fmla="*/ 17424 w 141549"/>
              <a:gd name="connsiteY19" fmla="*/ 39397 h 226086"/>
              <a:gd name="connsiteX20" fmla="*/ 0 w 141549"/>
              <a:gd name="connsiteY20" fmla="*/ 17299 h 226086"/>
              <a:gd name="connsiteX21" fmla="*/ 60346 w 141549"/>
              <a:gd name="connsiteY21" fmla="*/ 17299 h 226086"/>
              <a:gd name="connsiteX22" fmla="*/ 78470 w 141549"/>
              <a:gd name="connsiteY22" fmla="*/ 0 h 226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41549" h="226086">
                <a:moveTo>
                  <a:pt x="78470" y="0"/>
                </a:moveTo>
                <a:lnTo>
                  <a:pt x="105294" y="27898"/>
                </a:lnTo>
                <a:lnTo>
                  <a:pt x="89595" y="40247"/>
                </a:lnTo>
                <a:lnTo>
                  <a:pt x="89595" y="172564"/>
                </a:lnTo>
                <a:lnTo>
                  <a:pt x="133642" y="128642"/>
                </a:lnTo>
                <a:lnTo>
                  <a:pt x="141548" y="136931"/>
                </a:lnTo>
                <a:lnTo>
                  <a:pt x="141548" y="136932"/>
                </a:lnTo>
                <a:lnTo>
                  <a:pt x="141549" y="136933"/>
                </a:lnTo>
                <a:lnTo>
                  <a:pt x="141549" y="136934"/>
                </a:lnTo>
                <a:lnTo>
                  <a:pt x="141548" y="136933"/>
                </a:lnTo>
                <a:lnTo>
                  <a:pt x="140928" y="141063"/>
                </a:lnTo>
                <a:lnTo>
                  <a:pt x="140928" y="141063"/>
                </a:lnTo>
                <a:lnTo>
                  <a:pt x="140928" y="141065"/>
                </a:lnTo>
                <a:lnTo>
                  <a:pt x="101812" y="193001"/>
                </a:lnTo>
                <a:cubicBezTo>
                  <a:pt x="90917" y="207617"/>
                  <a:pt x="82837" y="218645"/>
                  <a:pt x="77570" y="226086"/>
                </a:cubicBezTo>
                <a:lnTo>
                  <a:pt x="53347" y="200063"/>
                </a:lnTo>
                <a:cubicBezTo>
                  <a:pt x="57530" y="192880"/>
                  <a:pt x="59621" y="185313"/>
                  <a:pt x="59621" y="177364"/>
                </a:cubicBezTo>
                <a:lnTo>
                  <a:pt x="59621" y="34698"/>
                </a:lnTo>
                <a:lnTo>
                  <a:pt x="56572" y="34698"/>
                </a:lnTo>
                <a:cubicBezTo>
                  <a:pt x="43406" y="34698"/>
                  <a:pt x="30357" y="36264"/>
                  <a:pt x="17424" y="39397"/>
                </a:cubicBezTo>
                <a:lnTo>
                  <a:pt x="0" y="17299"/>
                </a:lnTo>
                <a:lnTo>
                  <a:pt x="60346" y="17299"/>
                </a:lnTo>
                <a:lnTo>
                  <a:pt x="7847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5" name="任意多边形: 形状 154">
            <a:extLst>
              <a:ext uri="{FF2B5EF4-FFF2-40B4-BE49-F238E27FC236}">
                <a16:creationId xmlns:a16="http://schemas.microsoft.com/office/drawing/2014/main" id="{28502581-F566-D8CC-E527-1B6913B2E760}"/>
              </a:ext>
            </a:extLst>
          </p:cNvPr>
          <p:cNvSpPr/>
          <p:nvPr/>
        </p:nvSpPr>
        <p:spPr>
          <a:xfrm>
            <a:off x="5727268" y="3392396"/>
            <a:ext cx="298232" cy="249035"/>
          </a:xfrm>
          <a:custGeom>
            <a:avLst/>
            <a:gdLst>
              <a:gd name="connsiteX0" fmla="*/ 269709 w 298232"/>
              <a:gd name="connsiteY0" fmla="*/ 0 h 249035"/>
              <a:gd name="connsiteX1" fmla="*/ 298232 w 298232"/>
              <a:gd name="connsiteY1" fmla="*/ 27498 h 249035"/>
              <a:gd name="connsiteX2" fmla="*/ 285683 w 298232"/>
              <a:gd name="connsiteY2" fmla="*/ 39947 h 249035"/>
              <a:gd name="connsiteX3" fmla="*/ 285683 w 298232"/>
              <a:gd name="connsiteY3" fmla="*/ 145966 h 249035"/>
              <a:gd name="connsiteX4" fmla="*/ 278621 w 298232"/>
              <a:gd name="connsiteY4" fmla="*/ 173727 h 249035"/>
              <a:gd name="connsiteX5" fmla="*/ 245385 w 298232"/>
              <a:gd name="connsiteY5" fmla="*/ 194688 h 249035"/>
              <a:gd name="connsiteX6" fmla="*/ 181964 w 298232"/>
              <a:gd name="connsiteY6" fmla="*/ 157815 h 249035"/>
              <a:gd name="connsiteX7" fmla="*/ 181964 w 298232"/>
              <a:gd name="connsiteY7" fmla="*/ 141166 h 249035"/>
              <a:gd name="connsiteX8" fmla="*/ 244085 w 298232"/>
              <a:gd name="connsiteY8" fmla="*/ 149041 h 249035"/>
              <a:gd name="connsiteX9" fmla="*/ 252560 w 298232"/>
              <a:gd name="connsiteY9" fmla="*/ 139691 h 249035"/>
              <a:gd name="connsiteX10" fmla="*/ 252560 w 298232"/>
              <a:gd name="connsiteY10" fmla="*/ 36248 h 249035"/>
              <a:gd name="connsiteX11" fmla="*/ 152366 w 298232"/>
              <a:gd name="connsiteY11" fmla="*/ 36248 h 249035"/>
              <a:gd name="connsiteX12" fmla="*/ 152366 w 298232"/>
              <a:gd name="connsiteY12" fmla="*/ 178039 h 249035"/>
              <a:gd name="connsiteX13" fmla="*/ 153916 w 298232"/>
              <a:gd name="connsiteY13" fmla="*/ 232786 h 249035"/>
              <a:gd name="connsiteX14" fmla="*/ 119218 w 298232"/>
              <a:gd name="connsiteY14" fmla="*/ 249035 h 249035"/>
              <a:gd name="connsiteX15" fmla="*/ 120793 w 298232"/>
              <a:gd name="connsiteY15" fmla="*/ 174889 h 249035"/>
              <a:gd name="connsiteX16" fmla="*/ 120793 w 298232"/>
              <a:gd name="connsiteY16" fmla="*/ 36248 h 249035"/>
              <a:gd name="connsiteX17" fmla="*/ 56572 w 298232"/>
              <a:gd name="connsiteY17" fmla="*/ 36248 h 249035"/>
              <a:gd name="connsiteX18" fmla="*/ 17424 w 298232"/>
              <a:gd name="connsiteY18" fmla="*/ 40972 h 249035"/>
              <a:gd name="connsiteX19" fmla="*/ 0 w 298232"/>
              <a:gd name="connsiteY19" fmla="*/ 18849 h 249035"/>
              <a:gd name="connsiteX20" fmla="*/ 250160 w 298232"/>
              <a:gd name="connsiteY20" fmla="*/ 18849 h 249035"/>
              <a:gd name="connsiteX21" fmla="*/ 269709 w 298232"/>
              <a:gd name="connsiteY21" fmla="*/ 0 h 2490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298232" h="249035">
                <a:moveTo>
                  <a:pt x="269709" y="0"/>
                </a:moveTo>
                <a:lnTo>
                  <a:pt x="298232" y="27498"/>
                </a:lnTo>
                <a:lnTo>
                  <a:pt x="285683" y="39947"/>
                </a:lnTo>
                <a:lnTo>
                  <a:pt x="285683" y="145966"/>
                </a:lnTo>
                <a:cubicBezTo>
                  <a:pt x="285683" y="157399"/>
                  <a:pt x="283329" y="166652"/>
                  <a:pt x="278621" y="173727"/>
                </a:cubicBezTo>
                <a:cubicBezTo>
                  <a:pt x="273913" y="180801"/>
                  <a:pt x="262834" y="187788"/>
                  <a:pt x="245385" y="194688"/>
                </a:cubicBezTo>
                <a:cubicBezTo>
                  <a:pt x="237419" y="176522"/>
                  <a:pt x="216279" y="164232"/>
                  <a:pt x="181964" y="157815"/>
                </a:cubicBezTo>
                <a:lnTo>
                  <a:pt x="181964" y="141166"/>
                </a:lnTo>
                <a:cubicBezTo>
                  <a:pt x="217729" y="146416"/>
                  <a:pt x="238436" y="149041"/>
                  <a:pt x="244085" y="149041"/>
                </a:cubicBezTo>
                <a:cubicBezTo>
                  <a:pt x="249735" y="149041"/>
                  <a:pt x="252560" y="145924"/>
                  <a:pt x="252560" y="139691"/>
                </a:cubicBezTo>
                <a:lnTo>
                  <a:pt x="252560" y="36248"/>
                </a:lnTo>
                <a:lnTo>
                  <a:pt x="152366" y="36248"/>
                </a:lnTo>
                <a:lnTo>
                  <a:pt x="152366" y="178039"/>
                </a:lnTo>
                <a:cubicBezTo>
                  <a:pt x="152366" y="197588"/>
                  <a:pt x="152883" y="215837"/>
                  <a:pt x="153916" y="232786"/>
                </a:cubicBezTo>
                <a:lnTo>
                  <a:pt x="119218" y="249035"/>
                </a:lnTo>
                <a:cubicBezTo>
                  <a:pt x="120268" y="221670"/>
                  <a:pt x="120793" y="196955"/>
                  <a:pt x="120793" y="174889"/>
                </a:cubicBezTo>
                <a:lnTo>
                  <a:pt x="120793" y="36248"/>
                </a:lnTo>
                <a:lnTo>
                  <a:pt x="56572" y="36248"/>
                </a:lnTo>
                <a:cubicBezTo>
                  <a:pt x="43406" y="36248"/>
                  <a:pt x="30357" y="37823"/>
                  <a:pt x="17424" y="40972"/>
                </a:cubicBezTo>
                <a:lnTo>
                  <a:pt x="0" y="18849"/>
                </a:lnTo>
                <a:lnTo>
                  <a:pt x="250160" y="18849"/>
                </a:lnTo>
                <a:lnTo>
                  <a:pt x="269709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4" name="任意多边形: 形状 153">
            <a:extLst>
              <a:ext uri="{FF2B5EF4-FFF2-40B4-BE49-F238E27FC236}">
                <a16:creationId xmlns:a16="http://schemas.microsoft.com/office/drawing/2014/main" id="{57326611-5EE2-2F94-7F9F-65CABA202B6A}"/>
              </a:ext>
            </a:extLst>
          </p:cNvPr>
          <p:cNvSpPr/>
          <p:nvPr/>
        </p:nvSpPr>
        <p:spPr>
          <a:xfrm>
            <a:off x="6529295" y="3419468"/>
            <a:ext cx="368802" cy="210662"/>
          </a:xfrm>
          <a:custGeom>
            <a:avLst/>
            <a:gdLst>
              <a:gd name="connsiteX0" fmla="*/ 62746 w 368802"/>
              <a:gd name="connsiteY0" fmla="*/ 0 h 210662"/>
              <a:gd name="connsiteX1" fmla="*/ 91019 w 368802"/>
              <a:gd name="connsiteY1" fmla="*/ 14149 h 210662"/>
              <a:gd name="connsiteX2" fmla="*/ 268534 w 368802"/>
              <a:gd name="connsiteY2" fmla="*/ 14149 h 210662"/>
              <a:gd name="connsiteX3" fmla="*/ 279683 w 368802"/>
              <a:gd name="connsiteY3" fmla="*/ 0 h 210662"/>
              <a:gd name="connsiteX4" fmla="*/ 309206 w 368802"/>
              <a:gd name="connsiteY4" fmla="*/ 22499 h 210662"/>
              <a:gd name="connsiteX5" fmla="*/ 298232 w 368802"/>
              <a:gd name="connsiteY5" fmla="*/ 33673 h 210662"/>
              <a:gd name="connsiteX6" fmla="*/ 299782 w 368802"/>
              <a:gd name="connsiteY6" fmla="*/ 116193 h 210662"/>
              <a:gd name="connsiteX7" fmla="*/ 268234 w 368802"/>
              <a:gd name="connsiteY7" fmla="*/ 127317 h 210662"/>
              <a:gd name="connsiteX8" fmla="*/ 268234 w 368802"/>
              <a:gd name="connsiteY8" fmla="*/ 114768 h 210662"/>
              <a:gd name="connsiteX9" fmla="*/ 197838 w 368802"/>
              <a:gd name="connsiteY9" fmla="*/ 114768 h 210662"/>
              <a:gd name="connsiteX10" fmla="*/ 197838 w 368802"/>
              <a:gd name="connsiteY10" fmla="*/ 142142 h 210662"/>
              <a:gd name="connsiteX11" fmla="*/ 275508 w 368802"/>
              <a:gd name="connsiteY11" fmla="*/ 142142 h 210662"/>
              <a:gd name="connsiteX12" fmla="*/ 300182 w 368802"/>
              <a:gd name="connsiteY12" fmla="*/ 121718 h 210662"/>
              <a:gd name="connsiteX13" fmla="*/ 329605 w 368802"/>
              <a:gd name="connsiteY13" fmla="*/ 159566 h 210662"/>
              <a:gd name="connsiteX14" fmla="*/ 197838 w 368802"/>
              <a:gd name="connsiteY14" fmla="*/ 159566 h 210662"/>
              <a:gd name="connsiteX15" fmla="*/ 197838 w 368802"/>
              <a:gd name="connsiteY15" fmla="*/ 188564 h 210662"/>
              <a:gd name="connsiteX16" fmla="*/ 311481 w 368802"/>
              <a:gd name="connsiteY16" fmla="*/ 188564 h 210662"/>
              <a:gd name="connsiteX17" fmla="*/ 337779 w 368802"/>
              <a:gd name="connsiteY17" fmla="*/ 164990 h 210662"/>
              <a:gd name="connsiteX18" fmla="*/ 368802 w 368802"/>
              <a:gd name="connsiteY18" fmla="*/ 205963 h 210662"/>
              <a:gd name="connsiteX19" fmla="*/ 56546 w 368802"/>
              <a:gd name="connsiteY19" fmla="*/ 205963 h 210662"/>
              <a:gd name="connsiteX20" fmla="*/ 17399 w 368802"/>
              <a:gd name="connsiteY20" fmla="*/ 210662 h 210662"/>
              <a:gd name="connsiteX21" fmla="*/ 0 w 368802"/>
              <a:gd name="connsiteY21" fmla="*/ 188564 h 210662"/>
              <a:gd name="connsiteX22" fmla="*/ 167840 w 368802"/>
              <a:gd name="connsiteY22" fmla="*/ 188564 h 210662"/>
              <a:gd name="connsiteX23" fmla="*/ 167840 w 368802"/>
              <a:gd name="connsiteY23" fmla="*/ 159566 h 210662"/>
              <a:gd name="connsiteX24" fmla="*/ 91069 w 368802"/>
              <a:gd name="connsiteY24" fmla="*/ 159566 h 210662"/>
              <a:gd name="connsiteX25" fmla="*/ 51922 w 368802"/>
              <a:gd name="connsiteY25" fmla="*/ 164265 h 210662"/>
              <a:gd name="connsiteX26" fmla="*/ 34498 w 368802"/>
              <a:gd name="connsiteY26" fmla="*/ 142142 h 210662"/>
              <a:gd name="connsiteX27" fmla="*/ 167840 w 368802"/>
              <a:gd name="connsiteY27" fmla="*/ 142142 h 210662"/>
              <a:gd name="connsiteX28" fmla="*/ 167840 w 368802"/>
              <a:gd name="connsiteY28" fmla="*/ 114768 h 210662"/>
              <a:gd name="connsiteX29" fmla="*/ 94294 w 368802"/>
              <a:gd name="connsiteY29" fmla="*/ 114768 h 210662"/>
              <a:gd name="connsiteX30" fmla="*/ 94294 w 368802"/>
              <a:gd name="connsiteY30" fmla="*/ 122793 h 210662"/>
              <a:gd name="connsiteX31" fmla="*/ 62746 w 368802"/>
              <a:gd name="connsiteY31" fmla="*/ 132017 h 210662"/>
              <a:gd name="connsiteX32" fmla="*/ 64296 w 368802"/>
              <a:gd name="connsiteY32" fmla="*/ 65384 h 210662"/>
              <a:gd name="connsiteX33" fmla="*/ 62746 w 368802"/>
              <a:gd name="connsiteY33" fmla="*/ 0 h 210662"/>
              <a:gd name="connsiteX34" fmla="*/ 94294 w 368802"/>
              <a:gd name="connsiteY34" fmla="*/ 31573 h 210662"/>
              <a:gd name="connsiteX35" fmla="*/ 94294 w 368802"/>
              <a:gd name="connsiteY35" fmla="*/ 57372 h 210662"/>
              <a:gd name="connsiteX36" fmla="*/ 167840 w 368802"/>
              <a:gd name="connsiteY36" fmla="*/ 57372 h 210662"/>
              <a:gd name="connsiteX37" fmla="*/ 167840 w 368802"/>
              <a:gd name="connsiteY37" fmla="*/ 31573 h 210662"/>
              <a:gd name="connsiteX38" fmla="*/ 94294 w 368802"/>
              <a:gd name="connsiteY38" fmla="*/ 31573 h 210662"/>
              <a:gd name="connsiteX39" fmla="*/ 197838 w 368802"/>
              <a:gd name="connsiteY39" fmla="*/ 31573 h 210662"/>
              <a:gd name="connsiteX40" fmla="*/ 197838 w 368802"/>
              <a:gd name="connsiteY40" fmla="*/ 57372 h 210662"/>
              <a:gd name="connsiteX41" fmla="*/ 268234 w 368802"/>
              <a:gd name="connsiteY41" fmla="*/ 57372 h 210662"/>
              <a:gd name="connsiteX42" fmla="*/ 268234 w 368802"/>
              <a:gd name="connsiteY42" fmla="*/ 31573 h 210662"/>
              <a:gd name="connsiteX43" fmla="*/ 197838 w 368802"/>
              <a:gd name="connsiteY43" fmla="*/ 31573 h 210662"/>
              <a:gd name="connsiteX44" fmla="*/ 94294 w 368802"/>
              <a:gd name="connsiteY44" fmla="*/ 74771 h 210662"/>
              <a:gd name="connsiteX45" fmla="*/ 94294 w 368802"/>
              <a:gd name="connsiteY45" fmla="*/ 97344 h 210662"/>
              <a:gd name="connsiteX46" fmla="*/ 167840 w 368802"/>
              <a:gd name="connsiteY46" fmla="*/ 97344 h 210662"/>
              <a:gd name="connsiteX47" fmla="*/ 167840 w 368802"/>
              <a:gd name="connsiteY47" fmla="*/ 74771 h 210662"/>
              <a:gd name="connsiteX48" fmla="*/ 94294 w 368802"/>
              <a:gd name="connsiteY48" fmla="*/ 74771 h 210662"/>
              <a:gd name="connsiteX49" fmla="*/ 197838 w 368802"/>
              <a:gd name="connsiteY49" fmla="*/ 74771 h 210662"/>
              <a:gd name="connsiteX50" fmla="*/ 197838 w 368802"/>
              <a:gd name="connsiteY50" fmla="*/ 97344 h 210662"/>
              <a:gd name="connsiteX51" fmla="*/ 268234 w 368802"/>
              <a:gd name="connsiteY51" fmla="*/ 97344 h 210662"/>
              <a:gd name="connsiteX52" fmla="*/ 268234 w 368802"/>
              <a:gd name="connsiteY52" fmla="*/ 74771 h 210662"/>
              <a:gd name="connsiteX53" fmla="*/ 197838 w 368802"/>
              <a:gd name="connsiteY53" fmla="*/ 74771 h 210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368802" h="210662">
                <a:moveTo>
                  <a:pt x="62746" y="0"/>
                </a:moveTo>
                <a:lnTo>
                  <a:pt x="91019" y="14149"/>
                </a:lnTo>
                <a:lnTo>
                  <a:pt x="268534" y="14149"/>
                </a:lnTo>
                <a:lnTo>
                  <a:pt x="279683" y="0"/>
                </a:lnTo>
                <a:lnTo>
                  <a:pt x="309206" y="22499"/>
                </a:lnTo>
                <a:lnTo>
                  <a:pt x="298232" y="33673"/>
                </a:lnTo>
                <a:cubicBezTo>
                  <a:pt x="298232" y="73537"/>
                  <a:pt x="298748" y="101044"/>
                  <a:pt x="299782" y="116193"/>
                </a:cubicBezTo>
                <a:lnTo>
                  <a:pt x="268234" y="127317"/>
                </a:lnTo>
                <a:lnTo>
                  <a:pt x="268234" y="114768"/>
                </a:lnTo>
                <a:lnTo>
                  <a:pt x="197838" y="114768"/>
                </a:lnTo>
                <a:lnTo>
                  <a:pt x="197838" y="142142"/>
                </a:lnTo>
                <a:lnTo>
                  <a:pt x="275508" y="142142"/>
                </a:lnTo>
                <a:lnTo>
                  <a:pt x="300182" y="121718"/>
                </a:lnTo>
                <a:lnTo>
                  <a:pt x="329605" y="159566"/>
                </a:lnTo>
                <a:lnTo>
                  <a:pt x="197838" y="159566"/>
                </a:lnTo>
                <a:lnTo>
                  <a:pt x="197838" y="188564"/>
                </a:lnTo>
                <a:lnTo>
                  <a:pt x="311481" y="188564"/>
                </a:lnTo>
                <a:lnTo>
                  <a:pt x="337779" y="164990"/>
                </a:lnTo>
                <a:lnTo>
                  <a:pt x="368802" y="205963"/>
                </a:lnTo>
                <a:lnTo>
                  <a:pt x="56546" y="205963"/>
                </a:lnTo>
                <a:cubicBezTo>
                  <a:pt x="43397" y="205963"/>
                  <a:pt x="30348" y="207529"/>
                  <a:pt x="17399" y="210662"/>
                </a:cubicBezTo>
                <a:lnTo>
                  <a:pt x="0" y="188564"/>
                </a:lnTo>
                <a:lnTo>
                  <a:pt x="167840" y="188564"/>
                </a:lnTo>
                <a:lnTo>
                  <a:pt x="167840" y="159566"/>
                </a:lnTo>
                <a:lnTo>
                  <a:pt x="91069" y="159566"/>
                </a:lnTo>
                <a:cubicBezTo>
                  <a:pt x="77903" y="159566"/>
                  <a:pt x="64854" y="161132"/>
                  <a:pt x="51922" y="164265"/>
                </a:cubicBezTo>
                <a:lnTo>
                  <a:pt x="34498" y="142142"/>
                </a:lnTo>
                <a:lnTo>
                  <a:pt x="167840" y="142142"/>
                </a:lnTo>
                <a:lnTo>
                  <a:pt x="167840" y="114768"/>
                </a:lnTo>
                <a:lnTo>
                  <a:pt x="94294" y="114768"/>
                </a:lnTo>
                <a:lnTo>
                  <a:pt x="94294" y="122793"/>
                </a:lnTo>
                <a:lnTo>
                  <a:pt x="62746" y="132017"/>
                </a:lnTo>
                <a:cubicBezTo>
                  <a:pt x="63779" y="107902"/>
                  <a:pt x="64296" y="85691"/>
                  <a:pt x="64296" y="65384"/>
                </a:cubicBezTo>
                <a:cubicBezTo>
                  <a:pt x="64296" y="45077"/>
                  <a:pt x="63779" y="23282"/>
                  <a:pt x="62746" y="0"/>
                </a:cubicBezTo>
                <a:close/>
                <a:moveTo>
                  <a:pt x="94294" y="31573"/>
                </a:moveTo>
                <a:lnTo>
                  <a:pt x="94294" y="57372"/>
                </a:lnTo>
                <a:lnTo>
                  <a:pt x="167840" y="57372"/>
                </a:lnTo>
                <a:lnTo>
                  <a:pt x="167840" y="31573"/>
                </a:lnTo>
                <a:lnTo>
                  <a:pt x="94294" y="31573"/>
                </a:lnTo>
                <a:close/>
                <a:moveTo>
                  <a:pt x="197838" y="31573"/>
                </a:moveTo>
                <a:lnTo>
                  <a:pt x="197838" y="57372"/>
                </a:lnTo>
                <a:lnTo>
                  <a:pt x="268234" y="57372"/>
                </a:lnTo>
                <a:lnTo>
                  <a:pt x="268234" y="31573"/>
                </a:lnTo>
                <a:lnTo>
                  <a:pt x="197838" y="31573"/>
                </a:lnTo>
                <a:close/>
                <a:moveTo>
                  <a:pt x="94294" y="74771"/>
                </a:moveTo>
                <a:lnTo>
                  <a:pt x="94294" y="97344"/>
                </a:lnTo>
                <a:lnTo>
                  <a:pt x="167840" y="97344"/>
                </a:lnTo>
                <a:lnTo>
                  <a:pt x="167840" y="74771"/>
                </a:lnTo>
                <a:lnTo>
                  <a:pt x="94294" y="74771"/>
                </a:lnTo>
                <a:close/>
                <a:moveTo>
                  <a:pt x="197838" y="74771"/>
                </a:moveTo>
                <a:lnTo>
                  <a:pt x="197838" y="97344"/>
                </a:lnTo>
                <a:lnTo>
                  <a:pt x="268234" y="97344"/>
                </a:lnTo>
                <a:lnTo>
                  <a:pt x="268234" y="74771"/>
                </a:lnTo>
                <a:lnTo>
                  <a:pt x="197838" y="7477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3" name="任意多边形: 形状 152">
            <a:extLst>
              <a:ext uri="{FF2B5EF4-FFF2-40B4-BE49-F238E27FC236}">
                <a16:creationId xmlns:a16="http://schemas.microsoft.com/office/drawing/2014/main" id="{1E294C7C-1C4A-1F6C-8589-7F083413A97E}"/>
              </a:ext>
            </a:extLst>
          </p:cNvPr>
          <p:cNvSpPr/>
          <p:nvPr/>
        </p:nvSpPr>
        <p:spPr>
          <a:xfrm>
            <a:off x="6174617" y="3441142"/>
            <a:ext cx="280982" cy="200288"/>
          </a:xfrm>
          <a:custGeom>
            <a:avLst/>
            <a:gdLst>
              <a:gd name="connsiteX0" fmla="*/ 134891 w 280982"/>
              <a:gd name="connsiteY0" fmla="*/ 0 h 200288"/>
              <a:gd name="connsiteX1" fmla="*/ 179014 w 280982"/>
              <a:gd name="connsiteY1" fmla="*/ 21974 h 200288"/>
              <a:gd name="connsiteX2" fmla="*/ 166289 w 280982"/>
              <a:gd name="connsiteY2" fmla="*/ 35548 h 200288"/>
              <a:gd name="connsiteX3" fmla="*/ 154815 w 280982"/>
              <a:gd name="connsiteY3" fmla="*/ 98700 h 200288"/>
              <a:gd name="connsiteX4" fmla="*/ 151700 w 280982"/>
              <a:gd name="connsiteY4" fmla="*/ 105133 h 200288"/>
              <a:gd name="connsiteX5" fmla="*/ 215080 w 280982"/>
              <a:gd name="connsiteY5" fmla="*/ 123552 h 200288"/>
              <a:gd name="connsiteX6" fmla="*/ 252734 w 280982"/>
              <a:gd name="connsiteY6" fmla="*/ 136929 h 200288"/>
              <a:gd name="connsiteX7" fmla="*/ 279220 w 280982"/>
              <a:gd name="connsiteY7" fmla="*/ 157515 h 200288"/>
              <a:gd name="connsiteX8" fmla="*/ 280982 w 280982"/>
              <a:gd name="connsiteY8" fmla="*/ 171739 h 200288"/>
              <a:gd name="connsiteX9" fmla="*/ 277783 w 280982"/>
              <a:gd name="connsiteY9" fmla="*/ 188063 h 200288"/>
              <a:gd name="connsiteX10" fmla="*/ 269908 w 280982"/>
              <a:gd name="connsiteY10" fmla="*/ 195563 h 200288"/>
              <a:gd name="connsiteX11" fmla="*/ 253084 w 280982"/>
              <a:gd name="connsiteY11" fmla="*/ 185364 h 200288"/>
              <a:gd name="connsiteX12" fmla="*/ 219861 w 280982"/>
              <a:gd name="connsiteY12" fmla="*/ 157340 h 200288"/>
              <a:gd name="connsiteX13" fmla="*/ 149015 w 280982"/>
              <a:gd name="connsiteY13" fmla="*/ 118943 h 200288"/>
              <a:gd name="connsiteX14" fmla="*/ 151471 w 280982"/>
              <a:gd name="connsiteY14" fmla="*/ 105605 h 200288"/>
              <a:gd name="connsiteX15" fmla="*/ 142835 w 280982"/>
              <a:gd name="connsiteY15" fmla="*/ 123438 h 200288"/>
              <a:gd name="connsiteX16" fmla="*/ 126692 w 280982"/>
              <a:gd name="connsiteY16" fmla="*/ 143616 h 200288"/>
              <a:gd name="connsiteX17" fmla="*/ 3199 w 280982"/>
              <a:gd name="connsiteY17" fmla="*/ 200288 h 200288"/>
              <a:gd name="connsiteX18" fmla="*/ 0 w 280982"/>
              <a:gd name="connsiteY18" fmla="*/ 189163 h 200288"/>
              <a:gd name="connsiteX19" fmla="*/ 71133 w 280982"/>
              <a:gd name="connsiteY19" fmla="*/ 154703 h 200288"/>
              <a:gd name="connsiteX20" fmla="*/ 117992 w 280982"/>
              <a:gd name="connsiteY20" fmla="*/ 106906 h 200288"/>
              <a:gd name="connsiteX21" fmla="*/ 133341 w 280982"/>
              <a:gd name="connsiteY21" fmla="*/ 52634 h 200288"/>
              <a:gd name="connsiteX22" fmla="*/ 134891 w 280982"/>
              <a:gd name="connsiteY22" fmla="*/ 0 h 200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280982" h="200288">
                <a:moveTo>
                  <a:pt x="134891" y="0"/>
                </a:moveTo>
                <a:lnTo>
                  <a:pt x="179014" y="21974"/>
                </a:lnTo>
                <a:lnTo>
                  <a:pt x="166289" y="35548"/>
                </a:lnTo>
                <a:cubicBezTo>
                  <a:pt x="165239" y="59638"/>
                  <a:pt x="161415" y="80689"/>
                  <a:pt x="154815" y="98700"/>
                </a:cubicBezTo>
                <a:lnTo>
                  <a:pt x="151700" y="105133"/>
                </a:lnTo>
                <a:lnTo>
                  <a:pt x="215080" y="123552"/>
                </a:lnTo>
                <a:cubicBezTo>
                  <a:pt x="231942" y="128858"/>
                  <a:pt x="244493" y="133317"/>
                  <a:pt x="252734" y="136929"/>
                </a:cubicBezTo>
                <a:cubicBezTo>
                  <a:pt x="269216" y="144154"/>
                  <a:pt x="278045" y="151016"/>
                  <a:pt x="279220" y="157515"/>
                </a:cubicBezTo>
                <a:cubicBezTo>
                  <a:pt x="280395" y="164015"/>
                  <a:pt x="280982" y="168756"/>
                  <a:pt x="280982" y="171739"/>
                </a:cubicBezTo>
                <a:cubicBezTo>
                  <a:pt x="280982" y="177622"/>
                  <a:pt x="279916" y="183064"/>
                  <a:pt x="277783" y="188063"/>
                </a:cubicBezTo>
                <a:cubicBezTo>
                  <a:pt x="275649" y="193063"/>
                  <a:pt x="273025" y="195563"/>
                  <a:pt x="269908" y="195563"/>
                </a:cubicBezTo>
                <a:cubicBezTo>
                  <a:pt x="265392" y="195563"/>
                  <a:pt x="259784" y="192163"/>
                  <a:pt x="253084" y="185364"/>
                </a:cubicBezTo>
                <a:cubicBezTo>
                  <a:pt x="245301" y="176531"/>
                  <a:pt x="234227" y="167190"/>
                  <a:pt x="219861" y="157340"/>
                </a:cubicBezTo>
                <a:cubicBezTo>
                  <a:pt x="205495" y="147491"/>
                  <a:pt x="181880" y="134692"/>
                  <a:pt x="149015" y="118943"/>
                </a:cubicBezTo>
                <a:lnTo>
                  <a:pt x="151471" y="105605"/>
                </a:lnTo>
                <a:lnTo>
                  <a:pt x="142835" y="123438"/>
                </a:lnTo>
                <a:cubicBezTo>
                  <a:pt x="138147" y="130924"/>
                  <a:pt x="132766" y="137650"/>
                  <a:pt x="126692" y="143616"/>
                </a:cubicBezTo>
                <a:cubicBezTo>
                  <a:pt x="102393" y="167481"/>
                  <a:pt x="61229" y="186372"/>
                  <a:pt x="3199" y="200288"/>
                </a:cubicBezTo>
                <a:lnTo>
                  <a:pt x="0" y="189163"/>
                </a:lnTo>
                <a:cubicBezTo>
                  <a:pt x="25381" y="180097"/>
                  <a:pt x="49092" y="168610"/>
                  <a:pt x="71133" y="154703"/>
                </a:cubicBezTo>
                <a:cubicBezTo>
                  <a:pt x="93173" y="140796"/>
                  <a:pt x="108793" y="124863"/>
                  <a:pt x="117992" y="106906"/>
                </a:cubicBezTo>
                <a:cubicBezTo>
                  <a:pt x="127192" y="88949"/>
                  <a:pt x="132308" y="70858"/>
                  <a:pt x="133341" y="52634"/>
                </a:cubicBezTo>
                <a:cubicBezTo>
                  <a:pt x="134375" y="34410"/>
                  <a:pt x="134891" y="16866"/>
                  <a:pt x="134891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2" name="任意多边形: 形状 151">
            <a:extLst>
              <a:ext uri="{FF2B5EF4-FFF2-40B4-BE49-F238E27FC236}">
                <a16:creationId xmlns:a16="http://schemas.microsoft.com/office/drawing/2014/main" id="{B2A147AF-90CF-1289-8A4E-66007A846331}"/>
              </a:ext>
            </a:extLst>
          </p:cNvPr>
          <p:cNvSpPr/>
          <p:nvPr/>
        </p:nvSpPr>
        <p:spPr>
          <a:xfrm>
            <a:off x="5472885" y="3446717"/>
            <a:ext cx="108419" cy="133316"/>
          </a:xfrm>
          <a:custGeom>
            <a:avLst/>
            <a:gdLst>
              <a:gd name="connsiteX0" fmla="*/ 0 w 108419"/>
              <a:gd name="connsiteY0" fmla="*/ 0 h 133316"/>
              <a:gd name="connsiteX1" fmla="*/ 27049 w 108419"/>
              <a:gd name="connsiteY1" fmla="*/ 15724 h 133316"/>
              <a:gd name="connsiteX2" fmla="*/ 69746 w 108419"/>
              <a:gd name="connsiteY2" fmla="*/ 15724 h 133316"/>
              <a:gd name="connsiteX3" fmla="*/ 84745 w 108419"/>
              <a:gd name="connsiteY3" fmla="*/ 1574 h 133316"/>
              <a:gd name="connsiteX4" fmla="*/ 108419 w 108419"/>
              <a:gd name="connsiteY4" fmla="*/ 25973 h 133316"/>
              <a:gd name="connsiteX5" fmla="*/ 97444 w 108419"/>
              <a:gd name="connsiteY5" fmla="*/ 36772 h 133316"/>
              <a:gd name="connsiteX6" fmla="*/ 99019 w 108419"/>
              <a:gd name="connsiteY6" fmla="*/ 112743 h 133316"/>
              <a:gd name="connsiteX7" fmla="*/ 69021 w 108419"/>
              <a:gd name="connsiteY7" fmla="*/ 123917 h 133316"/>
              <a:gd name="connsiteX8" fmla="*/ 69021 w 108419"/>
              <a:gd name="connsiteY8" fmla="*/ 103518 h 133316"/>
              <a:gd name="connsiteX9" fmla="*/ 29998 w 108419"/>
              <a:gd name="connsiteY9" fmla="*/ 103518 h 133316"/>
              <a:gd name="connsiteX10" fmla="*/ 29998 w 108419"/>
              <a:gd name="connsiteY10" fmla="*/ 122217 h 133316"/>
              <a:gd name="connsiteX11" fmla="*/ 0 w 108419"/>
              <a:gd name="connsiteY11" fmla="*/ 133316 h 133316"/>
              <a:gd name="connsiteX12" fmla="*/ 1575 w 108419"/>
              <a:gd name="connsiteY12" fmla="*/ 67570 h 133316"/>
              <a:gd name="connsiteX13" fmla="*/ 0 w 108419"/>
              <a:gd name="connsiteY13" fmla="*/ 0 h 133316"/>
              <a:gd name="connsiteX14" fmla="*/ 29998 w 108419"/>
              <a:gd name="connsiteY14" fmla="*/ 33123 h 133316"/>
              <a:gd name="connsiteX15" fmla="*/ 29998 w 108419"/>
              <a:gd name="connsiteY15" fmla="*/ 86119 h 133316"/>
              <a:gd name="connsiteX16" fmla="*/ 69021 w 108419"/>
              <a:gd name="connsiteY16" fmla="*/ 86119 h 133316"/>
              <a:gd name="connsiteX17" fmla="*/ 69021 w 108419"/>
              <a:gd name="connsiteY17" fmla="*/ 33123 h 133316"/>
              <a:gd name="connsiteX18" fmla="*/ 29998 w 108419"/>
              <a:gd name="connsiteY18" fmla="*/ 33123 h 133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08419" h="133316">
                <a:moveTo>
                  <a:pt x="0" y="0"/>
                </a:moveTo>
                <a:lnTo>
                  <a:pt x="27049" y="15724"/>
                </a:lnTo>
                <a:lnTo>
                  <a:pt x="69746" y="15724"/>
                </a:lnTo>
                <a:lnTo>
                  <a:pt x="84745" y="1574"/>
                </a:lnTo>
                <a:lnTo>
                  <a:pt x="108419" y="25973"/>
                </a:lnTo>
                <a:lnTo>
                  <a:pt x="97444" y="36772"/>
                </a:lnTo>
                <a:cubicBezTo>
                  <a:pt x="97444" y="71337"/>
                  <a:pt x="97969" y="96660"/>
                  <a:pt x="99019" y="112743"/>
                </a:cubicBezTo>
                <a:lnTo>
                  <a:pt x="69021" y="123917"/>
                </a:lnTo>
                <a:lnTo>
                  <a:pt x="69021" y="103518"/>
                </a:lnTo>
                <a:lnTo>
                  <a:pt x="29998" y="103518"/>
                </a:lnTo>
                <a:lnTo>
                  <a:pt x="29998" y="122217"/>
                </a:lnTo>
                <a:lnTo>
                  <a:pt x="0" y="133316"/>
                </a:lnTo>
                <a:cubicBezTo>
                  <a:pt x="1050" y="110251"/>
                  <a:pt x="1575" y="88336"/>
                  <a:pt x="1575" y="67570"/>
                </a:cubicBezTo>
                <a:cubicBezTo>
                  <a:pt x="1575" y="46805"/>
                  <a:pt x="1050" y="24281"/>
                  <a:pt x="0" y="0"/>
                </a:cubicBezTo>
                <a:close/>
                <a:moveTo>
                  <a:pt x="29998" y="33123"/>
                </a:moveTo>
                <a:lnTo>
                  <a:pt x="29998" y="86119"/>
                </a:lnTo>
                <a:lnTo>
                  <a:pt x="69021" y="86119"/>
                </a:lnTo>
                <a:lnTo>
                  <a:pt x="69021" y="33123"/>
                </a:lnTo>
                <a:lnTo>
                  <a:pt x="29998" y="3312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1" name="任意多边形: 形状 150">
            <a:extLst>
              <a:ext uri="{FF2B5EF4-FFF2-40B4-BE49-F238E27FC236}">
                <a16:creationId xmlns:a16="http://schemas.microsoft.com/office/drawing/2014/main" id="{2A23738C-5F4B-4DA0-CC59-59D48D9D89C3}"/>
              </a:ext>
            </a:extLst>
          </p:cNvPr>
          <p:cNvSpPr/>
          <p:nvPr/>
        </p:nvSpPr>
        <p:spPr>
          <a:xfrm>
            <a:off x="5419301" y="3514881"/>
            <a:ext cx="2011" cy="4127"/>
          </a:xfrm>
          <a:custGeom>
            <a:avLst/>
            <a:gdLst>
              <a:gd name="connsiteX0" fmla="*/ 620 w 2011"/>
              <a:gd name="connsiteY0" fmla="*/ 0 h 4127"/>
              <a:gd name="connsiteX1" fmla="*/ 2011 w 2011"/>
              <a:gd name="connsiteY1" fmla="*/ 1458 h 4127"/>
              <a:gd name="connsiteX2" fmla="*/ 0 w 2011"/>
              <a:gd name="connsiteY2" fmla="*/ 4127 h 4127"/>
              <a:gd name="connsiteX3" fmla="*/ 620 w 2011"/>
              <a:gd name="connsiteY3" fmla="*/ 0 h 4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11" h="4127">
                <a:moveTo>
                  <a:pt x="620" y="0"/>
                </a:moveTo>
                <a:lnTo>
                  <a:pt x="2011" y="1458"/>
                </a:lnTo>
                <a:lnTo>
                  <a:pt x="0" y="4127"/>
                </a:lnTo>
                <a:lnTo>
                  <a:pt x="62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99019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5" grpId="0" animBg="1"/>
      <p:bldP spid="164" grpId="0" animBg="1"/>
      <p:bldP spid="163" grpId="0" animBg="1"/>
      <p:bldP spid="161" grpId="0" animBg="1"/>
      <p:bldP spid="160" grpId="0" animBg="1"/>
      <p:bldP spid="159" grpId="0" animBg="1"/>
      <p:bldP spid="158" grpId="0" animBg="1"/>
      <p:bldP spid="157" grpId="0" animBg="1"/>
      <p:bldP spid="156" grpId="0" animBg="1"/>
      <p:bldP spid="155" grpId="0" animBg="1"/>
      <p:bldP spid="154" grpId="0" animBg="1"/>
      <p:bldP spid="153" grpId="0" animBg="1"/>
      <p:bldP spid="152" grpId="0" animBg="1"/>
      <p:bldP spid="15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五边形 98">
            <a:extLst>
              <a:ext uri="{FF2B5EF4-FFF2-40B4-BE49-F238E27FC236}">
                <a16:creationId xmlns:a16="http://schemas.microsoft.com/office/drawing/2014/main" id="{6E6A6140-C4B9-564C-477E-930FE56722D5}"/>
              </a:ext>
            </a:extLst>
          </p:cNvPr>
          <p:cNvSpPr/>
          <p:nvPr/>
        </p:nvSpPr>
        <p:spPr>
          <a:xfrm>
            <a:off x="5199608" y="2706148"/>
            <a:ext cx="1761573" cy="1677689"/>
          </a:xfrm>
          <a:prstGeom prst="pentagon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BBB5AD6-4B1F-6CE4-CED9-0CABFD42697E}"/>
              </a:ext>
            </a:extLst>
          </p:cNvPr>
          <p:cNvSpPr txBox="1"/>
          <p:nvPr/>
        </p:nvSpPr>
        <p:spPr>
          <a:xfrm>
            <a:off x="95250" y="362899"/>
            <a:ext cx="6997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虚拟电厂与传统电厂的调节质量评价体系</a:t>
            </a:r>
            <a:endParaRPr lang="zh-CN" altLang="en-US" sz="28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1D0C114-722D-725D-9953-FD7AA326D3D3}"/>
              </a:ext>
            </a:extLst>
          </p:cNvPr>
          <p:cNvSpPr txBox="1"/>
          <p:nvPr/>
        </p:nvSpPr>
        <p:spPr>
          <a:xfrm>
            <a:off x="7729443" y="507556"/>
            <a:ext cx="5261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bg1">
                    <a:lumMod val="75000"/>
                  </a:schemeClr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lang="zh-CN" altLang="en-US" sz="1600" dirty="0">
                <a:solidFill>
                  <a:schemeClr val="bg1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计及市场主体调节质量的调峰出清机制</a:t>
            </a:r>
            <a:endParaRPr lang="zh-CN" altLang="en-US" sz="1600" dirty="0">
              <a:solidFill>
                <a:schemeClr val="bg1">
                  <a:lumMod val="7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363EBEF-4C60-70C8-3A1D-213A10AEA77A}"/>
              </a:ext>
            </a:extLst>
          </p:cNvPr>
          <p:cNvSpPr txBox="1"/>
          <p:nvPr/>
        </p:nvSpPr>
        <p:spPr>
          <a:xfrm>
            <a:off x="11896662" y="507556"/>
            <a:ext cx="5261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bg1">
                    <a:lumMod val="75000"/>
                  </a:schemeClr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lang="zh-CN" altLang="en-US" sz="1600" dirty="0">
                <a:solidFill>
                  <a:schemeClr val="bg1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面向虚拟电厂集群的电网调度框架</a:t>
            </a:r>
            <a:endParaRPr lang="zh-CN" altLang="en-US" sz="1600" dirty="0">
              <a:solidFill>
                <a:schemeClr val="bg1">
                  <a:lumMod val="7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AFF5040-EC1D-4A63-4137-B28DC686C01F}"/>
              </a:ext>
            </a:extLst>
          </p:cNvPr>
          <p:cNvSpPr/>
          <p:nvPr/>
        </p:nvSpPr>
        <p:spPr>
          <a:xfrm>
            <a:off x="577850" y="971550"/>
            <a:ext cx="6311900" cy="50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任意多边形: 形状 78">
            <a:extLst>
              <a:ext uri="{FF2B5EF4-FFF2-40B4-BE49-F238E27FC236}">
                <a16:creationId xmlns:a16="http://schemas.microsoft.com/office/drawing/2014/main" id="{9B06B6EA-30E2-D13F-53D5-606A374979E2}"/>
              </a:ext>
            </a:extLst>
          </p:cNvPr>
          <p:cNvSpPr/>
          <p:nvPr/>
        </p:nvSpPr>
        <p:spPr>
          <a:xfrm>
            <a:off x="5303092" y="2256163"/>
            <a:ext cx="1391" cy="1459"/>
          </a:xfrm>
          <a:custGeom>
            <a:avLst/>
            <a:gdLst>
              <a:gd name="connsiteX0" fmla="*/ 0 w 1391"/>
              <a:gd name="connsiteY0" fmla="*/ 0 h 1459"/>
              <a:gd name="connsiteX1" fmla="*/ 1391 w 1391"/>
              <a:gd name="connsiteY1" fmla="*/ 1458 h 1459"/>
              <a:gd name="connsiteX2" fmla="*/ 1391 w 1391"/>
              <a:gd name="connsiteY2" fmla="*/ 1459 h 1459"/>
              <a:gd name="connsiteX3" fmla="*/ 0 w 1391"/>
              <a:gd name="connsiteY3" fmla="*/ 1 h 1459"/>
              <a:gd name="connsiteX4" fmla="*/ 0 w 1391"/>
              <a:gd name="connsiteY4" fmla="*/ 0 h 14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91" h="1459">
                <a:moveTo>
                  <a:pt x="0" y="0"/>
                </a:moveTo>
                <a:lnTo>
                  <a:pt x="1391" y="1458"/>
                </a:lnTo>
                <a:lnTo>
                  <a:pt x="1391" y="1459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0" name="任意多边形: 形状 79">
            <a:extLst>
              <a:ext uri="{FF2B5EF4-FFF2-40B4-BE49-F238E27FC236}">
                <a16:creationId xmlns:a16="http://schemas.microsoft.com/office/drawing/2014/main" id="{CFB71216-1D6B-A46B-B7D1-14A2207DE5EE}"/>
              </a:ext>
            </a:extLst>
          </p:cNvPr>
          <p:cNvSpPr/>
          <p:nvPr/>
        </p:nvSpPr>
        <p:spPr>
          <a:xfrm>
            <a:off x="5302471" y="2256162"/>
            <a:ext cx="621" cy="4130"/>
          </a:xfrm>
          <a:custGeom>
            <a:avLst/>
            <a:gdLst>
              <a:gd name="connsiteX0" fmla="*/ 620 w 621"/>
              <a:gd name="connsiteY0" fmla="*/ 0 h 4130"/>
              <a:gd name="connsiteX1" fmla="*/ 621 w 621"/>
              <a:gd name="connsiteY1" fmla="*/ 1 h 4130"/>
              <a:gd name="connsiteX2" fmla="*/ 1 w 621"/>
              <a:gd name="connsiteY2" fmla="*/ 4128 h 4130"/>
              <a:gd name="connsiteX3" fmla="*/ 0 w 621"/>
              <a:gd name="connsiteY3" fmla="*/ 4130 h 4130"/>
              <a:gd name="connsiteX4" fmla="*/ 620 w 621"/>
              <a:gd name="connsiteY4" fmla="*/ 0 h 4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1" h="4130">
                <a:moveTo>
                  <a:pt x="620" y="0"/>
                </a:moveTo>
                <a:lnTo>
                  <a:pt x="621" y="1"/>
                </a:lnTo>
                <a:lnTo>
                  <a:pt x="1" y="4128"/>
                </a:lnTo>
                <a:lnTo>
                  <a:pt x="0" y="4130"/>
                </a:lnTo>
                <a:lnTo>
                  <a:pt x="620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1" name="任意多边形: 形状 80">
            <a:extLst>
              <a:ext uri="{FF2B5EF4-FFF2-40B4-BE49-F238E27FC236}">
                <a16:creationId xmlns:a16="http://schemas.microsoft.com/office/drawing/2014/main" id="{75B90A20-32E1-5042-C112-1AFD1088B690}"/>
              </a:ext>
            </a:extLst>
          </p:cNvPr>
          <p:cNvSpPr/>
          <p:nvPr/>
        </p:nvSpPr>
        <p:spPr>
          <a:xfrm>
            <a:off x="5302472" y="2257622"/>
            <a:ext cx="2011" cy="2671"/>
          </a:xfrm>
          <a:custGeom>
            <a:avLst/>
            <a:gdLst>
              <a:gd name="connsiteX0" fmla="*/ 2011 w 2011"/>
              <a:gd name="connsiteY0" fmla="*/ 0 h 2671"/>
              <a:gd name="connsiteX1" fmla="*/ 2011 w 2011"/>
              <a:gd name="connsiteY1" fmla="*/ 0 h 2671"/>
              <a:gd name="connsiteX2" fmla="*/ 0 w 2011"/>
              <a:gd name="connsiteY2" fmla="*/ 2671 h 2671"/>
              <a:gd name="connsiteX3" fmla="*/ 0 w 2011"/>
              <a:gd name="connsiteY3" fmla="*/ 2669 h 2671"/>
              <a:gd name="connsiteX4" fmla="*/ 2011 w 2011"/>
              <a:gd name="connsiteY4" fmla="*/ 0 h 2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" h="2671">
                <a:moveTo>
                  <a:pt x="2011" y="0"/>
                </a:moveTo>
                <a:lnTo>
                  <a:pt x="2011" y="0"/>
                </a:lnTo>
                <a:lnTo>
                  <a:pt x="0" y="2671"/>
                </a:lnTo>
                <a:lnTo>
                  <a:pt x="0" y="2669"/>
                </a:lnTo>
                <a:lnTo>
                  <a:pt x="2011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2" name="任意多边形: 形状 81">
            <a:extLst>
              <a:ext uri="{FF2B5EF4-FFF2-40B4-BE49-F238E27FC236}">
                <a16:creationId xmlns:a16="http://schemas.microsoft.com/office/drawing/2014/main" id="{13D77A91-3C3D-CE44-BD72-C27D2679E565}"/>
              </a:ext>
            </a:extLst>
          </p:cNvPr>
          <p:cNvSpPr/>
          <p:nvPr/>
        </p:nvSpPr>
        <p:spPr>
          <a:xfrm>
            <a:off x="5856700" y="2273064"/>
            <a:ext cx="348429" cy="365677"/>
          </a:xfrm>
          <a:custGeom>
            <a:avLst/>
            <a:gdLst>
              <a:gd name="connsiteX0" fmla="*/ 300507 w 348429"/>
              <a:gd name="connsiteY0" fmla="*/ 0 h 365677"/>
              <a:gd name="connsiteX1" fmla="*/ 331180 w 348429"/>
              <a:gd name="connsiteY1" fmla="*/ 35422 h 365677"/>
              <a:gd name="connsiteX2" fmla="*/ 223386 w 348429"/>
              <a:gd name="connsiteY2" fmla="*/ 47247 h 365677"/>
              <a:gd name="connsiteX3" fmla="*/ 196304 w 348429"/>
              <a:gd name="connsiteY3" fmla="*/ 49928 h 365677"/>
              <a:gd name="connsiteX4" fmla="*/ 237061 w 348429"/>
              <a:gd name="connsiteY4" fmla="*/ 67720 h 365677"/>
              <a:gd name="connsiteX5" fmla="*/ 226086 w 348429"/>
              <a:gd name="connsiteY5" fmla="*/ 79670 h 365677"/>
              <a:gd name="connsiteX6" fmla="*/ 226086 w 348429"/>
              <a:gd name="connsiteY6" fmla="*/ 99369 h 365677"/>
              <a:gd name="connsiteX7" fmla="*/ 294207 w 348429"/>
              <a:gd name="connsiteY7" fmla="*/ 99369 h 365677"/>
              <a:gd name="connsiteX8" fmla="*/ 317181 w 348429"/>
              <a:gd name="connsiteY8" fmla="*/ 78945 h 365677"/>
              <a:gd name="connsiteX9" fmla="*/ 348429 w 348429"/>
              <a:gd name="connsiteY9" fmla="*/ 116793 h 365677"/>
              <a:gd name="connsiteX10" fmla="*/ 226086 w 348429"/>
              <a:gd name="connsiteY10" fmla="*/ 116793 h 365677"/>
              <a:gd name="connsiteX11" fmla="*/ 226086 w 348429"/>
              <a:gd name="connsiteY11" fmla="*/ 152190 h 365677"/>
              <a:gd name="connsiteX12" fmla="*/ 282608 w 348429"/>
              <a:gd name="connsiteY12" fmla="*/ 152190 h 365677"/>
              <a:gd name="connsiteX13" fmla="*/ 295307 w 348429"/>
              <a:gd name="connsiteY13" fmla="*/ 134891 h 365677"/>
              <a:gd name="connsiteX14" fmla="*/ 326480 w 348429"/>
              <a:gd name="connsiteY14" fmla="*/ 158965 h 365677"/>
              <a:gd name="connsiteX15" fmla="*/ 313931 w 348429"/>
              <a:gd name="connsiteY15" fmla="*/ 171739 h 365677"/>
              <a:gd name="connsiteX16" fmla="*/ 315506 w 348429"/>
              <a:gd name="connsiteY16" fmla="*/ 280683 h 365677"/>
              <a:gd name="connsiteX17" fmla="*/ 283933 w 348429"/>
              <a:gd name="connsiteY17" fmla="*/ 293532 h 365677"/>
              <a:gd name="connsiteX18" fmla="*/ 283933 w 348429"/>
              <a:gd name="connsiteY18" fmla="*/ 169589 h 365677"/>
              <a:gd name="connsiteX19" fmla="*/ 142941 w 348429"/>
              <a:gd name="connsiteY19" fmla="*/ 169589 h 365677"/>
              <a:gd name="connsiteX20" fmla="*/ 142941 w 348429"/>
              <a:gd name="connsiteY20" fmla="*/ 288757 h 365677"/>
              <a:gd name="connsiteX21" fmla="*/ 111393 w 348429"/>
              <a:gd name="connsiteY21" fmla="*/ 299806 h 365677"/>
              <a:gd name="connsiteX22" fmla="*/ 112943 w 348429"/>
              <a:gd name="connsiteY22" fmla="*/ 211224 h 365677"/>
              <a:gd name="connsiteX23" fmla="*/ 111393 w 348429"/>
              <a:gd name="connsiteY23" fmla="*/ 138041 h 365677"/>
              <a:gd name="connsiteX24" fmla="*/ 139667 w 348429"/>
              <a:gd name="connsiteY24" fmla="*/ 152190 h 365677"/>
              <a:gd name="connsiteX25" fmla="*/ 196088 w 348429"/>
              <a:gd name="connsiteY25" fmla="*/ 152190 h 365677"/>
              <a:gd name="connsiteX26" fmla="*/ 196088 w 348429"/>
              <a:gd name="connsiteY26" fmla="*/ 116793 h 365677"/>
              <a:gd name="connsiteX27" fmla="*/ 135017 w 348429"/>
              <a:gd name="connsiteY27" fmla="*/ 116793 h 365677"/>
              <a:gd name="connsiteX28" fmla="*/ 98994 w 348429"/>
              <a:gd name="connsiteY28" fmla="*/ 121492 h 365677"/>
              <a:gd name="connsiteX29" fmla="*/ 83345 w 348429"/>
              <a:gd name="connsiteY29" fmla="*/ 101622 h 365677"/>
              <a:gd name="connsiteX30" fmla="*/ 83345 w 348429"/>
              <a:gd name="connsiteY30" fmla="*/ 160315 h 365677"/>
              <a:gd name="connsiteX31" fmla="*/ 8075 w 348429"/>
              <a:gd name="connsiteY31" fmla="*/ 365677 h 365677"/>
              <a:gd name="connsiteX32" fmla="*/ 0 w 348429"/>
              <a:gd name="connsiteY32" fmla="*/ 358853 h 365677"/>
              <a:gd name="connsiteX33" fmla="*/ 53347 w 348429"/>
              <a:gd name="connsiteY33" fmla="*/ 142841 h 365677"/>
              <a:gd name="connsiteX34" fmla="*/ 51772 w 348429"/>
              <a:gd name="connsiteY34" fmla="*/ 28223 h 365677"/>
              <a:gd name="connsiteX35" fmla="*/ 80045 w 348429"/>
              <a:gd name="connsiteY35" fmla="*/ 42347 h 365677"/>
              <a:gd name="connsiteX36" fmla="*/ 225874 w 348429"/>
              <a:gd name="connsiteY36" fmla="*/ 24561 h 365677"/>
              <a:gd name="connsiteX37" fmla="*/ 300507 w 348429"/>
              <a:gd name="connsiteY37" fmla="*/ 0 h 365677"/>
              <a:gd name="connsiteX38" fmla="*/ 194555 w 348429"/>
              <a:gd name="connsiteY38" fmla="*/ 50102 h 365677"/>
              <a:gd name="connsiteX39" fmla="*/ 161090 w 348429"/>
              <a:gd name="connsiteY39" fmla="*/ 53415 h 365677"/>
              <a:gd name="connsiteX40" fmla="*/ 83345 w 348429"/>
              <a:gd name="connsiteY40" fmla="*/ 59471 h 365677"/>
              <a:gd name="connsiteX41" fmla="*/ 83345 w 348429"/>
              <a:gd name="connsiteY41" fmla="*/ 99369 h 365677"/>
              <a:gd name="connsiteX42" fmla="*/ 196088 w 348429"/>
              <a:gd name="connsiteY42" fmla="*/ 99369 h 365677"/>
              <a:gd name="connsiteX43" fmla="*/ 195694 w 348429"/>
              <a:gd name="connsiteY43" fmla="*/ 76051 h 365677"/>
              <a:gd name="connsiteX44" fmla="*/ 194555 w 348429"/>
              <a:gd name="connsiteY44" fmla="*/ 50102 h 365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348429" h="365677">
                <a:moveTo>
                  <a:pt x="300507" y="0"/>
                </a:moveTo>
                <a:lnTo>
                  <a:pt x="331180" y="35422"/>
                </a:lnTo>
                <a:cubicBezTo>
                  <a:pt x="295565" y="39039"/>
                  <a:pt x="259634" y="42980"/>
                  <a:pt x="223386" y="47247"/>
                </a:cubicBezTo>
                <a:lnTo>
                  <a:pt x="196304" y="49928"/>
                </a:lnTo>
                <a:lnTo>
                  <a:pt x="237061" y="67720"/>
                </a:lnTo>
                <a:lnTo>
                  <a:pt x="226086" y="79670"/>
                </a:lnTo>
                <a:lnTo>
                  <a:pt x="226086" y="99369"/>
                </a:lnTo>
                <a:lnTo>
                  <a:pt x="294207" y="99369"/>
                </a:lnTo>
                <a:lnTo>
                  <a:pt x="317181" y="78945"/>
                </a:lnTo>
                <a:lnTo>
                  <a:pt x="348429" y="116793"/>
                </a:lnTo>
                <a:lnTo>
                  <a:pt x="226086" y="116793"/>
                </a:lnTo>
                <a:lnTo>
                  <a:pt x="226086" y="152190"/>
                </a:lnTo>
                <a:lnTo>
                  <a:pt x="282608" y="152190"/>
                </a:lnTo>
                <a:lnTo>
                  <a:pt x="295307" y="134891"/>
                </a:lnTo>
                <a:lnTo>
                  <a:pt x="326480" y="158965"/>
                </a:lnTo>
                <a:lnTo>
                  <a:pt x="313931" y="171739"/>
                </a:lnTo>
                <a:cubicBezTo>
                  <a:pt x="313931" y="224386"/>
                  <a:pt x="314456" y="260700"/>
                  <a:pt x="315506" y="280683"/>
                </a:cubicBezTo>
                <a:lnTo>
                  <a:pt x="283933" y="293532"/>
                </a:lnTo>
                <a:lnTo>
                  <a:pt x="283933" y="169589"/>
                </a:lnTo>
                <a:lnTo>
                  <a:pt x="142941" y="169589"/>
                </a:lnTo>
                <a:lnTo>
                  <a:pt x="142941" y="288757"/>
                </a:lnTo>
                <a:lnTo>
                  <a:pt x="111393" y="299806"/>
                </a:lnTo>
                <a:cubicBezTo>
                  <a:pt x="112427" y="265225"/>
                  <a:pt x="112943" y="235698"/>
                  <a:pt x="112943" y="211224"/>
                </a:cubicBezTo>
                <a:cubicBezTo>
                  <a:pt x="112943" y="186751"/>
                  <a:pt x="112427" y="162356"/>
                  <a:pt x="111393" y="138041"/>
                </a:cubicBezTo>
                <a:lnTo>
                  <a:pt x="139667" y="152190"/>
                </a:lnTo>
                <a:lnTo>
                  <a:pt x="196088" y="152190"/>
                </a:lnTo>
                <a:lnTo>
                  <a:pt x="196088" y="116793"/>
                </a:lnTo>
                <a:lnTo>
                  <a:pt x="135017" y="116793"/>
                </a:lnTo>
                <a:cubicBezTo>
                  <a:pt x="123934" y="116793"/>
                  <a:pt x="111927" y="118359"/>
                  <a:pt x="98994" y="121492"/>
                </a:cubicBezTo>
                <a:lnTo>
                  <a:pt x="83345" y="101622"/>
                </a:lnTo>
                <a:lnTo>
                  <a:pt x="83345" y="160315"/>
                </a:lnTo>
                <a:cubicBezTo>
                  <a:pt x="86478" y="239810"/>
                  <a:pt x="61388" y="308264"/>
                  <a:pt x="8075" y="365677"/>
                </a:cubicBezTo>
                <a:lnTo>
                  <a:pt x="0" y="358853"/>
                </a:lnTo>
                <a:cubicBezTo>
                  <a:pt x="37648" y="297090"/>
                  <a:pt x="55430" y="225086"/>
                  <a:pt x="53347" y="142841"/>
                </a:cubicBezTo>
                <a:cubicBezTo>
                  <a:pt x="53347" y="90744"/>
                  <a:pt x="52822" y="52538"/>
                  <a:pt x="51772" y="28223"/>
                </a:cubicBezTo>
                <a:lnTo>
                  <a:pt x="80045" y="42347"/>
                </a:lnTo>
                <a:cubicBezTo>
                  <a:pt x="141092" y="38247"/>
                  <a:pt x="189701" y="32318"/>
                  <a:pt x="225874" y="24561"/>
                </a:cubicBezTo>
                <a:cubicBezTo>
                  <a:pt x="262047" y="16803"/>
                  <a:pt x="286924" y="8616"/>
                  <a:pt x="300507" y="0"/>
                </a:cubicBezTo>
                <a:close/>
                <a:moveTo>
                  <a:pt x="194555" y="50102"/>
                </a:moveTo>
                <a:lnTo>
                  <a:pt x="161090" y="53415"/>
                </a:lnTo>
                <a:cubicBezTo>
                  <a:pt x="137750" y="55452"/>
                  <a:pt x="111835" y="57471"/>
                  <a:pt x="83345" y="59471"/>
                </a:cubicBezTo>
                <a:lnTo>
                  <a:pt x="83345" y="99369"/>
                </a:lnTo>
                <a:lnTo>
                  <a:pt x="196088" y="99369"/>
                </a:lnTo>
                <a:cubicBezTo>
                  <a:pt x="196088" y="92194"/>
                  <a:pt x="195957" y="84422"/>
                  <a:pt x="195694" y="76051"/>
                </a:cubicBezTo>
                <a:lnTo>
                  <a:pt x="194555" y="50102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3" name="任意多边形: 形状 82">
            <a:extLst>
              <a:ext uri="{FF2B5EF4-FFF2-40B4-BE49-F238E27FC236}">
                <a16:creationId xmlns:a16="http://schemas.microsoft.com/office/drawing/2014/main" id="{967571C8-9CF5-ABCF-F0E6-7565A695686D}"/>
              </a:ext>
            </a:extLst>
          </p:cNvPr>
          <p:cNvSpPr/>
          <p:nvPr/>
        </p:nvSpPr>
        <p:spPr>
          <a:xfrm>
            <a:off x="7134739" y="3060313"/>
            <a:ext cx="379802" cy="151890"/>
          </a:xfrm>
          <a:custGeom>
            <a:avLst/>
            <a:gdLst>
              <a:gd name="connsiteX0" fmla="*/ 279308 w 379802"/>
              <a:gd name="connsiteY0" fmla="*/ 0 h 151890"/>
              <a:gd name="connsiteX1" fmla="*/ 310781 w 379802"/>
              <a:gd name="connsiteY1" fmla="*/ 22473 h 151890"/>
              <a:gd name="connsiteX2" fmla="*/ 299782 w 379802"/>
              <a:gd name="connsiteY2" fmla="*/ 33747 h 151890"/>
              <a:gd name="connsiteX3" fmla="*/ 301357 w 379802"/>
              <a:gd name="connsiteY3" fmla="*/ 111743 h 151890"/>
              <a:gd name="connsiteX4" fmla="*/ 269809 w 379802"/>
              <a:gd name="connsiteY4" fmla="*/ 122892 h 151890"/>
              <a:gd name="connsiteX5" fmla="*/ 269809 w 379802"/>
              <a:gd name="connsiteY5" fmla="*/ 107193 h 151890"/>
              <a:gd name="connsiteX6" fmla="*/ 105269 w 379802"/>
              <a:gd name="connsiteY6" fmla="*/ 107193 h 151890"/>
              <a:gd name="connsiteX7" fmla="*/ 105269 w 379802"/>
              <a:gd name="connsiteY7" fmla="*/ 119692 h 151890"/>
              <a:gd name="connsiteX8" fmla="*/ 76439 w 379802"/>
              <a:gd name="connsiteY8" fmla="*/ 129767 h 151890"/>
              <a:gd name="connsiteX9" fmla="*/ 324031 w 379802"/>
              <a:gd name="connsiteY9" fmla="*/ 129767 h 151890"/>
              <a:gd name="connsiteX10" fmla="*/ 348654 w 379802"/>
              <a:gd name="connsiteY10" fmla="*/ 107768 h 151890"/>
              <a:gd name="connsiteX11" fmla="*/ 379802 w 379802"/>
              <a:gd name="connsiteY11" fmla="*/ 147191 h 151890"/>
              <a:gd name="connsiteX12" fmla="*/ 48722 w 379802"/>
              <a:gd name="connsiteY12" fmla="*/ 147191 h 151890"/>
              <a:gd name="connsiteX13" fmla="*/ 17399 w 379802"/>
              <a:gd name="connsiteY13" fmla="*/ 151890 h 151890"/>
              <a:gd name="connsiteX14" fmla="*/ 0 w 379802"/>
              <a:gd name="connsiteY14" fmla="*/ 129767 h 151890"/>
              <a:gd name="connsiteX15" fmla="*/ 73756 w 379802"/>
              <a:gd name="connsiteY15" fmla="*/ 129767 h 151890"/>
              <a:gd name="connsiteX16" fmla="*/ 74902 w 379802"/>
              <a:gd name="connsiteY16" fmla="*/ 98515 h 151890"/>
              <a:gd name="connsiteX17" fmla="*/ 75296 w 379802"/>
              <a:gd name="connsiteY17" fmla="*/ 62508 h 151890"/>
              <a:gd name="connsiteX18" fmla="*/ 73721 w 379802"/>
              <a:gd name="connsiteY18" fmla="*/ 3599 h 151890"/>
              <a:gd name="connsiteX19" fmla="*/ 103444 w 379802"/>
              <a:gd name="connsiteY19" fmla="*/ 16174 h 151890"/>
              <a:gd name="connsiteX20" fmla="*/ 268384 w 379802"/>
              <a:gd name="connsiteY20" fmla="*/ 16174 h 151890"/>
              <a:gd name="connsiteX21" fmla="*/ 279308 w 379802"/>
              <a:gd name="connsiteY21" fmla="*/ 0 h 151890"/>
              <a:gd name="connsiteX22" fmla="*/ 105269 w 379802"/>
              <a:gd name="connsiteY22" fmla="*/ 33597 h 151890"/>
              <a:gd name="connsiteX23" fmla="*/ 105269 w 379802"/>
              <a:gd name="connsiteY23" fmla="*/ 51396 h 151890"/>
              <a:gd name="connsiteX24" fmla="*/ 269809 w 379802"/>
              <a:gd name="connsiteY24" fmla="*/ 51396 h 151890"/>
              <a:gd name="connsiteX25" fmla="*/ 269809 w 379802"/>
              <a:gd name="connsiteY25" fmla="*/ 33597 h 151890"/>
              <a:gd name="connsiteX26" fmla="*/ 105269 w 379802"/>
              <a:gd name="connsiteY26" fmla="*/ 33597 h 151890"/>
              <a:gd name="connsiteX27" fmla="*/ 105269 w 379802"/>
              <a:gd name="connsiteY27" fmla="*/ 68795 h 151890"/>
              <a:gd name="connsiteX28" fmla="*/ 105269 w 379802"/>
              <a:gd name="connsiteY28" fmla="*/ 89794 h 151890"/>
              <a:gd name="connsiteX29" fmla="*/ 269809 w 379802"/>
              <a:gd name="connsiteY29" fmla="*/ 89794 h 151890"/>
              <a:gd name="connsiteX30" fmla="*/ 269809 w 379802"/>
              <a:gd name="connsiteY30" fmla="*/ 68795 h 151890"/>
              <a:gd name="connsiteX31" fmla="*/ 105269 w 379802"/>
              <a:gd name="connsiteY31" fmla="*/ 68795 h 1518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379802" h="151890">
                <a:moveTo>
                  <a:pt x="279308" y="0"/>
                </a:moveTo>
                <a:lnTo>
                  <a:pt x="310781" y="22473"/>
                </a:lnTo>
                <a:lnTo>
                  <a:pt x="299782" y="33747"/>
                </a:lnTo>
                <a:cubicBezTo>
                  <a:pt x="299782" y="71545"/>
                  <a:pt x="300307" y="97544"/>
                  <a:pt x="301357" y="111743"/>
                </a:cubicBezTo>
                <a:lnTo>
                  <a:pt x="269809" y="122892"/>
                </a:lnTo>
                <a:lnTo>
                  <a:pt x="269809" y="107193"/>
                </a:lnTo>
                <a:lnTo>
                  <a:pt x="105269" y="107193"/>
                </a:lnTo>
                <a:lnTo>
                  <a:pt x="105269" y="119692"/>
                </a:lnTo>
                <a:lnTo>
                  <a:pt x="76439" y="129767"/>
                </a:lnTo>
                <a:lnTo>
                  <a:pt x="324031" y="129767"/>
                </a:lnTo>
                <a:lnTo>
                  <a:pt x="348654" y="107768"/>
                </a:lnTo>
                <a:lnTo>
                  <a:pt x="379802" y="147191"/>
                </a:lnTo>
                <a:lnTo>
                  <a:pt x="48722" y="147191"/>
                </a:lnTo>
                <a:cubicBezTo>
                  <a:pt x="40790" y="147191"/>
                  <a:pt x="30348" y="148757"/>
                  <a:pt x="17399" y="151890"/>
                </a:cubicBezTo>
                <a:lnTo>
                  <a:pt x="0" y="129767"/>
                </a:lnTo>
                <a:lnTo>
                  <a:pt x="73756" y="129767"/>
                </a:lnTo>
                <a:lnTo>
                  <a:pt x="74902" y="98515"/>
                </a:lnTo>
                <a:cubicBezTo>
                  <a:pt x="75164" y="87147"/>
                  <a:pt x="75296" y="75145"/>
                  <a:pt x="75296" y="62508"/>
                </a:cubicBezTo>
                <a:cubicBezTo>
                  <a:pt x="75296" y="37235"/>
                  <a:pt x="74771" y="17598"/>
                  <a:pt x="73721" y="3599"/>
                </a:cubicBezTo>
                <a:lnTo>
                  <a:pt x="103444" y="16174"/>
                </a:lnTo>
                <a:lnTo>
                  <a:pt x="268384" y="16174"/>
                </a:lnTo>
                <a:lnTo>
                  <a:pt x="279308" y="0"/>
                </a:lnTo>
                <a:close/>
                <a:moveTo>
                  <a:pt x="105269" y="33597"/>
                </a:moveTo>
                <a:lnTo>
                  <a:pt x="105269" y="51396"/>
                </a:lnTo>
                <a:lnTo>
                  <a:pt x="269809" y="51396"/>
                </a:lnTo>
                <a:lnTo>
                  <a:pt x="269809" y="33597"/>
                </a:lnTo>
                <a:lnTo>
                  <a:pt x="105269" y="33597"/>
                </a:lnTo>
                <a:close/>
                <a:moveTo>
                  <a:pt x="105269" y="68795"/>
                </a:moveTo>
                <a:lnTo>
                  <a:pt x="105269" y="89794"/>
                </a:lnTo>
                <a:lnTo>
                  <a:pt x="269809" y="89794"/>
                </a:lnTo>
                <a:lnTo>
                  <a:pt x="269809" y="68795"/>
                </a:lnTo>
                <a:lnTo>
                  <a:pt x="105269" y="68795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4" name="任意多边形: 形状 83">
            <a:extLst>
              <a:ext uri="{FF2B5EF4-FFF2-40B4-BE49-F238E27FC236}">
                <a16:creationId xmlns:a16="http://schemas.microsoft.com/office/drawing/2014/main" id="{D5B5647A-98FF-6D39-5565-AD8FC6121A58}"/>
              </a:ext>
            </a:extLst>
          </p:cNvPr>
          <p:cNvSpPr/>
          <p:nvPr/>
        </p:nvSpPr>
        <p:spPr>
          <a:xfrm>
            <a:off x="5876345" y="2090692"/>
            <a:ext cx="375077" cy="136492"/>
          </a:xfrm>
          <a:custGeom>
            <a:avLst/>
            <a:gdLst>
              <a:gd name="connsiteX0" fmla="*/ 232161 w 375077"/>
              <a:gd name="connsiteY0" fmla="*/ 0 h 136492"/>
              <a:gd name="connsiteX1" fmla="*/ 279408 w 375077"/>
              <a:gd name="connsiteY1" fmla="*/ 23824 h 136492"/>
              <a:gd name="connsiteX2" fmla="*/ 265284 w 375077"/>
              <a:gd name="connsiteY2" fmla="*/ 35548 h 136492"/>
              <a:gd name="connsiteX3" fmla="*/ 265284 w 375077"/>
              <a:gd name="connsiteY3" fmla="*/ 64172 h 136492"/>
              <a:gd name="connsiteX4" fmla="*/ 306832 w 375077"/>
              <a:gd name="connsiteY4" fmla="*/ 64172 h 136492"/>
              <a:gd name="connsiteX5" fmla="*/ 337680 w 375077"/>
              <a:gd name="connsiteY5" fmla="*/ 37473 h 136492"/>
              <a:gd name="connsiteX6" fmla="*/ 375077 w 375077"/>
              <a:gd name="connsiteY6" fmla="*/ 81595 h 136492"/>
              <a:gd name="connsiteX7" fmla="*/ 265284 w 375077"/>
              <a:gd name="connsiteY7" fmla="*/ 81595 h 136492"/>
              <a:gd name="connsiteX8" fmla="*/ 266859 w 375077"/>
              <a:gd name="connsiteY8" fmla="*/ 119043 h 136492"/>
              <a:gd name="connsiteX9" fmla="*/ 233711 w 375077"/>
              <a:gd name="connsiteY9" fmla="*/ 131792 h 136492"/>
              <a:gd name="connsiteX10" fmla="*/ 233711 w 375077"/>
              <a:gd name="connsiteY10" fmla="*/ 81595 h 136492"/>
              <a:gd name="connsiteX11" fmla="*/ 153916 w 375077"/>
              <a:gd name="connsiteY11" fmla="*/ 81595 h 136492"/>
              <a:gd name="connsiteX12" fmla="*/ 153916 w 375077"/>
              <a:gd name="connsiteY12" fmla="*/ 122068 h 136492"/>
              <a:gd name="connsiteX13" fmla="*/ 120768 w 375077"/>
              <a:gd name="connsiteY13" fmla="*/ 136492 h 136492"/>
              <a:gd name="connsiteX14" fmla="*/ 122343 w 375077"/>
              <a:gd name="connsiteY14" fmla="*/ 81595 h 136492"/>
              <a:gd name="connsiteX15" fmla="*/ 56547 w 375077"/>
              <a:gd name="connsiteY15" fmla="*/ 81595 h 136492"/>
              <a:gd name="connsiteX16" fmla="*/ 17399 w 375077"/>
              <a:gd name="connsiteY16" fmla="*/ 86295 h 136492"/>
              <a:gd name="connsiteX17" fmla="*/ 0 w 375077"/>
              <a:gd name="connsiteY17" fmla="*/ 64172 h 136492"/>
              <a:gd name="connsiteX18" fmla="*/ 122343 w 375077"/>
              <a:gd name="connsiteY18" fmla="*/ 64172 h 136492"/>
              <a:gd name="connsiteX19" fmla="*/ 120768 w 375077"/>
              <a:gd name="connsiteY19" fmla="*/ 1575 h 136492"/>
              <a:gd name="connsiteX20" fmla="*/ 166465 w 375077"/>
              <a:gd name="connsiteY20" fmla="*/ 23374 h 136492"/>
              <a:gd name="connsiteX21" fmla="*/ 153916 w 375077"/>
              <a:gd name="connsiteY21" fmla="*/ 36748 h 136492"/>
              <a:gd name="connsiteX22" fmla="*/ 153916 w 375077"/>
              <a:gd name="connsiteY22" fmla="*/ 64172 h 136492"/>
              <a:gd name="connsiteX23" fmla="*/ 233711 w 375077"/>
              <a:gd name="connsiteY23" fmla="*/ 64172 h 136492"/>
              <a:gd name="connsiteX24" fmla="*/ 232161 w 375077"/>
              <a:gd name="connsiteY24" fmla="*/ 0 h 136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375077" h="136492">
                <a:moveTo>
                  <a:pt x="232161" y="0"/>
                </a:moveTo>
                <a:lnTo>
                  <a:pt x="279408" y="23824"/>
                </a:lnTo>
                <a:lnTo>
                  <a:pt x="265284" y="35548"/>
                </a:lnTo>
                <a:lnTo>
                  <a:pt x="265284" y="64172"/>
                </a:lnTo>
                <a:lnTo>
                  <a:pt x="306832" y="64172"/>
                </a:lnTo>
                <a:lnTo>
                  <a:pt x="337680" y="37473"/>
                </a:lnTo>
                <a:lnTo>
                  <a:pt x="375077" y="81595"/>
                </a:lnTo>
                <a:lnTo>
                  <a:pt x="265284" y="81595"/>
                </a:lnTo>
                <a:cubicBezTo>
                  <a:pt x="265284" y="93411"/>
                  <a:pt x="265809" y="105894"/>
                  <a:pt x="266859" y="119043"/>
                </a:cubicBezTo>
                <a:lnTo>
                  <a:pt x="233711" y="131792"/>
                </a:lnTo>
                <a:lnTo>
                  <a:pt x="233711" y="81595"/>
                </a:lnTo>
                <a:lnTo>
                  <a:pt x="153916" y="81595"/>
                </a:lnTo>
                <a:lnTo>
                  <a:pt x="153916" y="122068"/>
                </a:lnTo>
                <a:lnTo>
                  <a:pt x="120768" y="136492"/>
                </a:lnTo>
                <a:cubicBezTo>
                  <a:pt x="121818" y="114477"/>
                  <a:pt x="122343" y="96178"/>
                  <a:pt x="122343" y="81595"/>
                </a:cubicBezTo>
                <a:lnTo>
                  <a:pt x="56547" y="81595"/>
                </a:lnTo>
                <a:cubicBezTo>
                  <a:pt x="43398" y="81595"/>
                  <a:pt x="30348" y="83162"/>
                  <a:pt x="17399" y="86295"/>
                </a:cubicBezTo>
                <a:lnTo>
                  <a:pt x="0" y="64172"/>
                </a:lnTo>
                <a:lnTo>
                  <a:pt x="122343" y="64172"/>
                </a:lnTo>
                <a:cubicBezTo>
                  <a:pt x="122343" y="42573"/>
                  <a:pt x="121818" y="21707"/>
                  <a:pt x="120768" y="1575"/>
                </a:cubicBezTo>
                <a:lnTo>
                  <a:pt x="166465" y="23374"/>
                </a:lnTo>
                <a:lnTo>
                  <a:pt x="153916" y="36748"/>
                </a:lnTo>
                <a:lnTo>
                  <a:pt x="153916" y="64172"/>
                </a:lnTo>
                <a:lnTo>
                  <a:pt x="233711" y="64172"/>
                </a:lnTo>
                <a:cubicBezTo>
                  <a:pt x="233711" y="43556"/>
                  <a:pt x="233194" y="22166"/>
                  <a:pt x="232161" y="0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5" name="任意多边形: 形状 84">
            <a:extLst>
              <a:ext uri="{FF2B5EF4-FFF2-40B4-BE49-F238E27FC236}">
                <a16:creationId xmlns:a16="http://schemas.microsoft.com/office/drawing/2014/main" id="{3B1CB2C5-32F1-577F-9817-621AC974CA1E}"/>
              </a:ext>
            </a:extLst>
          </p:cNvPr>
          <p:cNvSpPr/>
          <p:nvPr/>
        </p:nvSpPr>
        <p:spPr>
          <a:xfrm>
            <a:off x="5723348" y="2317354"/>
            <a:ext cx="66071" cy="77070"/>
          </a:xfrm>
          <a:custGeom>
            <a:avLst/>
            <a:gdLst>
              <a:gd name="connsiteX0" fmla="*/ 5874 w 66071"/>
              <a:gd name="connsiteY0" fmla="*/ 0 h 77070"/>
              <a:gd name="connsiteX1" fmla="*/ 51934 w 66071"/>
              <a:gd name="connsiteY1" fmla="*/ 27523 h 77070"/>
              <a:gd name="connsiteX2" fmla="*/ 66071 w 66071"/>
              <a:gd name="connsiteY2" fmla="*/ 54397 h 77070"/>
              <a:gd name="connsiteX3" fmla="*/ 58809 w 66071"/>
              <a:gd name="connsiteY3" fmla="*/ 72933 h 77070"/>
              <a:gd name="connsiteX4" fmla="*/ 48722 w 66071"/>
              <a:gd name="connsiteY4" fmla="*/ 77070 h 77070"/>
              <a:gd name="connsiteX5" fmla="*/ 31673 w 66071"/>
              <a:gd name="connsiteY5" fmla="*/ 56797 h 77070"/>
              <a:gd name="connsiteX6" fmla="*/ 0 w 66071"/>
              <a:gd name="connsiteY6" fmla="*/ 10399 h 77070"/>
              <a:gd name="connsiteX7" fmla="*/ 5874 w 66071"/>
              <a:gd name="connsiteY7" fmla="*/ 0 h 77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6071" h="77070">
                <a:moveTo>
                  <a:pt x="5874" y="0"/>
                </a:moveTo>
                <a:cubicBezTo>
                  <a:pt x="27156" y="10033"/>
                  <a:pt x="42510" y="19207"/>
                  <a:pt x="51934" y="27523"/>
                </a:cubicBezTo>
                <a:cubicBezTo>
                  <a:pt x="61358" y="35840"/>
                  <a:pt x="66071" y="44797"/>
                  <a:pt x="66071" y="54397"/>
                </a:cubicBezTo>
                <a:cubicBezTo>
                  <a:pt x="66071" y="63996"/>
                  <a:pt x="63650" y="70175"/>
                  <a:pt x="58809" y="72933"/>
                </a:cubicBezTo>
                <a:cubicBezTo>
                  <a:pt x="53967" y="75691"/>
                  <a:pt x="50605" y="77070"/>
                  <a:pt x="48722" y="77070"/>
                </a:cubicBezTo>
                <a:cubicBezTo>
                  <a:pt x="41022" y="77070"/>
                  <a:pt x="35339" y="70312"/>
                  <a:pt x="31673" y="56797"/>
                </a:cubicBezTo>
                <a:cubicBezTo>
                  <a:pt x="26640" y="43731"/>
                  <a:pt x="16082" y="28265"/>
                  <a:pt x="0" y="10399"/>
                </a:cubicBezTo>
                <a:lnTo>
                  <a:pt x="5874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6" name="任意多边形: 形状 85">
            <a:extLst>
              <a:ext uri="{FF2B5EF4-FFF2-40B4-BE49-F238E27FC236}">
                <a16:creationId xmlns:a16="http://schemas.microsoft.com/office/drawing/2014/main" id="{8BBFD34D-42F1-1A30-618B-D47BD9157FFF}"/>
              </a:ext>
            </a:extLst>
          </p:cNvPr>
          <p:cNvSpPr/>
          <p:nvPr/>
        </p:nvSpPr>
        <p:spPr>
          <a:xfrm>
            <a:off x="4700892" y="3112298"/>
            <a:ext cx="260584" cy="356903"/>
          </a:xfrm>
          <a:custGeom>
            <a:avLst/>
            <a:gdLst>
              <a:gd name="connsiteX0" fmla="*/ 233711 w 260584"/>
              <a:gd name="connsiteY0" fmla="*/ 0 h 356903"/>
              <a:gd name="connsiteX1" fmla="*/ 260584 w 260584"/>
              <a:gd name="connsiteY1" fmla="*/ 27848 h 356903"/>
              <a:gd name="connsiteX2" fmla="*/ 248035 w 260584"/>
              <a:gd name="connsiteY2" fmla="*/ 38647 h 356903"/>
              <a:gd name="connsiteX3" fmla="*/ 248035 w 260584"/>
              <a:gd name="connsiteY3" fmla="*/ 314380 h 356903"/>
              <a:gd name="connsiteX4" fmla="*/ 241735 w 260584"/>
              <a:gd name="connsiteY4" fmla="*/ 339029 h 356903"/>
              <a:gd name="connsiteX5" fmla="*/ 214312 w 260584"/>
              <a:gd name="connsiteY5" fmla="*/ 356903 h 356903"/>
              <a:gd name="connsiteX6" fmla="*/ 155316 w 260584"/>
              <a:gd name="connsiteY6" fmla="*/ 324855 h 356903"/>
              <a:gd name="connsiteX7" fmla="*/ 155316 w 260584"/>
              <a:gd name="connsiteY7" fmla="*/ 308081 h 356903"/>
              <a:gd name="connsiteX8" fmla="*/ 213262 w 260584"/>
              <a:gd name="connsiteY8" fmla="*/ 314056 h 356903"/>
              <a:gd name="connsiteX9" fmla="*/ 218062 w 260584"/>
              <a:gd name="connsiteY9" fmla="*/ 305031 h 356903"/>
              <a:gd name="connsiteX10" fmla="*/ 218062 w 260584"/>
              <a:gd name="connsiteY10" fmla="*/ 150515 h 356903"/>
              <a:gd name="connsiteX11" fmla="*/ 125592 w 260584"/>
              <a:gd name="connsiteY11" fmla="*/ 150515 h 356903"/>
              <a:gd name="connsiteX12" fmla="*/ 86445 w 260584"/>
              <a:gd name="connsiteY12" fmla="*/ 155215 h 356903"/>
              <a:gd name="connsiteX13" fmla="*/ 77070 w 260584"/>
              <a:gd name="connsiteY13" fmla="*/ 143312 h 356903"/>
              <a:gd name="connsiteX14" fmla="*/ 77070 w 260584"/>
              <a:gd name="connsiteY14" fmla="*/ 162115 h 356903"/>
              <a:gd name="connsiteX15" fmla="*/ 6975 w 260584"/>
              <a:gd name="connsiteY15" fmla="*/ 356903 h 356903"/>
              <a:gd name="connsiteX16" fmla="*/ 0 w 260584"/>
              <a:gd name="connsiteY16" fmla="*/ 347853 h 356903"/>
              <a:gd name="connsiteX17" fmla="*/ 36485 w 260584"/>
              <a:gd name="connsiteY17" fmla="*/ 275161 h 356903"/>
              <a:gd name="connsiteX18" fmla="*/ 42110 w 260584"/>
              <a:gd name="connsiteY18" fmla="*/ 237684 h 356903"/>
              <a:gd name="connsiteX19" fmla="*/ 42111 w 260584"/>
              <a:gd name="connsiteY19" fmla="*/ 237682 h 356903"/>
              <a:gd name="connsiteX20" fmla="*/ 42111 w 260584"/>
              <a:gd name="connsiteY20" fmla="*/ 237682 h 356903"/>
              <a:gd name="connsiteX21" fmla="*/ 44122 w 260584"/>
              <a:gd name="connsiteY21" fmla="*/ 235011 h 356903"/>
              <a:gd name="connsiteX22" fmla="*/ 44122 w 260584"/>
              <a:gd name="connsiteY22" fmla="*/ 235011 h 356903"/>
              <a:gd name="connsiteX23" fmla="*/ 44122 w 260584"/>
              <a:gd name="connsiteY23" fmla="*/ 235010 h 356903"/>
              <a:gd name="connsiteX24" fmla="*/ 42731 w 260584"/>
              <a:gd name="connsiteY24" fmla="*/ 233552 h 356903"/>
              <a:gd name="connsiteX25" fmla="*/ 42731 w 260584"/>
              <a:gd name="connsiteY25" fmla="*/ 233551 h 356903"/>
              <a:gd name="connsiteX26" fmla="*/ 42730 w 260584"/>
              <a:gd name="connsiteY26" fmla="*/ 233550 h 356903"/>
              <a:gd name="connsiteX27" fmla="*/ 48647 w 260584"/>
              <a:gd name="connsiteY27" fmla="*/ 194125 h 356903"/>
              <a:gd name="connsiteX28" fmla="*/ 48647 w 260584"/>
              <a:gd name="connsiteY28" fmla="*/ 80795 h 356903"/>
              <a:gd name="connsiteX29" fmla="*/ 47072 w 260584"/>
              <a:gd name="connsiteY29" fmla="*/ 2150 h 356903"/>
              <a:gd name="connsiteX30" fmla="*/ 76895 w 260584"/>
              <a:gd name="connsiteY30" fmla="*/ 16299 h 356903"/>
              <a:gd name="connsiteX31" fmla="*/ 217137 w 260584"/>
              <a:gd name="connsiteY31" fmla="*/ 16299 h 356903"/>
              <a:gd name="connsiteX32" fmla="*/ 233711 w 260584"/>
              <a:gd name="connsiteY32" fmla="*/ 0 h 356903"/>
              <a:gd name="connsiteX33" fmla="*/ 77070 w 260584"/>
              <a:gd name="connsiteY33" fmla="*/ 33723 h 356903"/>
              <a:gd name="connsiteX34" fmla="*/ 77070 w 260584"/>
              <a:gd name="connsiteY34" fmla="*/ 133092 h 356903"/>
              <a:gd name="connsiteX35" fmla="*/ 131767 w 260584"/>
              <a:gd name="connsiteY35" fmla="*/ 133092 h 356903"/>
              <a:gd name="connsiteX36" fmla="*/ 131767 w 260584"/>
              <a:gd name="connsiteY36" fmla="*/ 97914 h 356903"/>
              <a:gd name="connsiteX37" fmla="*/ 115356 w 260584"/>
              <a:gd name="connsiteY37" fmla="*/ 98900 h 356903"/>
              <a:gd name="connsiteX38" fmla="*/ 95869 w 260584"/>
              <a:gd name="connsiteY38" fmla="*/ 102443 h 356903"/>
              <a:gd name="connsiteX39" fmla="*/ 78445 w 260584"/>
              <a:gd name="connsiteY39" fmla="*/ 80320 h 356903"/>
              <a:gd name="connsiteX40" fmla="*/ 131767 w 260584"/>
              <a:gd name="connsiteY40" fmla="*/ 80320 h 356903"/>
              <a:gd name="connsiteX41" fmla="*/ 130517 w 260584"/>
              <a:gd name="connsiteY41" fmla="*/ 33723 h 356903"/>
              <a:gd name="connsiteX42" fmla="*/ 77070 w 260584"/>
              <a:gd name="connsiteY42" fmla="*/ 33723 h 356903"/>
              <a:gd name="connsiteX43" fmla="*/ 144516 w 260584"/>
              <a:gd name="connsiteY43" fmla="*/ 33723 h 356903"/>
              <a:gd name="connsiteX44" fmla="*/ 171190 w 260584"/>
              <a:gd name="connsiteY44" fmla="*/ 41172 h 356903"/>
              <a:gd name="connsiteX45" fmla="*/ 160190 w 260584"/>
              <a:gd name="connsiteY45" fmla="*/ 52971 h 356903"/>
              <a:gd name="connsiteX46" fmla="*/ 160190 w 260584"/>
              <a:gd name="connsiteY46" fmla="*/ 80320 h 356903"/>
              <a:gd name="connsiteX47" fmla="*/ 170165 w 260584"/>
              <a:gd name="connsiteY47" fmla="*/ 80320 h 356903"/>
              <a:gd name="connsiteX48" fmla="*/ 188389 w 260584"/>
              <a:gd name="connsiteY48" fmla="*/ 63021 h 356903"/>
              <a:gd name="connsiteX49" fmla="*/ 216662 w 260584"/>
              <a:gd name="connsiteY49" fmla="*/ 97719 h 356903"/>
              <a:gd name="connsiteX50" fmla="*/ 160190 w 260584"/>
              <a:gd name="connsiteY50" fmla="*/ 97719 h 356903"/>
              <a:gd name="connsiteX51" fmla="*/ 160190 w 260584"/>
              <a:gd name="connsiteY51" fmla="*/ 133092 h 356903"/>
              <a:gd name="connsiteX52" fmla="*/ 176439 w 260584"/>
              <a:gd name="connsiteY52" fmla="*/ 133092 h 356903"/>
              <a:gd name="connsiteX53" fmla="*/ 196238 w 260584"/>
              <a:gd name="connsiteY53" fmla="*/ 114243 h 356903"/>
              <a:gd name="connsiteX54" fmla="*/ 218062 w 260584"/>
              <a:gd name="connsiteY54" fmla="*/ 140764 h 356903"/>
              <a:gd name="connsiteX55" fmla="*/ 218062 w 260584"/>
              <a:gd name="connsiteY55" fmla="*/ 33723 h 356903"/>
              <a:gd name="connsiteX56" fmla="*/ 144516 w 260584"/>
              <a:gd name="connsiteY56" fmla="*/ 33723 h 356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260584" h="356903">
                <a:moveTo>
                  <a:pt x="233711" y="0"/>
                </a:moveTo>
                <a:lnTo>
                  <a:pt x="260584" y="27848"/>
                </a:lnTo>
                <a:lnTo>
                  <a:pt x="248035" y="38647"/>
                </a:lnTo>
                <a:lnTo>
                  <a:pt x="248035" y="314380"/>
                </a:lnTo>
                <a:cubicBezTo>
                  <a:pt x="248035" y="324797"/>
                  <a:pt x="245935" y="333013"/>
                  <a:pt x="241735" y="339029"/>
                </a:cubicBezTo>
                <a:cubicBezTo>
                  <a:pt x="237536" y="345045"/>
                  <a:pt x="228394" y="351003"/>
                  <a:pt x="214312" y="356903"/>
                </a:cubicBezTo>
                <a:cubicBezTo>
                  <a:pt x="206296" y="340937"/>
                  <a:pt x="186630" y="330255"/>
                  <a:pt x="155316" y="324855"/>
                </a:cubicBezTo>
                <a:lnTo>
                  <a:pt x="155316" y="308081"/>
                </a:lnTo>
                <a:cubicBezTo>
                  <a:pt x="190747" y="312264"/>
                  <a:pt x="210062" y="314255"/>
                  <a:pt x="213262" y="314056"/>
                </a:cubicBezTo>
                <a:cubicBezTo>
                  <a:pt x="216462" y="313856"/>
                  <a:pt x="218062" y="310847"/>
                  <a:pt x="218062" y="305031"/>
                </a:cubicBezTo>
                <a:lnTo>
                  <a:pt x="218062" y="150515"/>
                </a:lnTo>
                <a:lnTo>
                  <a:pt x="125592" y="150515"/>
                </a:lnTo>
                <a:cubicBezTo>
                  <a:pt x="112427" y="150515"/>
                  <a:pt x="99377" y="152082"/>
                  <a:pt x="86445" y="155215"/>
                </a:cubicBezTo>
                <a:lnTo>
                  <a:pt x="77070" y="143312"/>
                </a:lnTo>
                <a:lnTo>
                  <a:pt x="77070" y="162115"/>
                </a:lnTo>
                <a:cubicBezTo>
                  <a:pt x="81253" y="248343"/>
                  <a:pt x="57888" y="313272"/>
                  <a:pt x="6975" y="356903"/>
                </a:cubicBezTo>
                <a:lnTo>
                  <a:pt x="0" y="347853"/>
                </a:lnTo>
                <a:cubicBezTo>
                  <a:pt x="16216" y="325013"/>
                  <a:pt x="28377" y="300782"/>
                  <a:pt x="36485" y="275161"/>
                </a:cubicBezTo>
                <a:lnTo>
                  <a:pt x="42110" y="237684"/>
                </a:lnTo>
                <a:lnTo>
                  <a:pt x="42111" y="237682"/>
                </a:lnTo>
                <a:lnTo>
                  <a:pt x="42111" y="237682"/>
                </a:lnTo>
                <a:lnTo>
                  <a:pt x="44122" y="235011"/>
                </a:lnTo>
                <a:lnTo>
                  <a:pt x="44122" y="235011"/>
                </a:lnTo>
                <a:lnTo>
                  <a:pt x="44122" y="235010"/>
                </a:lnTo>
                <a:lnTo>
                  <a:pt x="42731" y="233552"/>
                </a:lnTo>
                <a:lnTo>
                  <a:pt x="42731" y="233551"/>
                </a:lnTo>
                <a:lnTo>
                  <a:pt x="42730" y="233550"/>
                </a:lnTo>
                <a:lnTo>
                  <a:pt x="48647" y="194125"/>
                </a:lnTo>
                <a:cubicBezTo>
                  <a:pt x="48647" y="137320"/>
                  <a:pt x="48647" y="99544"/>
                  <a:pt x="48647" y="80795"/>
                </a:cubicBezTo>
                <a:cubicBezTo>
                  <a:pt x="48647" y="62046"/>
                  <a:pt x="48122" y="35831"/>
                  <a:pt x="47072" y="2150"/>
                </a:cubicBezTo>
                <a:lnTo>
                  <a:pt x="76895" y="16299"/>
                </a:lnTo>
                <a:lnTo>
                  <a:pt x="217137" y="16299"/>
                </a:lnTo>
                <a:lnTo>
                  <a:pt x="233711" y="0"/>
                </a:lnTo>
                <a:close/>
                <a:moveTo>
                  <a:pt x="77070" y="33723"/>
                </a:moveTo>
                <a:lnTo>
                  <a:pt x="77070" y="133092"/>
                </a:lnTo>
                <a:lnTo>
                  <a:pt x="131767" y="133092"/>
                </a:lnTo>
                <a:lnTo>
                  <a:pt x="131767" y="97914"/>
                </a:lnTo>
                <a:lnTo>
                  <a:pt x="115356" y="98900"/>
                </a:lnTo>
                <a:cubicBezTo>
                  <a:pt x="108831" y="99687"/>
                  <a:pt x="102335" y="100869"/>
                  <a:pt x="95869" y="102443"/>
                </a:cubicBezTo>
                <a:lnTo>
                  <a:pt x="78445" y="80320"/>
                </a:lnTo>
                <a:lnTo>
                  <a:pt x="131767" y="80320"/>
                </a:lnTo>
                <a:cubicBezTo>
                  <a:pt x="131767" y="61904"/>
                  <a:pt x="131350" y="46372"/>
                  <a:pt x="130517" y="33723"/>
                </a:cubicBezTo>
                <a:lnTo>
                  <a:pt x="77070" y="33723"/>
                </a:lnTo>
                <a:close/>
                <a:moveTo>
                  <a:pt x="144516" y="33723"/>
                </a:moveTo>
                <a:lnTo>
                  <a:pt x="171190" y="41172"/>
                </a:lnTo>
                <a:lnTo>
                  <a:pt x="160190" y="52971"/>
                </a:lnTo>
                <a:lnTo>
                  <a:pt x="160190" y="80320"/>
                </a:lnTo>
                <a:lnTo>
                  <a:pt x="170165" y="80320"/>
                </a:lnTo>
                <a:lnTo>
                  <a:pt x="188389" y="63021"/>
                </a:lnTo>
                <a:lnTo>
                  <a:pt x="216662" y="97719"/>
                </a:lnTo>
                <a:lnTo>
                  <a:pt x="160190" y="97719"/>
                </a:lnTo>
                <a:lnTo>
                  <a:pt x="160190" y="133092"/>
                </a:lnTo>
                <a:lnTo>
                  <a:pt x="176439" y="133092"/>
                </a:lnTo>
                <a:lnTo>
                  <a:pt x="196238" y="114243"/>
                </a:lnTo>
                <a:lnTo>
                  <a:pt x="218062" y="140764"/>
                </a:lnTo>
                <a:lnTo>
                  <a:pt x="218062" y="33723"/>
                </a:lnTo>
                <a:lnTo>
                  <a:pt x="144516" y="33723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7" name="任意多边形: 形状 86">
            <a:extLst>
              <a:ext uri="{FF2B5EF4-FFF2-40B4-BE49-F238E27FC236}">
                <a16:creationId xmlns:a16="http://schemas.microsoft.com/office/drawing/2014/main" id="{A6363FD9-3F11-1674-9F75-4E14ED692BA7}"/>
              </a:ext>
            </a:extLst>
          </p:cNvPr>
          <p:cNvSpPr/>
          <p:nvPr/>
        </p:nvSpPr>
        <p:spPr>
          <a:xfrm>
            <a:off x="4540996" y="3164808"/>
            <a:ext cx="141549" cy="226086"/>
          </a:xfrm>
          <a:custGeom>
            <a:avLst/>
            <a:gdLst>
              <a:gd name="connsiteX0" fmla="*/ 78470 w 141549"/>
              <a:gd name="connsiteY0" fmla="*/ 0 h 226086"/>
              <a:gd name="connsiteX1" fmla="*/ 105294 w 141549"/>
              <a:gd name="connsiteY1" fmla="*/ 27898 h 226086"/>
              <a:gd name="connsiteX2" fmla="*/ 89595 w 141549"/>
              <a:gd name="connsiteY2" fmla="*/ 40247 h 226086"/>
              <a:gd name="connsiteX3" fmla="*/ 89595 w 141549"/>
              <a:gd name="connsiteY3" fmla="*/ 172564 h 226086"/>
              <a:gd name="connsiteX4" fmla="*/ 133642 w 141549"/>
              <a:gd name="connsiteY4" fmla="*/ 128642 h 226086"/>
              <a:gd name="connsiteX5" fmla="*/ 141548 w 141549"/>
              <a:gd name="connsiteY5" fmla="*/ 136931 h 226086"/>
              <a:gd name="connsiteX6" fmla="*/ 141548 w 141549"/>
              <a:gd name="connsiteY6" fmla="*/ 136932 h 226086"/>
              <a:gd name="connsiteX7" fmla="*/ 141549 w 141549"/>
              <a:gd name="connsiteY7" fmla="*/ 136933 h 226086"/>
              <a:gd name="connsiteX8" fmla="*/ 141549 w 141549"/>
              <a:gd name="connsiteY8" fmla="*/ 136934 h 226086"/>
              <a:gd name="connsiteX9" fmla="*/ 141548 w 141549"/>
              <a:gd name="connsiteY9" fmla="*/ 136933 h 226086"/>
              <a:gd name="connsiteX10" fmla="*/ 140928 w 141549"/>
              <a:gd name="connsiteY10" fmla="*/ 141063 h 226086"/>
              <a:gd name="connsiteX11" fmla="*/ 140928 w 141549"/>
              <a:gd name="connsiteY11" fmla="*/ 141063 h 226086"/>
              <a:gd name="connsiteX12" fmla="*/ 140928 w 141549"/>
              <a:gd name="connsiteY12" fmla="*/ 141065 h 226086"/>
              <a:gd name="connsiteX13" fmla="*/ 101812 w 141549"/>
              <a:gd name="connsiteY13" fmla="*/ 193001 h 226086"/>
              <a:gd name="connsiteX14" fmla="*/ 77570 w 141549"/>
              <a:gd name="connsiteY14" fmla="*/ 226086 h 226086"/>
              <a:gd name="connsiteX15" fmla="*/ 53347 w 141549"/>
              <a:gd name="connsiteY15" fmla="*/ 200063 h 226086"/>
              <a:gd name="connsiteX16" fmla="*/ 59621 w 141549"/>
              <a:gd name="connsiteY16" fmla="*/ 177364 h 226086"/>
              <a:gd name="connsiteX17" fmla="*/ 59621 w 141549"/>
              <a:gd name="connsiteY17" fmla="*/ 34698 h 226086"/>
              <a:gd name="connsiteX18" fmla="*/ 56572 w 141549"/>
              <a:gd name="connsiteY18" fmla="*/ 34698 h 226086"/>
              <a:gd name="connsiteX19" fmla="*/ 17424 w 141549"/>
              <a:gd name="connsiteY19" fmla="*/ 39397 h 226086"/>
              <a:gd name="connsiteX20" fmla="*/ 0 w 141549"/>
              <a:gd name="connsiteY20" fmla="*/ 17299 h 226086"/>
              <a:gd name="connsiteX21" fmla="*/ 60346 w 141549"/>
              <a:gd name="connsiteY21" fmla="*/ 17299 h 226086"/>
              <a:gd name="connsiteX22" fmla="*/ 78470 w 141549"/>
              <a:gd name="connsiteY22" fmla="*/ 0 h 226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41549" h="226086">
                <a:moveTo>
                  <a:pt x="78470" y="0"/>
                </a:moveTo>
                <a:lnTo>
                  <a:pt x="105294" y="27898"/>
                </a:lnTo>
                <a:lnTo>
                  <a:pt x="89595" y="40247"/>
                </a:lnTo>
                <a:lnTo>
                  <a:pt x="89595" y="172564"/>
                </a:lnTo>
                <a:lnTo>
                  <a:pt x="133642" y="128642"/>
                </a:lnTo>
                <a:lnTo>
                  <a:pt x="141548" y="136931"/>
                </a:lnTo>
                <a:lnTo>
                  <a:pt x="141548" y="136932"/>
                </a:lnTo>
                <a:lnTo>
                  <a:pt x="141549" y="136933"/>
                </a:lnTo>
                <a:lnTo>
                  <a:pt x="141549" y="136934"/>
                </a:lnTo>
                <a:lnTo>
                  <a:pt x="141548" y="136933"/>
                </a:lnTo>
                <a:lnTo>
                  <a:pt x="140928" y="141063"/>
                </a:lnTo>
                <a:lnTo>
                  <a:pt x="140928" y="141063"/>
                </a:lnTo>
                <a:lnTo>
                  <a:pt x="140928" y="141065"/>
                </a:lnTo>
                <a:lnTo>
                  <a:pt x="101812" y="193001"/>
                </a:lnTo>
                <a:cubicBezTo>
                  <a:pt x="90917" y="207617"/>
                  <a:pt x="82837" y="218645"/>
                  <a:pt x="77570" y="226086"/>
                </a:cubicBezTo>
                <a:lnTo>
                  <a:pt x="53347" y="200063"/>
                </a:lnTo>
                <a:cubicBezTo>
                  <a:pt x="57530" y="192880"/>
                  <a:pt x="59621" y="185313"/>
                  <a:pt x="59621" y="177364"/>
                </a:cubicBezTo>
                <a:lnTo>
                  <a:pt x="59621" y="34698"/>
                </a:lnTo>
                <a:lnTo>
                  <a:pt x="56572" y="34698"/>
                </a:lnTo>
                <a:cubicBezTo>
                  <a:pt x="43406" y="34698"/>
                  <a:pt x="30357" y="36264"/>
                  <a:pt x="17424" y="39397"/>
                </a:cubicBezTo>
                <a:lnTo>
                  <a:pt x="0" y="17299"/>
                </a:lnTo>
                <a:lnTo>
                  <a:pt x="60346" y="17299"/>
                </a:lnTo>
                <a:lnTo>
                  <a:pt x="78470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8" name="任意多边形: 形状 87">
            <a:extLst>
              <a:ext uri="{FF2B5EF4-FFF2-40B4-BE49-F238E27FC236}">
                <a16:creationId xmlns:a16="http://schemas.microsoft.com/office/drawing/2014/main" id="{14C7E3CB-C9B2-042E-5FB9-6575E02E311D}"/>
              </a:ext>
            </a:extLst>
          </p:cNvPr>
          <p:cNvSpPr/>
          <p:nvPr/>
        </p:nvSpPr>
        <p:spPr>
          <a:xfrm>
            <a:off x="5065954" y="4327784"/>
            <a:ext cx="298232" cy="249035"/>
          </a:xfrm>
          <a:custGeom>
            <a:avLst/>
            <a:gdLst>
              <a:gd name="connsiteX0" fmla="*/ 269709 w 298232"/>
              <a:gd name="connsiteY0" fmla="*/ 0 h 249035"/>
              <a:gd name="connsiteX1" fmla="*/ 298232 w 298232"/>
              <a:gd name="connsiteY1" fmla="*/ 27498 h 249035"/>
              <a:gd name="connsiteX2" fmla="*/ 285683 w 298232"/>
              <a:gd name="connsiteY2" fmla="*/ 39947 h 249035"/>
              <a:gd name="connsiteX3" fmla="*/ 285683 w 298232"/>
              <a:gd name="connsiteY3" fmla="*/ 145966 h 249035"/>
              <a:gd name="connsiteX4" fmla="*/ 278621 w 298232"/>
              <a:gd name="connsiteY4" fmla="*/ 173727 h 249035"/>
              <a:gd name="connsiteX5" fmla="*/ 245385 w 298232"/>
              <a:gd name="connsiteY5" fmla="*/ 194688 h 249035"/>
              <a:gd name="connsiteX6" fmla="*/ 181964 w 298232"/>
              <a:gd name="connsiteY6" fmla="*/ 157815 h 249035"/>
              <a:gd name="connsiteX7" fmla="*/ 181964 w 298232"/>
              <a:gd name="connsiteY7" fmla="*/ 141166 h 249035"/>
              <a:gd name="connsiteX8" fmla="*/ 244085 w 298232"/>
              <a:gd name="connsiteY8" fmla="*/ 149041 h 249035"/>
              <a:gd name="connsiteX9" fmla="*/ 252560 w 298232"/>
              <a:gd name="connsiteY9" fmla="*/ 139691 h 249035"/>
              <a:gd name="connsiteX10" fmla="*/ 252560 w 298232"/>
              <a:gd name="connsiteY10" fmla="*/ 36248 h 249035"/>
              <a:gd name="connsiteX11" fmla="*/ 152366 w 298232"/>
              <a:gd name="connsiteY11" fmla="*/ 36248 h 249035"/>
              <a:gd name="connsiteX12" fmla="*/ 152366 w 298232"/>
              <a:gd name="connsiteY12" fmla="*/ 178039 h 249035"/>
              <a:gd name="connsiteX13" fmla="*/ 153916 w 298232"/>
              <a:gd name="connsiteY13" fmla="*/ 232786 h 249035"/>
              <a:gd name="connsiteX14" fmla="*/ 119218 w 298232"/>
              <a:gd name="connsiteY14" fmla="*/ 249035 h 249035"/>
              <a:gd name="connsiteX15" fmla="*/ 120793 w 298232"/>
              <a:gd name="connsiteY15" fmla="*/ 174889 h 249035"/>
              <a:gd name="connsiteX16" fmla="*/ 120793 w 298232"/>
              <a:gd name="connsiteY16" fmla="*/ 36248 h 249035"/>
              <a:gd name="connsiteX17" fmla="*/ 56572 w 298232"/>
              <a:gd name="connsiteY17" fmla="*/ 36248 h 249035"/>
              <a:gd name="connsiteX18" fmla="*/ 17424 w 298232"/>
              <a:gd name="connsiteY18" fmla="*/ 40972 h 249035"/>
              <a:gd name="connsiteX19" fmla="*/ 0 w 298232"/>
              <a:gd name="connsiteY19" fmla="*/ 18849 h 249035"/>
              <a:gd name="connsiteX20" fmla="*/ 250160 w 298232"/>
              <a:gd name="connsiteY20" fmla="*/ 18849 h 249035"/>
              <a:gd name="connsiteX21" fmla="*/ 269709 w 298232"/>
              <a:gd name="connsiteY21" fmla="*/ 0 h 2490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298232" h="249035">
                <a:moveTo>
                  <a:pt x="269709" y="0"/>
                </a:moveTo>
                <a:lnTo>
                  <a:pt x="298232" y="27498"/>
                </a:lnTo>
                <a:lnTo>
                  <a:pt x="285683" y="39947"/>
                </a:lnTo>
                <a:lnTo>
                  <a:pt x="285683" y="145966"/>
                </a:lnTo>
                <a:cubicBezTo>
                  <a:pt x="285683" y="157399"/>
                  <a:pt x="283329" y="166652"/>
                  <a:pt x="278621" y="173727"/>
                </a:cubicBezTo>
                <a:cubicBezTo>
                  <a:pt x="273913" y="180801"/>
                  <a:pt x="262834" y="187788"/>
                  <a:pt x="245385" y="194688"/>
                </a:cubicBezTo>
                <a:cubicBezTo>
                  <a:pt x="237419" y="176522"/>
                  <a:pt x="216279" y="164232"/>
                  <a:pt x="181964" y="157815"/>
                </a:cubicBezTo>
                <a:lnTo>
                  <a:pt x="181964" y="141166"/>
                </a:lnTo>
                <a:cubicBezTo>
                  <a:pt x="217729" y="146416"/>
                  <a:pt x="238436" y="149041"/>
                  <a:pt x="244085" y="149041"/>
                </a:cubicBezTo>
                <a:cubicBezTo>
                  <a:pt x="249735" y="149041"/>
                  <a:pt x="252560" y="145924"/>
                  <a:pt x="252560" y="139691"/>
                </a:cubicBezTo>
                <a:lnTo>
                  <a:pt x="252560" y="36248"/>
                </a:lnTo>
                <a:lnTo>
                  <a:pt x="152366" y="36248"/>
                </a:lnTo>
                <a:lnTo>
                  <a:pt x="152366" y="178039"/>
                </a:lnTo>
                <a:cubicBezTo>
                  <a:pt x="152366" y="197588"/>
                  <a:pt x="152883" y="215837"/>
                  <a:pt x="153916" y="232786"/>
                </a:cubicBezTo>
                <a:lnTo>
                  <a:pt x="119218" y="249035"/>
                </a:lnTo>
                <a:cubicBezTo>
                  <a:pt x="120268" y="221670"/>
                  <a:pt x="120793" y="196955"/>
                  <a:pt x="120793" y="174889"/>
                </a:cubicBezTo>
                <a:lnTo>
                  <a:pt x="120793" y="36248"/>
                </a:lnTo>
                <a:lnTo>
                  <a:pt x="56572" y="36248"/>
                </a:lnTo>
                <a:cubicBezTo>
                  <a:pt x="43406" y="36248"/>
                  <a:pt x="30357" y="37823"/>
                  <a:pt x="17424" y="40972"/>
                </a:cubicBezTo>
                <a:lnTo>
                  <a:pt x="0" y="18849"/>
                </a:lnTo>
                <a:lnTo>
                  <a:pt x="250160" y="18849"/>
                </a:lnTo>
                <a:lnTo>
                  <a:pt x="269709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9" name="任意多边形: 形状 88">
            <a:extLst>
              <a:ext uri="{FF2B5EF4-FFF2-40B4-BE49-F238E27FC236}">
                <a16:creationId xmlns:a16="http://schemas.microsoft.com/office/drawing/2014/main" id="{1DAA8F9C-611A-3684-FF16-314C78DB5B40}"/>
              </a:ext>
            </a:extLst>
          </p:cNvPr>
          <p:cNvSpPr/>
          <p:nvPr/>
        </p:nvSpPr>
        <p:spPr>
          <a:xfrm>
            <a:off x="6724000" y="4292478"/>
            <a:ext cx="368802" cy="210662"/>
          </a:xfrm>
          <a:custGeom>
            <a:avLst/>
            <a:gdLst>
              <a:gd name="connsiteX0" fmla="*/ 62746 w 368802"/>
              <a:gd name="connsiteY0" fmla="*/ 0 h 210662"/>
              <a:gd name="connsiteX1" fmla="*/ 91019 w 368802"/>
              <a:gd name="connsiteY1" fmla="*/ 14149 h 210662"/>
              <a:gd name="connsiteX2" fmla="*/ 268534 w 368802"/>
              <a:gd name="connsiteY2" fmla="*/ 14149 h 210662"/>
              <a:gd name="connsiteX3" fmla="*/ 279683 w 368802"/>
              <a:gd name="connsiteY3" fmla="*/ 0 h 210662"/>
              <a:gd name="connsiteX4" fmla="*/ 309206 w 368802"/>
              <a:gd name="connsiteY4" fmla="*/ 22499 h 210662"/>
              <a:gd name="connsiteX5" fmla="*/ 298232 w 368802"/>
              <a:gd name="connsiteY5" fmla="*/ 33673 h 210662"/>
              <a:gd name="connsiteX6" fmla="*/ 299782 w 368802"/>
              <a:gd name="connsiteY6" fmla="*/ 116193 h 210662"/>
              <a:gd name="connsiteX7" fmla="*/ 268234 w 368802"/>
              <a:gd name="connsiteY7" fmla="*/ 127317 h 210662"/>
              <a:gd name="connsiteX8" fmla="*/ 268234 w 368802"/>
              <a:gd name="connsiteY8" fmla="*/ 114768 h 210662"/>
              <a:gd name="connsiteX9" fmla="*/ 197838 w 368802"/>
              <a:gd name="connsiteY9" fmla="*/ 114768 h 210662"/>
              <a:gd name="connsiteX10" fmla="*/ 197838 w 368802"/>
              <a:gd name="connsiteY10" fmla="*/ 142142 h 210662"/>
              <a:gd name="connsiteX11" fmla="*/ 275508 w 368802"/>
              <a:gd name="connsiteY11" fmla="*/ 142142 h 210662"/>
              <a:gd name="connsiteX12" fmla="*/ 300182 w 368802"/>
              <a:gd name="connsiteY12" fmla="*/ 121718 h 210662"/>
              <a:gd name="connsiteX13" fmla="*/ 329605 w 368802"/>
              <a:gd name="connsiteY13" fmla="*/ 159566 h 210662"/>
              <a:gd name="connsiteX14" fmla="*/ 197838 w 368802"/>
              <a:gd name="connsiteY14" fmla="*/ 159566 h 210662"/>
              <a:gd name="connsiteX15" fmla="*/ 197838 w 368802"/>
              <a:gd name="connsiteY15" fmla="*/ 188564 h 210662"/>
              <a:gd name="connsiteX16" fmla="*/ 311481 w 368802"/>
              <a:gd name="connsiteY16" fmla="*/ 188564 h 210662"/>
              <a:gd name="connsiteX17" fmla="*/ 337779 w 368802"/>
              <a:gd name="connsiteY17" fmla="*/ 164990 h 210662"/>
              <a:gd name="connsiteX18" fmla="*/ 368802 w 368802"/>
              <a:gd name="connsiteY18" fmla="*/ 205963 h 210662"/>
              <a:gd name="connsiteX19" fmla="*/ 56546 w 368802"/>
              <a:gd name="connsiteY19" fmla="*/ 205963 h 210662"/>
              <a:gd name="connsiteX20" fmla="*/ 17399 w 368802"/>
              <a:gd name="connsiteY20" fmla="*/ 210662 h 210662"/>
              <a:gd name="connsiteX21" fmla="*/ 0 w 368802"/>
              <a:gd name="connsiteY21" fmla="*/ 188564 h 210662"/>
              <a:gd name="connsiteX22" fmla="*/ 167840 w 368802"/>
              <a:gd name="connsiteY22" fmla="*/ 188564 h 210662"/>
              <a:gd name="connsiteX23" fmla="*/ 167840 w 368802"/>
              <a:gd name="connsiteY23" fmla="*/ 159566 h 210662"/>
              <a:gd name="connsiteX24" fmla="*/ 91069 w 368802"/>
              <a:gd name="connsiteY24" fmla="*/ 159566 h 210662"/>
              <a:gd name="connsiteX25" fmla="*/ 51922 w 368802"/>
              <a:gd name="connsiteY25" fmla="*/ 164265 h 210662"/>
              <a:gd name="connsiteX26" fmla="*/ 34498 w 368802"/>
              <a:gd name="connsiteY26" fmla="*/ 142142 h 210662"/>
              <a:gd name="connsiteX27" fmla="*/ 167840 w 368802"/>
              <a:gd name="connsiteY27" fmla="*/ 142142 h 210662"/>
              <a:gd name="connsiteX28" fmla="*/ 167840 w 368802"/>
              <a:gd name="connsiteY28" fmla="*/ 114768 h 210662"/>
              <a:gd name="connsiteX29" fmla="*/ 94294 w 368802"/>
              <a:gd name="connsiteY29" fmla="*/ 114768 h 210662"/>
              <a:gd name="connsiteX30" fmla="*/ 94294 w 368802"/>
              <a:gd name="connsiteY30" fmla="*/ 122793 h 210662"/>
              <a:gd name="connsiteX31" fmla="*/ 62746 w 368802"/>
              <a:gd name="connsiteY31" fmla="*/ 132017 h 210662"/>
              <a:gd name="connsiteX32" fmla="*/ 64296 w 368802"/>
              <a:gd name="connsiteY32" fmla="*/ 65384 h 210662"/>
              <a:gd name="connsiteX33" fmla="*/ 62746 w 368802"/>
              <a:gd name="connsiteY33" fmla="*/ 0 h 210662"/>
              <a:gd name="connsiteX34" fmla="*/ 94294 w 368802"/>
              <a:gd name="connsiteY34" fmla="*/ 31573 h 210662"/>
              <a:gd name="connsiteX35" fmla="*/ 94294 w 368802"/>
              <a:gd name="connsiteY35" fmla="*/ 57372 h 210662"/>
              <a:gd name="connsiteX36" fmla="*/ 167840 w 368802"/>
              <a:gd name="connsiteY36" fmla="*/ 57372 h 210662"/>
              <a:gd name="connsiteX37" fmla="*/ 167840 w 368802"/>
              <a:gd name="connsiteY37" fmla="*/ 31573 h 210662"/>
              <a:gd name="connsiteX38" fmla="*/ 94294 w 368802"/>
              <a:gd name="connsiteY38" fmla="*/ 31573 h 210662"/>
              <a:gd name="connsiteX39" fmla="*/ 197838 w 368802"/>
              <a:gd name="connsiteY39" fmla="*/ 31573 h 210662"/>
              <a:gd name="connsiteX40" fmla="*/ 197838 w 368802"/>
              <a:gd name="connsiteY40" fmla="*/ 57372 h 210662"/>
              <a:gd name="connsiteX41" fmla="*/ 268234 w 368802"/>
              <a:gd name="connsiteY41" fmla="*/ 57372 h 210662"/>
              <a:gd name="connsiteX42" fmla="*/ 268234 w 368802"/>
              <a:gd name="connsiteY42" fmla="*/ 31573 h 210662"/>
              <a:gd name="connsiteX43" fmla="*/ 197838 w 368802"/>
              <a:gd name="connsiteY43" fmla="*/ 31573 h 210662"/>
              <a:gd name="connsiteX44" fmla="*/ 94294 w 368802"/>
              <a:gd name="connsiteY44" fmla="*/ 74771 h 210662"/>
              <a:gd name="connsiteX45" fmla="*/ 94294 w 368802"/>
              <a:gd name="connsiteY45" fmla="*/ 97344 h 210662"/>
              <a:gd name="connsiteX46" fmla="*/ 167840 w 368802"/>
              <a:gd name="connsiteY46" fmla="*/ 97344 h 210662"/>
              <a:gd name="connsiteX47" fmla="*/ 167840 w 368802"/>
              <a:gd name="connsiteY47" fmla="*/ 74771 h 210662"/>
              <a:gd name="connsiteX48" fmla="*/ 94294 w 368802"/>
              <a:gd name="connsiteY48" fmla="*/ 74771 h 210662"/>
              <a:gd name="connsiteX49" fmla="*/ 197838 w 368802"/>
              <a:gd name="connsiteY49" fmla="*/ 74771 h 210662"/>
              <a:gd name="connsiteX50" fmla="*/ 197838 w 368802"/>
              <a:gd name="connsiteY50" fmla="*/ 97344 h 210662"/>
              <a:gd name="connsiteX51" fmla="*/ 268234 w 368802"/>
              <a:gd name="connsiteY51" fmla="*/ 97344 h 210662"/>
              <a:gd name="connsiteX52" fmla="*/ 268234 w 368802"/>
              <a:gd name="connsiteY52" fmla="*/ 74771 h 210662"/>
              <a:gd name="connsiteX53" fmla="*/ 197838 w 368802"/>
              <a:gd name="connsiteY53" fmla="*/ 74771 h 210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368802" h="210662">
                <a:moveTo>
                  <a:pt x="62746" y="0"/>
                </a:moveTo>
                <a:lnTo>
                  <a:pt x="91019" y="14149"/>
                </a:lnTo>
                <a:lnTo>
                  <a:pt x="268534" y="14149"/>
                </a:lnTo>
                <a:lnTo>
                  <a:pt x="279683" y="0"/>
                </a:lnTo>
                <a:lnTo>
                  <a:pt x="309206" y="22499"/>
                </a:lnTo>
                <a:lnTo>
                  <a:pt x="298232" y="33673"/>
                </a:lnTo>
                <a:cubicBezTo>
                  <a:pt x="298232" y="73537"/>
                  <a:pt x="298748" y="101044"/>
                  <a:pt x="299782" y="116193"/>
                </a:cubicBezTo>
                <a:lnTo>
                  <a:pt x="268234" y="127317"/>
                </a:lnTo>
                <a:lnTo>
                  <a:pt x="268234" y="114768"/>
                </a:lnTo>
                <a:lnTo>
                  <a:pt x="197838" y="114768"/>
                </a:lnTo>
                <a:lnTo>
                  <a:pt x="197838" y="142142"/>
                </a:lnTo>
                <a:lnTo>
                  <a:pt x="275508" y="142142"/>
                </a:lnTo>
                <a:lnTo>
                  <a:pt x="300182" y="121718"/>
                </a:lnTo>
                <a:lnTo>
                  <a:pt x="329605" y="159566"/>
                </a:lnTo>
                <a:lnTo>
                  <a:pt x="197838" y="159566"/>
                </a:lnTo>
                <a:lnTo>
                  <a:pt x="197838" y="188564"/>
                </a:lnTo>
                <a:lnTo>
                  <a:pt x="311481" y="188564"/>
                </a:lnTo>
                <a:lnTo>
                  <a:pt x="337779" y="164990"/>
                </a:lnTo>
                <a:lnTo>
                  <a:pt x="368802" y="205963"/>
                </a:lnTo>
                <a:lnTo>
                  <a:pt x="56546" y="205963"/>
                </a:lnTo>
                <a:cubicBezTo>
                  <a:pt x="43397" y="205963"/>
                  <a:pt x="30348" y="207529"/>
                  <a:pt x="17399" y="210662"/>
                </a:cubicBezTo>
                <a:lnTo>
                  <a:pt x="0" y="188564"/>
                </a:lnTo>
                <a:lnTo>
                  <a:pt x="167840" y="188564"/>
                </a:lnTo>
                <a:lnTo>
                  <a:pt x="167840" y="159566"/>
                </a:lnTo>
                <a:lnTo>
                  <a:pt x="91069" y="159566"/>
                </a:lnTo>
                <a:cubicBezTo>
                  <a:pt x="77903" y="159566"/>
                  <a:pt x="64854" y="161132"/>
                  <a:pt x="51922" y="164265"/>
                </a:cubicBezTo>
                <a:lnTo>
                  <a:pt x="34498" y="142142"/>
                </a:lnTo>
                <a:lnTo>
                  <a:pt x="167840" y="142142"/>
                </a:lnTo>
                <a:lnTo>
                  <a:pt x="167840" y="114768"/>
                </a:lnTo>
                <a:lnTo>
                  <a:pt x="94294" y="114768"/>
                </a:lnTo>
                <a:lnTo>
                  <a:pt x="94294" y="122793"/>
                </a:lnTo>
                <a:lnTo>
                  <a:pt x="62746" y="132017"/>
                </a:lnTo>
                <a:cubicBezTo>
                  <a:pt x="63779" y="107902"/>
                  <a:pt x="64296" y="85691"/>
                  <a:pt x="64296" y="65384"/>
                </a:cubicBezTo>
                <a:cubicBezTo>
                  <a:pt x="64296" y="45077"/>
                  <a:pt x="63779" y="23282"/>
                  <a:pt x="62746" y="0"/>
                </a:cubicBezTo>
                <a:close/>
                <a:moveTo>
                  <a:pt x="94294" y="31573"/>
                </a:moveTo>
                <a:lnTo>
                  <a:pt x="94294" y="57372"/>
                </a:lnTo>
                <a:lnTo>
                  <a:pt x="167840" y="57372"/>
                </a:lnTo>
                <a:lnTo>
                  <a:pt x="167840" y="31573"/>
                </a:lnTo>
                <a:lnTo>
                  <a:pt x="94294" y="31573"/>
                </a:lnTo>
                <a:close/>
                <a:moveTo>
                  <a:pt x="197838" y="31573"/>
                </a:moveTo>
                <a:lnTo>
                  <a:pt x="197838" y="57372"/>
                </a:lnTo>
                <a:lnTo>
                  <a:pt x="268234" y="57372"/>
                </a:lnTo>
                <a:lnTo>
                  <a:pt x="268234" y="31573"/>
                </a:lnTo>
                <a:lnTo>
                  <a:pt x="197838" y="31573"/>
                </a:lnTo>
                <a:close/>
                <a:moveTo>
                  <a:pt x="94294" y="74771"/>
                </a:moveTo>
                <a:lnTo>
                  <a:pt x="94294" y="97344"/>
                </a:lnTo>
                <a:lnTo>
                  <a:pt x="167840" y="97344"/>
                </a:lnTo>
                <a:lnTo>
                  <a:pt x="167840" y="74771"/>
                </a:lnTo>
                <a:lnTo>
                  <a:pt x="94294" y="74771"/>
                </a:lnTo>
                <a:close/>
                <a:moveTo>
                  <a:pt x="197838" y="74771"/>
                </a:moveTo>
                <a:lnTo>
                  <a:pt x="197838" y="97344"/>
                </a:lnTo>
                <a:lnTo>
                  <a:pt x="268234" y="97344"/>
                </a:lnTo>
                <a:lnTo>
                  <a:pt x="268234" y="74771"/>
                </a:lnTo>
                <a:lnTo>
                  <a:pt x="197838" y="74771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0" name="任意多边形: 形状 89">
            <a:extLst>
              <a:ext uri="{FF2B5EF4-FFF2-40B4-BE49-F238E27FC236}">
                <a16:creationId xmlns:a16="http://schemas.microsoft.com/office/drawing/2014/main" id="{1C4034A6-7ADA-C885-E869-833C37CBDF80}"/>
              </a:ext>
            </a:extLst>
          </p:cNvPr>
          <p:cNvSpPr/>
          <p:nvPr/>
        </p:nvSpPr>
        <p:spPr>
          <a:xfrm>
            <a:off x="7401184" y="3136258"/>
            <a:ext cx="280982" cy="200288"/>
          </a:xfrm>
          <a:custGeom>
            <a:avLst/>
            <a:gdLst>
              <a:gd name="connsiteX0" fmla="*/ 134891 w 280982"/>
              <a:gd name="connsiteY0" fmla="*/ 0 h 200288"/>
              <a:gd name="connsiteX1" fmla="*/ 179014 w 280982"/>
              <a:gd name="connsiteY1" fmla="*/ 21974 h 200288"/>
              <a:gd name="connsiteX2" fmla="*/ 166289 w 280982"/>
              <a:gd name="connsiteY2" fmla="*/ 35548 h 200288"/>
              <a:gd name="connsiteX3" fmla="*/ 154815 w 280982"/>
              <a:gd name="connsiteY3" fmla="*/ 98700 h 200288"/>
              <a:gd name="connsiteX4" fmla="*/ 151700 w 280982"/>
              <a:gd name="connsiteY4" fmla="*/ 105133 h 200288"/>
              <a:gd name="connsiteX5" fmla="*/ 215080 w 280982"/>
              <a:gd name="connsiteY5" fmla="*/ 123552 h 200288"/>
              <a:gd name="connsiteX6" fmla="*/ 252734 w 280982"/>
              <a:gd name="connsiteY6" fmla="*/ 136929 h 200288"/>
              <a:gd name="connsiteX7" fmla="*/ 279220 w 280982"/>
              <a:gd name="connsiteY7" fmla="*/ 157515 h 200288"/>
              <a:gd name="connsiteX8" fmla="*/ 280982 w 280982"/>
              <a:gd name="connsiteY8" fmla="*/ 171739 h 200288"/>
              <a:gd name="connsiteX9" fmla="*/ 277783 w 280982"/>
              <a:gd name="connsiteY9" fmla="*/ 188063 h 200288"/>
              <a:gd name="connsiteX10" fmla="*/ 269908 w 280982"/>
              <a:gd name="connsiteY10" fmla="*/ 195563 h 200288"/>
              <a:gd name="connsiteX11" fmla="*/ 253084 w 280982"/>
              <a:gd name="connsiteY11" fmla="*/ 185364 h 200288"/>
              <a:gd name="connsiteX12" fmla="*/ 219861 w 280982"/>
              <a:gd name="connsiteY12" fmla="*/ 157340 h 200288"/>
              <a:gd name="connsiteX13" fmla="*/ 149015 w 280982"/>
              <a:gd name="connsiteY13" fmla="*/ 118943 h 200288"/>
              <a:gd name="connsiteX14" fmla="*/ 151471 w 280982"/>
              <a:gd name="connsiteY14" fmla="*/ 105605 h 200288"/>
              <a:gd name="connsiteX15" fmla="*/ 142835 w 280982"/>
              <a:gd name="connsiteY15" fmla="*/ 123438 h 200288"/>
              <a:gd name="connsiteX16" fmla="*/ 126692 w 280982"/>
              <a:gd name="connsiteY16" fmla="*/ 143616 h 200288"/>
              <a:gd name="connsiteX17" fmla="*/ 3199 w 280982"/>
              <a:gd name="connsiteY17" fmla="*/ 200288 h 200288"/>
              <a:gd name="connsiteX18" fmla="*/ 0 w 280982"/>
              <a:gd name="connsiteY18" fmla="*/ 189163 h 200288"/>
              <a:gd name="connsiteX19" fmla="*/ 71133 w 280982"/>
              <a:gd name="connsiteY19" fmla="*/ 154703 h 200288"/>
              <a:gd name="connsiteX20" fmla="*/ 117992 w 280982"/>
              <a:gd name="connsiteY20" fmla="*/ 106906 h 200288"/>
              <a:gd name="connsiteX21" fmla="*/ 133341 w 280982"/>
              <a:gd name="connsiteY21" fmla="*/ 52634 h 200288"/>
              <a:gd name="connsiteX22" fmla="*/ 134891 w 280982"/>
              <a:gd name="connsiteY22" fmla="*/ 0 h 200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280982" h="200288">
                <a:moveTo>
                  <a:pt x="134891" y="0"/>
                </a:moveTo>
                <a:lnTo>
                  <a:pt x="179014" y="21974"/>
                </a:lnTo>
                <a:lnTo>
                  <a:pt x="166289" y="35548"/>
                </a:lnTo>
                <a:cubicBezTo>
                  <a:pt x="165239" y="59638"/>
                  <a:pt x="161415" y="80689"/>
                  <a:pt x="154815" y="98700"/>
                </a:cubicBezTo>
                <a:lnTo>
                  <a:pt x="151700" y="105133"/>
                </a:lnTo>
                <a:lnTo>
                  <a:pt x="215080" y="123552"/>
                </a:lnTo>
                <a:cubicBezTo>
                  <a:pt x="231942" y="128858"/>
                  <a:pt x="244493" y="133317"/>
                  <a:pt x="252734" y="136929"/>
                </a:cubicBezTo>
                <a:cubicBezTo>
                  <a:pt x="269216" y="144154"/>
                  <a:pt x="278045" y="151016"/>
                  <a:pt x="279220" y="157515"/>
                </a:cubicBezTo>
                <a:cubicBezTo>
                  <a:pt x="280395" y="164015"/>
                  <a:pt x="280982" y="168756"/>
                  <a:pt x="280982" y="171739"/>
                </a:cubicBezTo>
                <a:cubicBezTo>
                  <a:pt x="280982" y="177622"/>
                  <a:pt x="279916" y="183064"/>
                  <a:pt x="277783" y="188063"/>
                </a:cubicBezTo>
                <a:cubicBezTo>
                  <a:pt x="275649" y="193063"/>
                  <a:pt x="273025" y="195563"/>
                  <a:pt x="269908" y="195563"/>
                </a:cubicBezTo>
                <a:cubicBezTo>
                  <a:pt x="265392" y="195563"/>
                  <a:pt x="259784" y="192163"/>
                  <a:pt x="253084" y="185364"/>
                </a:cubicBezTo>
                <a:cubicBezTo>
                  <a:pt x="245301" y="176531"/>
                  <a:pt x="234227" y="167190"/>
                  <a:pt x="219861" y="157340"/>
                </a:cubicBezTo>
                <a:cubicBezTo>
                  <a:pt x="205495" y="147491"/>
                  <a:pt x="181880" y="134692"/>
                  <a:pt x="149015" y="118943"/>
                </a:cubicBezTo>
                <a:lnTo>
                  <a:pt x="151471" y="105605"/>
                </a:lnTo>
                <a:lnTo>
                  <a:pt x="142835" y="123438"/>
                </a:lnTo>
                <a:cubicBezTo>
                  <a:pt x="138147" y="130924"/>
                  <a:pt x="132766" y="137650"/>
                  <a:pt x="126692" y="143616"/>
                </a:cubicBezTo>
                <a:cubicBezTo>
                  <a:pt x="102393" y="167481"/>
                  <a:pt x="61229" y="186372"/>
                  <a:pt x="3199" y="200288"/>
                </a:cubicBezTo>
                <a:lnTo>
                  <a:pt x="0" y="189163"/>
                </a:lnTo>
                <a:cubicBezTo>
                  <a:pt x="25381" y="180097"/>
                  <a:pt x="49092" y="168610"/>
                  <a:pt x="71133" y="154703"/>
                </a:cubicBezTo>
                <a:cubicBezTo>
                  <a:pt x="93173" y="140796"/>
                  <a:pt x="108793" y="124863"/>
                  <a:pt x="117992" y="106906"/>
                </a:cubicBezTo>
                <a:cubicBezTo>
                  <a:pt x="127192" y="88949"/>
                  <a:pt x="132308" y="70858"/>
                  <a:pt x="133341" y="52634"/>
                </a:cubicBezTo>
                <a:cubicBezTo>
                  <a:pt x="134375" y="34410"/>
                  <a:pt x="134891" y="16866"/>
                  <a:pt x="134891" y="0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1" name="任意多边形: 形状 90">
            <a:extLst>
              <a:ext uri="{FF2B5EF4-FFF2-40B4-BE49-F238E27FC236}">
                <a16:creationId xmlns:a16="http://schemas.microsoft.com/office/drawing/2014/main" id="{CADC6F8B-8731-48C8-9A6D-15187582B47A}"/>
              </a:ext>
            </a:extLst>
          </p:cNvPr>
          <p:cNvSpPr/>
          <p:nvPr/>
        </p:nvSpPr>
        <p:spPr>
          <a:xfrm>
            <a:off x="4926181" y="4271715"/>
            <a:ext cx="108419" cy="133316"/>
          </a:xfrm>
          <a:custGeom>
            <a:avLst/>
            <a:gdLst>
              <a:gd name="connsiteX0" fmla="*/ 0 w 108419"/>
              <a:gd name="connsiteY0" fmla="*/ 0 h 133316"/>
              <a:gd name="connsiteX1" fmla="*/ 27049 w 108419"/>
              <a:gd name="connsiteY1" fmla="*/ 15724 h 133316"/>
              <a:gd name="connsiteX2" fmla="*/ 69746 w 108419"/>
              <a:gd name="connsiteY2" fmla="*/ 15724 h 133316"/>
              <a:gd name="connsiteX3" fmla="*/ 84745 w 108419"/>
              <a:gd name="connsiteY3" fmla="*/ 1574 h 133316"/>
              <a:gd name="connsiteX4" fmla="*/ 108419 w 108419"/>
              <a:gd name="connsiteY4" fmla="*/ 25973 h 133316"/>
              <a:gd name="connsiteX5" fmla="*/ 97444 w 108419"/>
              <a:gd name="connsiteY5" fmla="*/ 36772 h 133316"/>
              <a:gd name="connsiteX6" fmla="*/ 99019 w 108419"/>
              <a:gd name="connsiteY6" fmla="*/ 112743 h 133316"/>
              <a:gd name="connsiteX7" fmla="*/ 69021 w 108419"/>
              <a:gd name="connsiteY7" fmla="*/ 123917 h 133316"/>
              <a:gd name="connsiteX8" fmla="*/ 69021 w 108419"/>
              <a:gd name="connsiteY8" fmla="*/ 103518 h 133316"/>
              <a:gd name="connsiteX9" fmla="*/ 29998 w 108419"/>
              <a:gd name="connsiteY9" fmla="*/ 103518 h 133316"/>
              <a:gd name="connsiteX10" fmla="*/ 29998 w 108419"/>
              <a:gd name="connsiteY10" fmla="*/ 122217 h 133316"/>
              <a:gd name="connsiteX11" fmla="*/ 0 w 108419"/>
              <a:gd name="connsiteY11" fmla="*/ 133316 h 133316"/>
              <a:gd name="connsiteX12" fmla="*/ 1575 w 108419"/>
              <a:gd name="connsiteY12" fmla="*/ 67570 h 133316"/>
              <a:gd name="connsiteX13" fmla="*/ 0 w 108419"/>
              <a:gd name="connsiteY13" fmla="*/ 0 h 133316"/>
              <a:gd name="connsiteX14" fmla="*/ 29998 w 108419"/>
              <a:gd name="connsiteY14" fmla="*/ 33123 h 133316"/>
              <a:gd name="connsiteX15" fmla="*/ 29998 w 108419"/>
              <a:gd name="connsiteY15" fmla="*/ 86119 h 133316"/>
              <a:gd name="connsiteX16" fmla="*/ 69021 w 108419"/>
              <a:gd name="connsiteY16" fmla="*/ 86119 h 133316"/>
              <a:gd name="connsiteX17" fmla="*/ 69021 w 108419"/>
              <a:gd name="connsiteY17" fmla="*/ 33123 h 133316"/>
              <a:gd name="connsiteX18" fmla="*/ 29998 w 108419"/>
              <a:gd name="connsiteY18" fmla="*/ 33123 h 133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08419" h="133316">
                <a:moveTo>
                  <a:pt x="0" y="0"/>
                </a:moveTo>
                <a:lnTo>
                  <a:pt x="27049" y="15724"/>
                </a:lnTo>
                <a:lnTo>
                  <a:pt x="69746" y="15724"/>
                </a:lnTo>
                <a:lnTo>
                  <a:pt x="84745" y="1574"/>
                </a:lnTo>
                <a:lnTo>
                  <a:pt x="108419" y="25973"/>
                </a:lnTo>
                <a:lnTo>
                  <a:pt x="97444" y="36772"/>
                </a:lnTo>
                <a:cubicBezTo>
                  <a:pt x="97444" y="71337"/>
                  <a:pt x="97969" y="96660"/>
                  <a:pt x="99019" y="112743"/>
                </a:cubicBezTo>
                <a:lnTo>
                  <a:pt x="69021" y="123917"/>
                </a:lnTo>
                <a:lnTo>
                  <a:pt x="69021" y="103518"/>
                </a:lnTo>
                <a:lnTo>
                  <a:pt x="29998" y="103518"/>
                </a:lnTo>
                <a:lnTo>
                  <a:pt x="29998" y="122217"/>
                </a:lnTo>
                <a:lnTo>
                  <a:pt x="0" y="133316"/>
                </a:lnTo>
                <a:cubicBezTo>
                  <a:pt x="1050" y="110251"/>
                  <a:pt x="1575" y="88336"/>
                  <a:pt x="1575" y="67570"/>
                </a:cubicBezTo>
                <a:cubicBezTo>
                  <a:pt x="1575" y="46805"/>
                  <a:pt x="1050" y="24281"/>
                  <a:pt x="0" y="0"/>
                </a:cubicBezTo>
                <a:close/>
                <a:moveTo>
                  <a:pt x="29998" y="33123"/>
                </a:moveTo>
                <a:lnTo>
                  <a:pt x="29998" y="86119"/>
                </a:lnTo>
                <a:lnTo>
                  <a:pt x="69021" y="86119"/>
                </a:lnTo>
                <a:lnTo>
                  <a:pt x="69021" y="33123"/>
                </a:lnTo>
                <a:lnTo>
                  <a:pt x="29998" y="33123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2" name="任意多边形: 形状 91">
            <a:extLst>
              <a:ext uri="{FF2B5EF4-FFF2-40B4-BE49-F238E27FC236}">
                <a16:creationId xmlns:a16="http://schemas.microsoft.com/office/drawing/2014/main" id="{136D218D-8D3E-89A3-7C8B-963336C8D5B5}"/>
              </a:ext>
            </a:extLst>
          </p:cNvPr>
          <p:cNvSpPr/>
          <p:nvPr/>
        </p:nvSpPr>
        <p:spPr>
          <a:xfrm>
            <a:off x="5302472" y="2256164"/>
            <a:ext cx="2011" cy="4127"/>
          </a:xfrm>
          <a:custGeom>
            <a:avLst/>
            <a:gdLst>
              <a:gd name="connsiteX0" fmla="*/ 620 w 2011"/>
              <a:gd name="connsiteY0" fmla="*/ 0 h 4127"/>
              <a:gd name="connsiteX1" fmla="*/ 2011 w 2011"/>
              <a:gd name="connsiteY1" fmla="*/ 1458 h 4127"/>
              <a:gd name="connsiteX2" fmla="*/ 0 w 2011"/>
              <a:gd name="connsiteY2" fmla="*/ 4127 h 4127"/>
              <a:gd name="connsiteX3" fmla="*/ 620 w 2011"/>
              <a:gd name="connsiteY3" fmla="*/ 0 h 4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11" h="4127">
                <a:moveTo>
                  <a:pt x="620" y="0"/>
                </a:moveTo>
                <a:lnTo>
                  <a:pt x="2011" y="1458"/>
                </a:lnTo>
                <a:lnTo>
                  <a:pt x="0" y="4127"/>
                </a:lnTo>
                <a:lnTo>
                  <a:pt x="620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1FF4DD5B-AF5B-EBF1-EDE1-AAE5276D5E79}"/>
              </a:ext>
            </a:extLst>
          </p:cNvPr>
          <p:cNvSpPr txBox="1"/>
          <p:nvPr/>
        </p:nvSpPr>
        <p:spPr>
          <a:xfrm>
            <a:off x="5613674" y="2299765"/>
            <a:ext cx="10096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灵活性</a:t>
            </a:r>
            <a:endParaRPr lang="zh-CN" altLang="en-US" sz="20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2876580C-5F85-FD56-B8D9-F67F498FBD37}"/>
              </a:ext>
            </a:extLst>
          </p:cNvPr>
          <p:cNvSpPr txBox="1"/>
          <p:nvPr/>
        </p:nvSpPr>
        <p:spPr>
          <a:xfrm>
            <a:off x="6932604" y="3192121"/>
            <a:ext cx="10096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可靠性</a:t>
            </a:r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5291D727-248B-DE40-CDEF-BB469686531E}"/>
              </a:ext>
            </a:extLst>
          </p:cNvPr>
          <p:cNvSpPr txBox="1"/>
          <p:nvPr/>
        </p:nvSpPr>
        <p:spPr>
          <a:xfrm>
            <a:off x="6475393" y="4337083"/>
            <a:ext cx="10096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稳定性</a:t>
            </a: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AB5CB7D0-B58F-0048-419E-93D3A30DA8BC}"/>
              </a:ext>
            </a:extLst>
          </p:cNvPr>
          <p:cNvSpPr txBox="1"/>
          <p:nvPr/>
        </p:nvSpPr>
        <p:spPr>
          <a:xfrm>
            <a:off x="4717009" y="4338373"/>
            <a:ext cx="10096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经济性</a:t>
            </a: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BDC8DFEF-F02C-DB05-9544-8E53F46865F3}"/>
              </a:ext>
            </a:extLst>
          </p:cNvPr>
          <p:cNvSpPr txBox="1"/>
          <p:nvPr/>
        </p:nvSpPr>
        <p:spPr>
          <a:xfrm>
            <a:off x="4292821" y="3201206"/>
            <a:ext cx="10096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环保性</a:t>
            </a:r>
          </a:p>
        </p:txBody>
      </p:sp>
      <p:sp>
        <p:nvSpPr>
          <p:cNvPr id="100" name="五边形 99">
            <a:extLst>
              <a:ext uri="{FF2B5EF4-FFF2-40B4-BE49-F238E27FC236}">
                <a16:creationId xmlns:a16="http://schemas.microsoft.com/office/drawing/2014/main" id="{52FFBE0F-00BA-5D51-A0C5-390087F54AA7}"/>
              </a:ext>
            </a:extLst>
          </p:cNvPr>
          <p:cNvSpPr/>
          <p:nvPr/>
        </p:nvSpPr>
        <p:spPr>
          <a:xfrm>
            <a:off x="5342806" y="2862566"/>
            <a:ext cx="1482767" cy="1412159"/>
          </a:xfrm>
          <a:prstGeom prst="pentagon">
            <a:avLst/>
          </a:prstGeom>
          <a:noFill/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sp>
        <p:nvSpPr>
          <p:cNvPr id="101" name="五边形 100">
            <a:extLst>
              <a:ext uri="{FF2B5EF4-FFF2-40B4-BE49-F238E27FC236}">
                <a16:creationId xmlns:a16="http://schemas.microsoft.com/office/drawing/2014/main" id="{4FA55A7C-EB28-E163-9D85-CBA6761F2EBD}"/>
              </a:ext>
            </a:extLst>
          </p:cNvPr>
          <p:cNvSpPr/>
          <p:nvPr/>
        </p:nvSpPr>
        <p:spPr>
          <a:xfrm>
            <a:off x="5556992" y="3099687"/>
            <a:ext cx="1048979" cy="999028"/>
          </a:xfrm>
          <a:prstGeom prst="pentagon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sp>
        <p:nvSpPr>
          <p:cNvPr id="102" name="五边形 101">
            <a:extLst>
              <a:ext uri="{FF2B5EF4-FFF2-40B4-BE49-F238E27FC236}">
                <a16:creationId xmlns:a16="http://schemas.microsoft.com/office/drawing/2014/main" id="{D87B2082-8628-32C1-F354-7D0F69FE476D}"/>
              </a:ext>
            </a:extLst>
          </p:cNvPr>
          <p:cNvSpPr/>
          <p:nvPr/>
        </p:nvSpPr>
        <p:spPr>
          <a:xfrm>
            <a:off x="5801868" y="3343634"/>
            <a:ext cx="559225" cy="532596"/>
          </a:xfrm>
          <a:prstGeom prst="pentagon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23789929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2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0" dur="2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3" dur="2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6" dur="2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94" grpId="0"/>
      <p:bldP spid="95" grpId="0"/>
      <p:bldP spid="96" grpId="0"/>
      <p:bldP spid="97" grpId="0"/>
      <p:bldP spid="98" grpId="0"/>
      <p:bldP spid="100" grpId="0" animBg="1"/>
      <p:bldP spid="101" grpId="0" animBg="1"/>
      <p:bldP spid="10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>
            <a:extLst>
              <a:ext uri="{FF2B5EF4-FFF2-40B4-BE49-F238E27FC236}">
                <a16:creationId xmlns:a16="http://schemas.microsoft.com/office/drawing/2014/main" id="{18AF07DE-C14D-E796-24BC-2CF4AC7D9E1B}"/>
              </a:ext>
            </a:extLst>
          </p:cNvPr>
          <p:cNvGrpSpPr/>
          <p:nvPr/>
        </p:nvGrpSpPr>
        <p:grpSpPr>
          <a:xfrm>
            <a:off x="460323" y="929183"/>
            <a:ext cx="11309346" cy="4672539"/>
            <a:chOff x="414749" y="2467146"/>
            <a:chExt cx="11309346" cy="4672539"/>
          </a:xfrm>
        </p:grpSpPr>
        <p:pic>
          <p:nvPicPr>
            <p:cNvPr id="18" name="图片 17" descr="图示&#10;&#10;描述已自动生成">
              <a:extLst>
                <a:ext uri="{FF2B5EF4-FFF2-40B4-BE49-F238E27FC236}">
                  <a16:creationId xmlns:a16="http://schemas.microsoft.com/office/drawing/2014/main" id="{CDE06DE2-E15B-8DC7-D979-3E49BC3C5DA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419"/>
            <a:stretch/>
          </p:blipFill>
          <p:spPr bwMode="auto">
            <a:xfrm>
              <a:off x="414749" y="2467146"/>
              <a:ext cx="11309346" cy="4672539"/>
            </a:xfrm>
            <a:prstGeom prst="rect">
              <a:avLst/>
            </a:prstGeom>
            <a:noFill/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E6119AE8-C236-0466-4F67-42B29B46890B}"/>
                </a:ext>
              </a:extLst>
            </p:cNvPr>
            <p:cNvSpPr/>
            <p:nvPr/>
          </p:nvSpPr>
          <p:spPr>
            <a:xfrm>
              <a:off x="4896466" y="4543621"/>
              <a:ext cx="2355464" cy="98519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0" name="矩形 19">
            <a:extLst>
              <a:ext uri="{FF2B5EF4-FFF2-40B4-BE49-F238E27FC236}">
                <a16:creationId xmlns:a16="http://schemas.microsoft.com/office/drawing/2014/main" id="{45F53013-D584-08D2-5BBC-3D52B3911AF8}"/>
              </a:ext>
            </a:extLst>
          </p:cNvPr>
          <p:cNvSpPr/>
          <p:nvPr/>
        </p:nvSpPr>
        <p:spPr>
          <a:xfrm>
            <a:off x="6096000" y="1325138"/>
            <a:ext cx="5122606" cy="43462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CF29A0D-3BE9-02C2-1523-E6BD8616FCF2}"/>
              </a:ext>
            </a:extLst>
          </p:cNvPr>
          <p:cNvSpPr/>
          <p:nvPr/>
        </p:nvSpPr>
        <p:spPr>
          <a:xfrm>
            <a:off x="973394" y="1297858"/>
            <a:ext cx="5122606" cy="43462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BBB5AD6-4B1F-6CE4-CED9-0CABFD42697E}"/>
              </a:ext>
            </a:extLst>
          </p:cNvPr>
          <p:cNvSpPr txBox="1"/>
          <p:nvPr/>
        </p:nvSpPr>
        <p:spPr>
          <a:xfrm>
            <a:off x="95250" y="362899"/>
            <a:ext cx="6997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虚拟电厂与传统电厂的调节质量评价体系</a:t>
            </a:r>
            <a:endParaRPr lang="zh-CN" altLang="en-US" sz="28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1D0C114-722D-725D-9953-FD7AA326D3D3}"/>
              </a:ext>
            </a:extLst>
          </p:cNvPr>
          <p:cNvSpPr txBox="1"/>
          <p:nvPr/>
        </p:nvSpPr>
        <p:spPr>
          <a:xfrm>
            <a:off x="7729443" y="507556"/>
            <a:ext cx="5261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bg1">
                    <a:lumMod val="75000"/>
                  </a:schemeClr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lang="zh-CN" altLang="en-US" sz="1600" dirty="0">
                <a:solidFill>
                  <a:schemeClr val="bg1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计及市场主体调节质量的调峰出清机制</a:t>
            </a:r>
            <a:endParaRPr lang="zh-CN" altLang="en-US" sz="1600" dirty="0">
              <a:solidFill>
                <a:schemeClr val="bg1">
                  <a:lumMod val="7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363EBEF-4C60-70C8-3A1D-213A10AEA77A}"/>
              </a:ext>
            </a:extLst>
          </p:cNvPr>
          <p:cNvSpPr txBox="1"/>
          <p:nvPr/>
        </p:nvSpPr>
        <p:spPr>
          <a:xfrm>
            <a:off x="11896662" y="507556"/>
            <a:ext cx="5261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bg1">
                    <a:lumMod val="75000"/>
                  </a:schemeClr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lang="zh-CN" altLang="en-US" sz="1600" dirty="0">
                <a:solidFill>
                  <a:schemeClr val="bg1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面向虚拟电厂集群的电网调度框架</a:t>
            </a:r>
            <a:endParaRPr lang="zh-CN" altLang="en-US" sz="1600" dirty="0">
              <a:solidFill>
                <a:schemeClr val="bg1">
                  <a:lumMod val="7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AFF5040-EC1D-4A63-4137-B28DC686C01F}"/>
              </a:ext>
            </a:extLst>
          </p:cNvPr>
          <p:cNvSpPr/>
          <p:nvPr/>
        </p:nvSpPr>
        <p:spPr>
          <a:xfrm>
            <a:off x="577850" y="971550"/>
            <a:ext cx="6311900" cy="50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任意多边形: 形状 81">
            <a:extLst>
              <a:ext uri="{FF2B5EF4-FFF2-40B4-BE49-F238E27FC236}">
                <a16:creationId xmlns:a16="http://schemas.microsoft.com/office/drawing/2014/main" id="{13D77A91-3C3D-CE44-BD72-C27D2679E565}"/>
              </a:ext>
            </a:extLst>
          </p:cNvPr>
          <p:cNvSpPr/>
          <p:nvPr/>
        </p:nvSpPr>
        <p:spPr>
          <a:xfrm>
            <a:off x="2880650" y="1680983"/>
            <a:ext cx="348429" cy="365677"/>
          </a:xfrm>
          <a:custGeom>
            <a:avLst/>
            <a:gdLst>
              <a:gd name="connsiteX0" fmla="*/ 300507 w 348429"/>
              <a:gd name="connsiteY0" fmla="*/ 0 h 365677"/>
              <a:gd name="connsiteX1" fmla="*/ 331180 w 348429"/>
              <a:gd name="connsiteY1" fmla="*/ 35422 h 365677"/>
              <a:gd name="connsiteX2" fmla="*/ 223386 w 348429"/>
              <a:gd name="connsiteY2" fmla="*/ 47247 h 365677"/>
              <a:gd name="connsiteX3" fmla="*/ 196304 w 348429"/>
              <a:gd name="connsiteY3" fmla="*/ 49928 h 365677"/>
              <a:gd name="connsiteX4" fmla="*/ 237061 w 348429"/>
              <a:gd name="connsiteY4" fmla="*/ 67720 h 365677"/>
              <a:gd name="connsiteX5" fmla="*/ 226086 w 348429"/>
              <a:gd name="connsiteY5" fmla="*/ 79670 h 365677"/>
              <a:gd name="connsiteX6" fmla="*/ 226086 w 348429"/>
              <a:gd name="connsiteY6" fmla="*/ 99369 h 365677"/>
              <a:gd name="connsiteX7" fmla="*/ 294207 w 348429"/>
              <a:gd name="connsiteY7" fmla="*/ 99369 h 365677"/>
              <a:gd name="connsiteX8" fmla="*/ 317181 w 348429"/>
              <a:gd name="connsiteY8" fmla="*/ 78945 h 365677"/>
              <a:gd name="connsiteX9" fmla="*/ 348429 w 348429"/>
              <a:gd name="connsiteY9" fmla="*/ 116793 h 365677"/>
              <a:gd name="connsiteX10" fmla="*/ 226086 w 348429"/>
              <a:gd name="connsiteY10" fmla="*/ 116793 h 365677"/>
              <a:gd name="connsiteX11" fmla="*/ 226086 w 348429"/>
              <a:gd name="connsiteY11" fmla="*/ 152190 h 365677"/>
              <a:gd name="connsiteX12" fmla="*/ 282608 w 348429"/>
              <a:gd name="connsiteY12" fmla="*/ 152190 h 365677"/>
              <a:gd name="connsiteX13" fmla="*/ 295307 w 348429"/>
              <a:gd name="connsiteY13" fmla="*/ 134891 h 365677"/>
              <a:gd name="connsiteX14" fmla="*/ 326480 w 348429"/>
              <a:gd name="connsiteY14" fmla="*/ 158965 h 365677"/>
              <a:gd name="connsiteX15" fmla="*/ 313931 w 348429"/>
              <a:gd name="connsiteY15" fmla="*/ 171739 h 365677"/>
              <a:gd name="connsiteX16" fmla="*/ 315506 w 348429"/>
              <a:gd name="connsiteY16" fmla="*/ 280683 h 365677"/>
              <a:gd name="connsiteX17" fmla="*/ 283933 w 348429"/>
              <a:gd name="connsiteY17" fmla="*/ 293532 h 365677"/>
              <a:gd name="connsiteX18" fmla="*/ 283933 w 348429"/>
              <a:gd name="connsiteY18" fmla="*/ 169589 h 365677"/>
              <a:gd name="connsiteX19" fmla="*/ 142941 w 348429"/>
              <a:gd name="connsiteY19" fmla="*/ 169589 h 365677"/>
              <a:gd name="connsiteX20" fmla="*/ 142941 w 348429"/>
              <a:gd name="connsiteY20" fmla="*/ 288757 h 365677"/>
              <a:gd name="connsiteX21" fmla="*/ 111393 w 348429"/>
              <a:gd name="connsiteY21" fmla="*/ 299806 h 365677"/>
              <a:gd name="connsiteX22" fmla="*/ 112943 w 348429"/>
              <a:gd name="connsiteY22" fmla="*/ 211224 h 365677"/>
              <a:gd name="connsiteX23" fmla="*/ 111393 w 348429"/>
              <a:gd name="connsiteY23" fmla="*/ 138041 h 365677"/>
              <a:gd name="connsiteX24" fmla="*/ 139667 w 348429"/>
              <a:gd name="connsiteY24" fmla="*/ 152190 h 365677"/>
              <a:gd name="connsiteX25" fmla="*/ 196088 w 348429"/>
              <a:gd name="connsiteY25" fmla="*/ 152190 h 365677"/>
              <a:gd name="connsiteX26" fmla="*/ 196088 w 348429"/>
              <a:gd name="connsiteY26" fmla="*/ 116793 h 365677"/>
              <a:gd name="connsiteX27" fmla="*/ 135017 w 348429"/>
              <a:gd name="connsiteY27" fmla="*/ 116793 h 365677"/>
              <a:gd name="connsiteX28" fmla="*/ 98994 w 348429"/>
              <a:gd name="connsiteY28" fmla="*/ 121492 h 365677"/>
              <a:gd name="connsiteX29" fmla="*/ 83345 w 348429"/>
              <a:gd name="connsiteY29" fmla="*/ 101622 h 365677"/>
              <a:gd name="connsiteX30" fmla="*/ 83345 w 348429"/>
              <a:gd name="connsiteY30" fmla="*/ 160315 h 365677"/>
              <a:gd name="connsiteX31" fmla="*/ 8075 w 348429"/>
              <a:gd name="connsiteY31" fmla="*/ 365677 h 365677"/>
              <a:gd name="connsiteX32" fmla="*/ 0 w 348429"/>
              <a:gd name="connsiteY32" fmla="*/ 358853 h 365677"/>
              <a:gd name="connsiteX33" fmla="*/ 53347 w 348429"/>
              <a:gd name="connsiteY33" fmla="*/ 142841 h 365677"/>
              <a:gd name="connsiteX34" fmla="*/ 51772 w 348429"/>
              <a:gd name="connsiteY34" fmla="*/ 28223 h 365677"/>
              <a:gd name="connsiteX35" fmla="*/ 80045 w 348429"/>
              <a:gd name="connsiteY35" fmla="*/ 42347 h 365677"/>
              <a:gd name="connsiteX36" fmla="*/ 225874 w 348429"/>
              <a:gd name="connsiteY36" fmla="*/ 24561 h 365677"/>
              <a:gd name="connsiteX37" fmla="*/ 300507 w 348429"/>
              <a:gd name="connsiteY37" fmla="*/ 0 h 365677"/>
              <a:gd name="connsiteX38" fmla="*/ 194555 w 348429"/>
              <a:gd name="connsiteY38" fmla="*/ 50102 h 365677"/>
              <a:gd name="connsiteX39" fmla="*/ 161090 w 348429"/>
              <a:gd name="connsiteY39" fmla="*/ 53415 h 365677"/>
              <a:gd name="connsiteX40" fmla="*/ 83345 w 348429"/>
              <a:gd name="connsiteY40" fmla="*/ 59471 h 365677"/>
              <a:gd name="connsiteX41" fmla="*/ 83345 w 348429"/>
              <a:gd name="connsiteY41" fmla="*/ 99369 h 365677"/>
              <a:gd name="connsiteX42" fmla="*/ 196088 w 348429"/>
              <a:gd name="connsiteY42" fmla="*/ 99369 h 365677"/>
              <a:gd name="connsiteX43" fmla="*/ 195694 w 348429"/>
              <a:gd name="connsiteY43" fmla="*/ 76051 h 365677"/>
              <a:gd name="connsiteX44" fmla="*/ 194555 w 348429"/>
              <a:gd name="connsiteY44" fmla="*/ 50102 h 365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348429" h="365677">
                <a:moveTo>
                  <a:pt x="300507" y="0"/>
                </a:moveTo>
                <a:lnTo>
                  <a:pt x="331180" y="35422"/>
                </a:lnTo>
                <a:cubicBezTo>
                  <a:pt x="295565" y="39039"/>
                  <a:pt x="259634" y="42980"/>
                  <a:pt x="223386" y="47247"/>
                </a:cubicBezTo>
                <a:lnTo>
                  <a:pt x="196304" y="49928"/>
                </a:lnTo>
                <a:lnTo>
                  <a:pt x="237061" y="67720"/>
                </a:lnTo>
                <a:lnTo>
                  <a:pt x="226086" y="79670"/>
                </a:lnTo>
                <a:lnTo>
                  <a:pt x="226086" y="99369"/>
                </a:lnTo>
                <a:lnTo>
                  <a:pt x="294207" y="99369"/>
                </a:lnTo>
                <a:lnTo>
                  <a:pt x="317181" y="78945"/>
                </a:lnTo>
                <a:lnTo>
                  <a:pt x="348429" y="116793"/>
                </a:lnTo>
                <a:lnTo>
                  <a:pt x="226086" y="116793"/>
                </a:lnTo>
                <a:lnTo>
                  <a:pt x="226086" y="152190"/>
                </a:lnTo>
                <a:lnTo>
                  <a:pt x="282608" y="152190"/>
                </a:lnTo>
                <a:lnTo>
                  <a:pt x="295307" y="134891"/>
                </a:lnTo>
                <a:lnTo>
                  <a:pt x="326480" y="158965"/>
                </a:lnTo>
                <a:lnTo>
                  <a:pt x="313931" y="171739"/>
                </a:lnTo>
                <a:cubicBezTo>
                  <a:pt x="313931" y="224386"/>
                  <a:pt x="314456" y="260700"/>
                  <a:pt x="315506" y="280683"/>
                </a:cubicBezTo>
                <a:lnTo>
                  <a:pt x="283933" y="293532"/>
                </a:lnTo>
                <a:lnTo>
                  <a:pt x="283933" y="169589"/>
                </a:lnTo>
                <a:lnTo>
                  <a:pt x="142941" y="169589"/>
                </a:lnTo>
                <a:lnTo>
                  <a:pt x="142941" y="288757"/>
                </a:lnTo>
                <a:lnTo>
                  <a:pt x="111393" y="299806"/>
                </a:lnTo>
                <a:cubicBezTo>
                  <a:pt x="112427" y="265225"/>
                  <a:pt x="112943" y="235698"/>
                  <a:pt x="112943" y="211224"/>
                </a:cubicBezTo>
                <a:cubicBezTo>
                  <a:pt x="112943" y="186751"/>
                  <a:pt x="112427" y="162356"/>
                  <a:pt x="111393" y="138041"/>
                </a:cubicBezTo>
                <a:lnTo>
                  <a:pt x="139667" y="152190"/>
                </a:lnTo>
                <a:lnTo>
                  <a:pt x="196088" y="152190"/>
                </a:lnTo>
                <a:lnTo>
                  <a:pt x="196088" y="116793"/>
                </a:lnTo>
                <a:lnTo>
                  <a:pt x="135017" y="116793"/>
                </a:lnTo>
                <a:cubicBezTo>
                  <a:pt x="123934" y="116793"/>
                  <a:pt x="111927" y="118359"/>
                  <a:pt x="98994" y="121492"/>
                </a:cubicBezTo>
                <a:lnTo>
                  <a:pt x="83345" y="101622"/>
                </a:lnTo>
                <a:lnTo>
                  <a:pt x="83345" y="160315"/>
                </a:lnTo>
                <a:cubicBezTo>
                  <a:pt x="86478" y="239810"/>
                  <a:pt x="61388" y="308264"/>
                  <a:pt x="8075" y="365677"/>
                </a:cubicBezTo>
                <a:lnTo>
                  <a:pt x="0" y="358853"/>
                </a:lnTo>
                <a:cubicBezTo>
                  <a:pt x="37648" y="297090"/>
                  <a:pt x="55430" y="225086"/>
                  <a:pt x="53347" y="142841"/>
                </a:cubicBezTo>
                <a:cubicBezTo>
                  <a:pt x="53347" y="90744"/>
                  <a:pt x="52822" y="52538"/>
                  <a:pt x="51772" y="28223"/>
                </a:cubicBezTo>
                <a:lnTo>
                  <a:pt x="80045" y="42347"/>
                </a:lnTo>
                <a:cubicBezTo>
                  <a:pt x="141092" y="38247"/>
                  <a:pt x="189701" y="32318"/>
                  <a:pt x="225874" y="24561"/>
                </a:cubicBezTo>
                <a:cubicBezTo>
                  <a:pt x="262047" y="16803"/>
                  <a:pt x="286924" y="8616"/>
                  <a:pt x="300507" y="0"/>
                </a:cubicBezTo>
                <a:close/>
                <a:moveTo>
                  <a:pt x="194555" y="50102"/>
                </a:moveTo>
                <a:lnTo>
                  <a:pt x="161090" y="53415"/>
                </a:lnTo>
                <a:cubicBezTo>
                  <a:pt x="137750" y="55452"/>
                  <a:pt x="111835" y="57471"/>
                  <a:pt x="83345" y="59471"/>
                </a:cubicBezTo>
                <a:lnTo>
                  <a:pt x="83345" y="99369"/>
                </a:lnTo>
                <a:lnTo>
                  <a:pt x="196088" y="99369"/>
                </a:lnTo>
                <a:cubicBezTo>
                  <a:pt x="196088" y="92194"/>
                  <a:pt x="195957" y="84422"/>
                  <a:pt x="195694" y="76051"/>
                </a:cubicBezTo>
                <a:lnTo>
                  <a:pt x="194555" y="50102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4" name="任意多边形: 形状 83">
            <a:extLst>
              <a:ext uri="{FF2B5EF4-FFF2-40B4-BE49-F238E27FC236}">
                <a16:creationId xmlns:a16="http://schemas.microsoft.com/office/drawing/2014/main" id="{D5B5647A-98FF-6D39-5565-AD8FC6121A58}"/>
              </a:ext>
            </a:extLst>
          </p:cNvPr>
          <p:cNvSpPr/>
          <p:nvPr/>
        </p:nvSpPr>
        <p:spPr>
          <a:xfrm>
            <a:off x="2900295" y="1498611"/>
            <a:ext cx="375077" cy="136492"/>
          </a:xfrm>
          <a:custGeom>
            <a:avLst/>
            <a:gdLst>
              <a:gd name="connsiteX0" fmla="*/ 232161 w 375077"/>
              <a:gd name="connsiteY0" fmla="*/ 0 h 136492"/>
              <a:gd name="connsiteX1" fmla="*/ 279408 w 375077"/>
              <a:gd name="connsiteY1" fmla="*/ 23824 h 136492"/>
              <a:gd name="connsiteX2" fmla="*/ 265284 w 375077"/>
              <a:gd name="connsiteY2" fmla="*/ 35548 h 136492"/>
              <a:gd name="connsiteX3" fmla="*/ 265284 w 375077"/>
              <a:gd name="connsiteY3" fmla="*/ 64172 h 136492"/>
              <a:gd name="connsiteX4" fmla="*/ 306832 w 375077"/>
              <a:gd name="connsiteY4" fmla="*/ 64172 h 136492"/>
              <a:gd name="connsiteX5" fmla="*/ 337680 w 375077"/>
              <a:gd name="connsiteY5" fmla="*/ 37473 h 136492"/>
              <a:gd name="connsiteX6" fmla="*/ 375077 w 375077"/>
              <a:gd name="connsiteY6" fmla="*/ 81595 h 136492"/>
              <a:gd name="connsiteX7" fmla="*/ 265284 w 375077"/>
              <a:gd name="connsiteY7" fmla="*/ 81595 h 136492"/>
              <a:gd name="connsiteX8" fmla="*/ 266859 w 375077"/>
              <a:gd name="connsiteY8" fmla="*/ 119043 h 136492"/>
              <a:gd name="connsiteX9" fmla="*/ 233711 w 375077"/>
              <a:gd name="connsiteY9" fmla="*/ 131792 h 136492"/>
              <a:gd name="connsiteX10" fmla="*/ 233711 w 375077"/>
              <a:gd name="connsiteY10" fmla="*/ 81595 h 136492"/>
              <a:gd name="connsiteX11" fmla="*/ 153916 w 375077"/>
              <a:gd name="connsiteY11" fmla="*/ 81595 h 136492"/>
              <a:gd name="connsiteX12" fmla="*/ 153916 w 375077"/>
              <a:gd name="connsiteY12" fmla="*/ 122068 h 136492"/>
              <a:gd name="connsiteX13" fmla="*/ 120768 w 375077"/>
              <a:gd name="connsiteY13" fmla="*/ 136492 h 136492"/>
              <a:gd name="connsiteX14" fmla="*/ 122343 w 375077"/>
              <a:gd name="connsiteY14" fmla="*/ 81595 h 136492"/>
              <a:gd name="connsiteX15" fmla="*/ 56547 w 375077"/>
              <a:gd name="connsiteY15" fmla="*/ 81595 h 136492"/>
              <a:gd name="connsiteX16" fmla="*/ 17399 w 375077"/>
              <a:gd name="connsiteY16" fmla="*/ 86295 h 136492"/>
              <a:gd name="connsiteX17" fmla="*/ 0 w 375077"/>
              <a:gd name="connsiteY17" fmla="*/ 64172 h 136492"/>
              <a:gd name="connsiteX18" fmla="*/ 122343 w 375077"/>
              <a:gd name="connsiteY18" fmla="*/ 64172 h 136492"/>
              <a:gd name="connsiteX19" fmla="*/ 120768 w 375077"/>
              <a:gd name="connsiteY19" fmla="*/ 1575 h 136492"/>
              <a:gd name="connsiteX20" fmla="*/ 166465 w 375077"/>
              <a:gd name="connsiteY20" fmla="*/ 23374 h 136492"/>
              <a:gd name="connsiteX21" fmla="*/ 153916 w 375077"/>
              <a:gd name="connsiteY21" fmla="*/ 36748 h 136492"/>
              <a:gd name="connsiteX22" fmla="*/ 153916 w 375077"/>
              <a:gd name="connsiteY22" fmla="*/ 64172 h 136492"/>
              <a:gd name="connsiteX23" fmla="*/ 233711 w 375077"/>
              <a:gd name="connsiteY23" fmla="*/ 64172 h 136492"/>
              <a:gd name="connsiteX24" fmla="*/ 232161 w 375077"/>
              <a:gd name="connsiteY24" fmla="*/ 0 h 136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375077" h="136492">
                <a:moveTo>
                  <a:pt x="232161" y="0"/>
                </a:moveTo>
                <a:lnTo>
                  <a:pt x="279408" y="23824"/>
                </a:lnTo>
                <a:lnTo>
                  <a:pt x="265284" y="35548"/>
                </a:lnTo>
                <a:lnTo>
                  <a:pt x="265284" y="64172"/>
                </a:lnTo>
                <a:lnTo>
                  <a:pt x="306832" y="64172"/>
                </a:lnTo>
                <a:lnTo>
                  <a:pt x="337680" y="37473"/>
                </a:lnTo>
                <a:lnTo>
                  <a:pt x="375077" y="81595"/>
                </a:lnTo>
                <a:lnTo>
                  <a:pt x="265284" y="81595"/>
                </a:lnTo>
                <a:cubicBezTo>
                  <a:pt x="265284" y="93411"/>
                  <a:pt x="265809" y="105894"/>
                  <a:pt x="266859" y="119043"/>
                </a:cubicBezTo>
                <a:lnTo>
                  <a:pt x="233711" y="131792"/>
                </a:lnTo>
                <a:lnTo>
                  <a:pt x="233711" y="81595"/>
                </a:lnTo>
                <a:lnTo>
                  <a:pt x="153916" y="81595"/>
                </a:lnTo>
                <a:lnTo>
                  <a:pt x="153916" y="122068"/>
                </a:lnTo>
                <a:lnTo>
                  <a:pt x="120768" y="136492"/>
                </a:lnTo>
                <a:cubicBezTo>
                  <a:pt x="121818" y="114477"/>
                  <a:pt x="122343" y="96178"/>
                  <a:pt x="122343" y="81595"/>
                </a:cubicBezTo>
                <a:lnTo>
                  <a:pt x="56547" y="81595"/>
                </a:lnTo>
                <a:cubicBezTo>
                  <a:pt x="43398" y="81595"/>
                  <a:pt x="30348" y="83162"/>
                  <a:pt x="17399" y="86295"/>
                </a:cubicBezTo>
                <a:lnTo>
                  <a:pt x="0" y="64172"/>
                </a:lnTo>
                <a:lnTo>
                  <a:pt x="122343" y="64172"/>
                </a:lnTo>
                <a:cubicBezTo>
                  <a:pt x="122343" y="42573"/>
                  <a:pt x="121818" y="21707"/>
                  <a:pt x="120768" y="1575"/>
                </a:cubicBezTo>
                <a:lnTo>
                  <a:pt x="166465" y="23374"/>
                </a:lnTo>
                <a:lnTo>
                  <a:pt x="153916" y="36748"/>
                </a:lnTo>
                <a:lnTo>
                  <a:pt x="153916" y="64172"/>
                </a:lnTo>
                <a:lnTo>
                  <a:pt x="233711" y="64172"/>
                </a:lnTo>
                <a:cubicBezTo>
                  <a:pt x="233711" y="43556"/>
                  <a:pt x="233194" y="22166"/>
                  <a:pt x="232161" y="0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5" name="任意多边形: 形状 84">
            <a:extLst>
              <a:ext uri="{FF2B5EF4-FFF2-40B4-BE49-F238E27FC236}">
                <a16:creationId xmlns:a16="http://schemas.microsoft.com/office/drawing/2014/main" id="{3B1CB2C5-32F1-577F-9817-621AC974CA1E}"/>
              </a:ext>
            </a:extLst>
          </p:cNvPr>
          <p:cNvSpPr/>
          <p:nvPr/>
        </p:nvSpPr>
        <p:spPr>
          <a:xfrm>
            <a:off x="2747298" y="1725273"/>
            <a:ext cx="66071" cy="77070"/>
          </a:xfrm>
          <a:custGeom>
            <a:avLst/>
            <a:gdLst>
              <a:gd name="connsiteX0" fmla="*/ 5874 w 66071"/>
              <a:gd name="connsiteY0" fmla="*/ 0 h 77070"/>
              <a:gd name="connsiteX1" fmla="*/ 51934 w 66071"/>
              <a:gd name="connsiteY1" fmla="*/ 27523 h 77070"/>
              <a:gd name="connsiteX2" fmla="*/ 66071 w 66071"/>
              <a:gd name="connsiteY2" fmla="*/ 54397 h 77070"/>
              <a:gd name="connsiteX3" fmla="*/ 58809 w 66071"/>
              <a:gd name="connsiteY3" fmla="*/ 72933 h 77070"/>
              <a:gd name="connsiteX4" fmla="*/ 48722 w 66071"/>
              <a:gd name="connsiteY4" fmla="*/ 77070 h 77070"/>
              <a:gd name="connsiteX5" fmla="*/ 31673 w 66071"/>
              <a:gd name="connsiteY5" fmla="*/ 56797 h 77070"/>
              <a:gd name="connsiteX6" fmla="*/ 0 w 66071"/>
              <a:gd name="connsiteY6" fmla="*/ 10399 h 77070"/>
              <a:gd name="connsiteX7" fmla="*/ 5874 w 66071"/>
              <a:gd name="connsiteY7" fmla="*/ 0 h 77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6071" h="77070">
                <a:moveTo>
                  <a:pt x="5874" y="0"/>
                </a:moveTo>
                <a:cubicBezTo>
                  <a:pt x="27156" y="10033"/>
                  <a:pt x="42510" y="19207"/>
                  <a:pt x="51934" y="27523"/>
                </a:cubicBezTo>
                <a:cubicBezTo>
                  <a:pt x="61358" y="35840"/>
                  <a:pt x="66071" y="44797"/>
                  <a:pt x="66071" y="54397"/>
                </a:cubicBezTo>
                <a:cubicBezTo>
                  <a:pt x="66071" y="63996"/>
                  <a:pt x="63650" y="70175"/>
                  <a:pt x="58809" y="72933"/>
                </a:cubicBezTo>
                <a:cubicBezTo>
                  <a:pt x="53967" y="75691"/>
                  <a:pt x="50605" y="77070"/>
                  <a:pt x="48722" y="77070"/>
                </a:cubicBezTo>
                <a:cubicBezTo>
                  <a:pt x="41022" y="77070"/>
                  <a:pt x="35339" y="70312"/>
                  <a:pt x="31673" y="56797"/>
                </a:cubicBezTo>
                <a:cubicBezTo>
                  <a:pt x="26640" y="43731"/>
                  <a:pt x="16082" y="28265"/>
                  <a:pt x="0" y="10399"/>
                </a:cubicBezTo>
                <a:lnTo>
                  <a:pt x="5874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1FF4DD5B-AF5B-EBF1-EDE1-AAE5276D5E79}"/>
              </a:ext>
            </a:extLst>
          </p:cNvPr>
          <p:cNvSpPr txBox="1"/>
          <p:nvPr/>
        </p:nvSpPr>
        <p:spPr>
          <a:xfrm>
            <a:off x="2637624" y="1707684"/>
            <a:ext cx="10096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灵活性</a:t>
            </a:r>
            <a:endParaRPr lang="zh-CN" altLang="en-US" sz="20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83" name="任意多边形: 形状 82">
            <a:extLst>
              <a:ext uri="{FF2B5EF4-FFF2-40B4-BE49-F238E27FC236}">
                <a16:creationId xmlns:a16="http://schemas.microsoft.com/office/drawing/2014/main" id="{967571C8-9CF5-ABCF-F0E6-7565A695686D}"/>
              </a:ext>
            </a:extLst>
          </p:cNvPr>
          <p:cNvSpPr/>
          <p:nvPr/>
        </p:nvSpPr>
        <p:spPr>
          <a:xfrm>
            <a:off x="2839759" y="2482520"/>
            <a:ext cx="379802" cy="151890"/>
          </a:xfrm>
          <a:custGeom>
            <a:avLst/>
            <a:gdLst>
              <a:gd name="connsiteX0" fmla="*/ 279308 w 379802"/>
              <a:gd name="connsiteY0" fmla="*/ 0 h 151890"/>
              <a:gd name="connsiteX1" fmla="*/ 310781 w 379802"/>
              <a:gd name="connsiteY1" fmla="*/ 22473 h 151890"/>
              <a:gd name="connsiteX2" fmla="*/ 299782 w 379802"/>
              <a:gd name="connsiteY2" fmla="*/ 33747 h 151890"/>
              <a:gd name="connsiteX3" fmla="*/ 301357 w 379802"/>
              <a:gd name="connsiteY3" fmla="*/ 111743 h 151890"/>
              <a:gd name="connsiteX4" fmla="*/ 269809 w 379802"/>
              <a:gd name="connsiteY4" fmla="*/ 122892 h 151890"/>
              <a:gd name="connsiteX5" fmla="*/ 269809 w 379802"/>
              <a:gd name="connsiteY5" fmla="*/ 107193 h 151890"/>
              <a:gd name="connsiteX6" fmla="*/ 105269 w 379802"/>
              <a:gd name="connsiteY6" fmla="*/ 107193 h 151890"/>
              <a:gd name="connsiteX7" fmla="*/ 105269 w 379802"/>
              <a:gd name="connsiteY7" fmla="*/ 119692 h 151890"/>
              <a:gd name="connsiteX8" fmla="*/ 76439 w 379802"/>
              <a:gd name="connsiteY8" fmla="*/ 129767 h 151890"/>
              <a:gd name="connsiteX9" fmla="*/ 324031 w 379802"/>
              <a:gd name="connsiteY9" fmla="*/ 129767 h 151890"/>
              <a:gd name="connsiteX10" fmla="*/ 348654 w 379802"/>
              <a:gd name="connsiteY10" fmla="*/ 107768 h 151890"/>
              <a:gd name="connsiteX11" fmla="*/ 379802 w 379802"/>
              <a:gd name="connsiteY11" fmla="*/ 147191 h 151890"/>
              <a:gd name="connsiteX12" fmla="*/ 48722 w 379802"/>
              <a:gd name="connsiteY12" fmla="*/ 147191 h 151890"/>
              <a:gd name="connsiteX13" fmla="*/ 17399 w 379802"/>
              <a:gd name="connsiteY13" fmla="*/ 151890 h 151890"/>
              <a:gd name="connsiteX14" fmla="*/ 0 w 379802"/>
              <a:gd name="connsiteY14" fmla="*/ 129767 h 151890"/>
              <a:gd name="connsiteX15" fmla="*/ 73756 w 379802"/>
              <a:gd name="connsiteY15" fmla="*/ 129767 h 151890"/>
              <a:gd name="connsiteX16" fmla="*/ 74902 w 379802"/>
              <a:gd name="connsiteY16" fmla="*/ 98515 h 151890"/>
              <a:gd name="connsiteX17" fmla="*/ 75296 w 379802"/>
              <a:gd name="connsiteY17" fmla="*/ 62508 h 151890"/>
              <a:gd name="connsiteX18" fmla="*/ 73721 w 379802"/>
              <a:gd name="connsiteY18" fmla="*/ 3599 h 151890"/>
              <a:gd name="connsiteX19" fmla="*/ 103444 w 379802"/>
              <a:gd name="connsiteY19" fmla="*/ 16174 h 151890"/>
              <a:gd name="connsiteX20" fmla="*/ 268384 w 379802"/>
              <a:gd name="connsiteY20" fmla="*/ 16174 h 151890"/>
              <a:gd name="connsiteX21" fmla="*/ 279308 w 379802"/>
              <a:gd name="connsiteY21" fmla="*/ 0 h 151890"/>
              <a:gd name="connsiteX22" fmla="*/ 105269 w 379802"/>
              <a:gd name="connsiteY22" fmla="*/ 33597 h 151890"/>
              <a:gd name="connsiteX23" fmla="*/ 105269 w 379802"/>
              <a:gd name="connsiteY23" fmla="*/ 51396 h 151890"/>
              <a:gd name="connsiteX24" fmla="*/ 269809 w 379802"/>
              <a:gd name="connsiteY24" fmla="*/ 51396 h 151890"/>
              <a:gd name="connsiteX25" fmla="*/ 269809 w 379802"/>
              <a:gd name="connsiteY25" fmla="*/ 33597 h 151890"/>
              <a:gd name="connsiteX26" fmla="*/ 105269 w 379802"/>
              <a:gd name="connsiteY26" fmla="*/ 33597 h 151890"/>
              <a:gd name="connsiteX27" fmla="*/ 105269 w 379802"/>
              <a:gd name="connsiteY27" fmla="*/ 68795 h 151890"/>
              <a:gd name="connsiteX28" fmla="*/ 105269 w 379802"/>
              <a:gd name="connsiteY28" fmla="*/ 89794 h 151890"/>
              <a:gd name="connsiteX29" fmla="*/ 269809 w 379802"/>
              <a:gd name="connsiteY29" fmla="*/ 89794 h 151890"/>
              <a:gd name="connsiteX30" fmla="*/ 269809 w 379802"/>
              <a:gd name="connsiteY30" fmla="*/ 68795 h 151890"/>
              <a:gd name="connsiteX31" fmla="*/ 105269 w 379802"/>
              <a:gd name="connsiteY31" fmla="*/ 68795 h 1518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379802" h="151890">
                <a:moveTo>
                  <a:pt x="279308" y="0"/>
                </a:moveTo>
                <a:lnTo>
                  <a:pt x="310781" y="22473"/>
                </a:lnTo>
                <a:lnTo>
                  <a:pt x="299782" y="33747"/>
                </a:lnTo>
                <a:cubicBezTo>
                  <a:pt x="299782" y="71545"/>
                  <a:pt x="300307" y="97544"/>
                  <a:pt x="301357" y="111743"/>
                </a:cubicBezTo>
                <a:lnTo>
                  <a:pt x="269809" y="122892"/>
                </a:lnTo>
                <a:lnTo>
                  <a:pt x="269809" y="107193"/>
                </a:lnTo>
                <a:lnTo>
                  <a:pt x="105269" y="107193"/>
                </a:lnTo>
                <a:lnTo>
                  <a:pt x="105269" y="119692"/>
                </a:lnTo>
                <a:lnTo>
                  <a:pt x="76439" y="129767"/>
                </a:lnTo>
                <a:lnTo>
                  <a:pt x="324031" y="129767"/>
                </a:lnTo>
                <a:lnTo>
                  <a:pt x="348654" y="107768"/>
                </a:lnTo>
                <a:lnTo>
                  <a:pt x="379802" y="147191"/>
                </a:lnTo>
                <a:lnTo>
                  <a:pt x="48722" y="147191"/>
                </a:lnTo>
                <a:cubicBezTo>
                  <a:pt x="40790" y="147191"/>
                  <a:pt x="30348" y="148757"/>
                  <a:pt x="17399" y="151890"/>
                </a:cubicBezTo>
                <a:lnTo>
                  <a:pt x="0" y="129767"/>
                </a:lnTo>
                <a:lnTo>
                  <a:pt x="73756" y="129767"/>
                </a:lnTo>
                <a:lnTo>
                  <a:pt x="74902" y="98515"/>
                </a:lnTo>
                <a:cubicBezTo>
                  <a:pt x="75164" y="87147"/>
                  <a:pt x="75296" y="75145"/>
                  <a:pt x="75296" y="62508"/>
                </a:cubicBezTo>
                <a:cubicBezTo>
                  <a:pt x="75296" y="37235"/>
                  <a:pt x="74771" y="17598"/>
                  <a:pt x="73721" y="3599"/>
                </a:cubicBezTo>
                <a:lnTo>
                  <a:pt x="103444" y="16174"/>
                </a:lnTo>
                <a:lnTo>
                  <a:pt x="268384" y="16174"/>
                </a:lnTo>
                <a:lnTo>
                  <a:pt x="279308" y="0"/>
                </a:lnTo>
                <a:close/>
                <a:moveTo>
                  <a:pt x="105269" y="33597"/>
                </a:moveTo>
                <a:lnTo>
                  <a:pt x="105269" y="51396"/>
                </a:lnTo>
                <a:lnTo>
                  <a:pt x="269809" y="51396"/>
                </a:lnTo>
                <a:lnTo>
                  <a:pt x="269809" y="33597"/>
                </a:lnTo>
                <a:lnTo>
                  <a:pt x="105269" y="33597"/>
                </a:lnTo>
                <a:close/>
                <a:moveTo>
                  <a:pt x="105269" y="68795"/>
                </a:moveTo>
                <a:lnTo>
                  <a:pt x="105269" y="89794"/>
                </a:lnTo>
                <a:lnTo>
                  <a:pt x="269809" y="89794"/>
                </a:lnTo>
                <a:lnTo>
                  <a:pt x="269809" y="68795"/>
                </a:lnTo>
                <a:lnTo>
                  <a:pt x="105269" y="68795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0" name="任意多边形: 形状 89">
            <a:extLst>
              <a:ext uri="{FF2B5EF4-FFF2-40B4-BE49-F238E27FC236}">
                <a16:creationId xmlns:a16="http://schemas.microsoft.com/office/drawing/2014/main" id="{1C4034A6-7ADA-C885-E869-833C37CBDF80}"/>
              </a:ext>
            </a:extLst>
          </p:cNvPr>
          <p:cNvSpPr/>
          <p:nvPr/>
        </p:nvSpPr>
        <p:spPr>
          <a:xfrm>
            <a:off x="3106204" y="2558465"/>
            <a:ext cx="280982" cy="200288"/>
          </a:xfrm>
          <a:custGeom>
            <a:avLst/>
            <a:gdLst>
              <a:gd name="connsiteX0" fmla="*/ 134891 w 280982"/>
              <a:gd name="connsiteY0" fmla="*/ 0 h 200288"/>
              <a:gd name="connsiteX1" fmla="*/ 179014 w 280982"/>
              <a:gd name="connsiteY1" fmla="*/ 21974 h 200288"/>
              <a:gd name="connsiteX2" fmla="*/ 166289 w 280982"/>
              <a:gd name="connsiteY2" fmla="*/ 35548 h 200288"/>
              <a:gd name="connsiteX3" fmla="*/ 154815 w 280982"/>
              <a:gd name="connsiteY3" fmla="*/ 98700 h 200288"/>
              <a:gd name="connsiteX4" fmla="*/ 151700 w 280982"/>
              <a:gd name="connsiteY4" fmla="*/ 105133 h 200288"/>
              <a:gd name="connsiteX5" fmla="*/ 215080 w 280982"/>
              <a:gd name="connsiteY5" fmla="*/ 123552 h 200288"/>
              <a:gd name="connsiteX6" fmla="*/ 252734 w 280982"/>
              <a:gd name="connsiteY6" fmla="*/ 136929 h 200288"/>
              <a:gd name="connsiteX7" fmla="*/ 279220 w 280982"/>
              <a:gd name="connsiteY7" fmla="*/ 157515 h 200288"/>
              <a:gd name="connsiteX8" fmla="*/ 280982 w 280982"/>
              <a:gd name="connsiteY8" fmla="*/ 171739 h 200288"/>
              <a:gd name="connsiteX9" fmla="*/ 277783 w 280982"/>
              <a:gd name="connsiteY9" fmla="*/ 188063 h 200288"/>
              <a:gd name="connsiteX10" fmla="*/ 269908 w 280982"/>
              <a:gd name="connsiteY10" fmla="*/ 195563 h 200288"/>
              <a:gd name="connsiteX11" fmla="*/ 253084 w 280982"/>
              <a:gd name="connsiteY11" fmla="*/ 185364 h 200288"/>
              <a:gd name="connsiteX12" fmla="*/ 219861 w 280982"/>
              <a:gd name="connsiteY12" fmla="*/ 157340 h 200288"/>
              <a:gd name="connsiteX13" fmla="*/ 149015 w 280982"/>
              <a:gd name="connsiteY13" fmla="*/ 118943 h 200288"/>
              <a:gd name="connsiteX14" fmla="*/ 151471 w 280982"/>
              <a:gd name="connsiteY14" fmla="*/ 105605 h 200288"/>
              <a:gd name="connsiteX15" fmla="*/ 142835 w 280982"/>
              <a:gd name="connsiteY15" fmla="*/ 123438 h 200288"/>
              <a:gd name="connsiteX16" fmla="*/ 126692 w 280982"/>
              <a:gd name="connsiteY16" fmla="*/ 143616 h 200288"/>
              <a:gd name="connsiteX17" fmla="*/ 3199 w 280982"/>
              <a:gd name="connsiteY17" fmla="*/ 200288 h 200288"/>
              <a:gd name="connsiteX18" fmla="*/ 0 w 280982"/>
              <a:gd name="connsiteY18" fmla="*/ 189163 h 200288"/>
              <a:gd name="connsiteX19" fmla="*/ 71133 w 280982"/>
              <a:gd name="connsiteY19" fmla="*/ 154703 h 200288"/>
              <a:gd name="connsiteX20" fmla="*/ 117992 w 280982"/>
              <a:gd name="connsiteY20" fmla="*/ 106906 h 200288"/>
              <a:gd name="connsiteX21" fmla="*/ 133341 w 280982"/>
              <a:gd name="connsiteY21" fmla="*/ 52634 h 200288"/>
              <a:gd name="connsiteX22" fmla="*/ 134891 w 280982"/>
              <a:gd name="connsiteY22" fmla="*/ 0 h 200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280982" h="200288">
                <a:moveTo>
                  <a:pt x="134891" y="0"/>
                </a:moveTo>
                <a:lnTo>
                  <a:pt x="179014" y="21974"/>
                </a:lnTo>
                <a:lnTo>
                  <a:pt x="166289" y="35548"/>
                </a:lnTo>
                <a:cubicBezTo>
                  <a:pt x="165239" y="59638"/>
                  <a:pt x="161415" y="80689"/>
                  <a:pt x="154815" y="98700"/>
                </a:cubicBezTo>
                <a:lnTo>
                  <a:pt x="151700" y="105133"/>
                </a:lnTo>
                <a:lnTo>
                  <a:pt x="215080" y="123552"/>
                </a:lnTo>
                <a:cubicBezTo>
                  <a:pt x="231942" y="128858"/>
                  <a:pt x="244493" y="133317"/>
                  <a:pt x="252734" y="136929"/>
                </a:cubicBezTo>
                <a:cubicBezTo>
                  <a:pt x="269216" y="144154"/>
                  <a:pt x="278045" y="151016"/>
                  <a:pt x="279220" y="157515"/>
                </a:cubicBezTo>
                <a:cubicBezTo>
                  <a:pt x="280395" y="164015"/>
                  <a:pt x="280982" y="168756"/>
                  <a:pt x="280982" y="171739"/>
                </a:cubicBezTo>
                <a:cubicBezTo>
                  <a:pt x="280982" y="177622"/>
                  <a:pt x="279916" y="183064"/>
                  <a:pt x="277783" y="188063"/>
                </a:cubicBezTo>
                <a:cubicBezTo>
                  <a:pt x="275649" y="193063"/>
                  <a:pt x="273025" y="195563"/>
                  <a:pt x="269908" y="195563"/>
                </a:cubicBezTo>
                <a:cubicBezTo>
                  <a:pt x="265392" y="195563"/>
                  <a:pt x="259784" y="192163"/>
                  <a:pt x="253084" y="185364"/>
                </a:cubicBezTo>
                <a:cubicBezTo>
                  <a:pt x="245301" y="176531"/>
                  <a:pt x="234227" y="167190"/>
                  <a:pt x="219861" y="157340"/>
                </a:cubicBezTo>
                <a:cubicBezTo>
                  <a:pt x="205495" y="147491"/>
                  <a:pt x="181880" y="134692"/>
                  <a:pt x="149015" y="118943"/>
                </a:cubicBezTo>
                <a:lnTo>
                  <a:pt x="151471" y="105605"/>
                </a:lnTo>
                <a:lnTo>
                  <a:pt x="142835" y="123438"/>
                </a:lnTo>
                <a:cubicBezTo>
                  <a:pt x="138147" y="130924"/>
                  <a:pt x="132766" y="137650"/>
                  <a:pt x="126692" y="143616"/>
                </a:cubicBezTo>
                <a:cubicBezTo>
                  <a:pt x="102393" y="167481"/>
                  <a:pt x="61229" y="186372"/>
                  <a:pt x="3199" y="200288"/>
                </a:cubicBezTo>
                <a:lnTo>
                  <a:pt x="0" y="189163"/>
                </a:lnTo>
                <a:cubicBezTo>
                  <a:pt x="25381" y="180097"/>
                  <a:pt x="49092" y="168610"/>
                  <a:pt x="71133" y="154703"/>
                </a:cubicBezTo>
                <a:cubicBezTo>
                  <a:pt x="93173" y="140796"/>
                  <a:pt x="108793" y="124863"/>
                  <a:pt x="117992" y="106906"/>
                </a:cubicBezTo>
                <a:cubicBezTo>
                  <a:pt x="127192" y="88949"/>
                  <a:pt x="132308" y="70858"/>
                  <a:pt x="133341" y="52634"/>
                </a:cubicBezTo>
                <a:cubicBezTo>
                  <a:pt x="134375" y="34410"/>
                  <a:pt x="134891" y="16866"/>
                  <a:pt x="134891" y="0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2876580C-5F85-FD56-B8D9-F67F498FBD37}"/>
              </a:ext>
            </a:extLst>
          </p:cNvPr>
          <p:cNvSpPr txBox="1"/>
          <p:nvPr/>
        </p:nvSpPr>
        <p:spPr>
          <a:xfrm>
            <a:off x="2637624" y="2614328"/>
            <a:ext cx="10096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可靠性</a:t>
            </a:r>
          </a:p>
        </p:txBody>
      </p:sp>
      <p:sp>
        <p:nvSpPr>
          <p:cNvPr id="89" name="任意多边形: 形状 88">
            <a:extLst>
              <a:ext uri="{FF2B5EF4-FFF2-40B4-BE49-F238E27FC236}">
                <a16:creationId xmlns:a16="http://schemas.microsoft.com/office/drawing/2014/main" id="{1DAA8F9C-611A-3684-FF16-314C78DB5B40}"/>
              </a:ext>
            </a:extLst>
          </p:cNvPr>
          <p:cNvSpPr/>
          <p:nvPr/>
        </p:nvSpPr>
        <p:spPr>
          <a:xfrm>
            <a:off x="2886231" y="3459344"/>
            <a:ext cx="368802" cy="210662"/>
          </a:xfrm>
          <a:custGeom>
            <a:avLst/>
            <a:gdLst>
              <a:gd name="connsiteX0" fmla="*/ 62746 w 368802"/>
              <a:gd name="connsiteY0" fmla="*/ 0 h 210662"/>
              <a:gd name="connsiteX1" fmla="*/ 91019 w 368802"/>
              <a:gd name="connsiteY1" fmla="*/ 14149 h 210662"/>
              <a:gd name="connsiteX2" fmla="*/ 268534 w 368802"/>
              <a:gd name="connsiteY2" fmla="*/ 14149 h 210662"/>
              <a:gd name="connsiteX3" fmla="*/ 279683 w 368802"/>
              <a:gd name="connsiteY3" fmla="*/ 0 h 210662"/>
              <a:gd name="connsiteX4" fmla="*/ 309206 w 368802"/>
              <a:gd name="connsiteY4" fmla="*/ 22499 h 210662"/>
              <a:gd name="connsiteX5" fmla="*/ 298232 w 368802"/>
              <a:gd name="connsiteY5" fmla="*/ 33673 h 210662"/>
              <a:gd name="connsiteX6" fmla="*/ 299782 w 368802"/>
              <a:gd name="connsiteY6" fmla="*/ 116193 h 210662"/>
              <a:gd name="connsiteX7" fmla="*/ 268234 w 368802"/>
              <a:gd name="connsiteY7" fmla="*/ 127317 h 210662"/>
              <a:gd name="connsiteX8" fmla="*/ 268234 w 368802"/>
              <a:gd name="connsiteY8" fmla="*/ 114768 h 210662"/>
              <a:gd name="connsiteX9" fmla="*/ 197838 w 368802"/>
              <a:gd name="connsiteY9" fmla="*/ 114768 h 210662"/>
              <a:gd name="connsiteX10" fmla="*/ 197838 w 368802"/>
              <a:gd name="connsiteY10" fmla="*/ 142142 h 210662"/>
              <a:gd name="connsiteX11" fmla="*/ 275508 w 368802"/>
              <a:gd name="connsiteY11" fmla="*/ 142142 h 210662"/>
              <a:gd name="connsiteX12" fmla="*/ 300182 w 368802"/>
              <a:gd name="connsiteY12" fmla="*/ 121718 h 210662"/>
              <a:gd name="connsiteX13" fmla="*/ 329605 w 368802"/>
              <a:gd name="connsiteY13" fmla="*/ 159566 h 210662"/>
              <a:gd name="connsiteX14" fmla="*/ 197838 w 368802"/>
              <a:gd name="connsiteY14" fmla="*/ 159566 h 210662"/>
              <a:gd name="connsiteX15" fmla="*/ 197838 w 368802"/>
              <a:gd name="connsiteY15" fmla="*/ 188564 h 210662"/>
              <a:gd name="connsiteX16" fmla="*/ 311481 w 368802"/>
              <a:gd name="connsiteY16" fmla="*/ 188564 h 210662"/>
              <a:gd name="connsiteX17" fmla="*/ 337779 w 368802"/>
              <a:gd name="connsiteY17" fmla="*/ 164990 h 210662"/>
              <a:gd name="connsiteX18" fmla="*/ 368802 w 368802"/>
              <a:gd name="connsiteY18" fmla="*/ 205963 h 210662"/>
              <a:gd name="connsiteX19" fmla="*/ 56546 w 368802"/>
              <a:gd name="connsiteY19" fmla="*/ 205963 h 210662"/>
              <a:gd name="connsiteX20" fmla="*/ 17399 w 368802"/>
              <a:gd name="connsiteY20" fmla="*/ 210662 h 210662"/>
              <a:gd name="connsiteX21" fmla="*/ 0 w 368802"/>
              <a:gd name="connsiteY21" fmla="*/ 188564 h 210662"/>
              <a:gd name="connsiteX22" fmla="*/ 167840 w 368802"/>
              <a:gd name="connsiteY22" fmla="*/ 188564 h 210662"/>
              <a:gd name="connsiteX23" fmla="*/ 167840 w 368802"/>
              <a:gd name="connsiteY23" fmla="*/ 159566 h 210662"/>
              <a:gd name="connsiteX24" fmla="*/ 91069 w 368802"/>
              <a:gd name="connsiteY24" fmla="*/ 159566 h 210662"/>
              <a:gd name="connsiteX25" fmla="*/ 51922 w 368802"/>
              <a:gd name="connsiteY25" fmla="*/ 164265 h 210662"/>
              <a:gd name="connsiteX26" fmla="*/ 34498 w 368802"/>
              <a:gd name="connsiteY26" fmla="*/ 142142 h 210662"/>
              <a:gd name="connsiteX27" fmla="*/ 167840 w 368802"/>
              <a:gd name="connsiteY27" fmla="*/ 142142 h 210662"/>
              <a:gd name="connsiteX28" fmla="*/ 167840 w 368802"/>
              <a:gd name="connsiteY28" fmla="*/ 114768 h 210662"/>
              <a:gd name="connsiteX29" fmla="*/ 94294 w 368802"/>
              <a:gd name="connsiteY29" fmla="*/ 114768 h 210662"/>
              <a:gd name="connsiteX30" fmla="*/ 94294 w 368802"/>
              <a:gd name="connsiteY30" fmla="*/ 122793 h 210662"/>
              <a:gd name="connsiteX31" fmla="*/ 62746 w 368802"/>
              <a:gd name="connsiteY31" fmla="*/ 132017 h 210662"/>
              <a:gd name="connsiteX32" fmla="*/ 64296 w 368802"/>
              <a:gd name="connsiteY32" fmla="*/ 65384 h 210662"/>
              <a:gd name="connsiteX33" fmla="*/ 62746 w 368802"/>
              <a:gd name="connsiteY33" fmla="*/ 0 h 210662"/>
              <a:gd name="connsiteX34" fmla="*/ 94294 w 368802"/>
              <a:gd name="connsiteY34" fmla="*/ 31573 h 210662"/>
              <a:gd name="connsiteX35" fmla="*/ 94294 w 368802"/>
              <a:gd name="connsiteY35" fmla="*/ 57372 h 210662"/>
              <a:gd name="connsiteX36" fmla="*/ 167840 w 368802"/>
              <a:gd name="connsiteY36" fmla="*/ 57372 h 210662"/>
              <a:gd name="connsiteX37" fmla="*/ 167840 w 368802"/>
              <a:gd name="connsiteY37" fmla="*/ 31573 h 210662"/>
              <a:gd name="connsiteX38" fmla="*/ 94294 w 368802"/>
              <a:gd name="connsiteY38" fmla="*/ 31573 h 210662"/>
              <a:gd name="connsiteX39" fmla="*/ 197838 w 368802"/>
              <a:gd name="connsiteY39" fmla="*/ 31573 h 210662"/>
              <a:gd name="connsiteX40" fmla="*/ 197838 w 368802"/>
              <a:gd name="connsiteY40" fmla="*/ 57372 h 210662"/>
              <a:gd name="connsiteX41" fmla="*/ 268234 w 368802"/>
              <a:gd name="connsiteY41" fmla="*/ 57372 h 210662"/>
              <a:gd name="connsiteX42" fmla="*/ 268234 w 368802"/>
              <a:gd name="connsiteY42" fmla="*/ 31573 h 210662"/>
              <a:gd name="connsiteX43" fmla="*/ 197838 w 368802"/>
              <a:gd name="connsiteY43" fmla="*/ 31573 h 210662"/>
              <a:gd name="connsiteX44" fmla="*/ 94294 w 368802"/>
              <a:gd name="connsiteY44" fmla="*/ 74771 h 210662"/>
              <a:gd name="connsiteX45" fmla="*/ 94294 w 368802"/>
              <a:gd name="connsiteY45" fmla="*/ 97344 h 210662"/>
              <a:gd name="connsiteX46" fmla="*/ 167840 w 368802"/>
              <a:gd name="connsiteY46" fmla="*/ 97344 h 210662"/>
              <a:gd name="connsiteX47" fmla="*/ 167840 w 368802"/>
              <a:gd name="connsiteY47" fmla="*/ 74771 h 210662"/>
              <a:gd name="connsiteX48" fmla="*/ 94294 w 368802"/>
              <a:gd name="connsiteY48" fmla="*/ 74771 h 210662"/>
              <a:gd name="connsiteX49" fmla="*/ 197838 w 368802"/>
              <a:gd name="connsiteY49" fmla="*/ 74771 h 210662"/>
              <a:gd name="connsiteX50" fmla="*/ 197838 w 368802"/>
              <a:gd name="connsiteY50" fmla="*/ 97344 h 210662"/>
              <a:gd name="connsiteX51" fmla="*/ 268234 w 368802"/>
              <a:gd name="connsiteY51" fmla="*/ 97344 h 210662"/>
              <a:gd name="connsiteX52" fmla="*/ 268234 w 368802"/>
              <a:gd name="connsiteY52" fmla="*/ 74771 h 210662"/>
              <a:gd name="connsiteX53" fmla="*/ 197838 w 368802"/>
              <a:gd name="connsiteY53" fmla="*/ 74771 h 210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368802" h="210662">
                <a:moveTo>
                  <a:pt x="62746" y="0"/>
                </a:moveTo>
                <a:lnTo>
                  <a:pt x="91019" y="14149"/>
                </a:lnTo>
                <a:lnTo>
                  <a:pt x="268534" y="14149"/>
                </a:lnTo>
                <a:lnTo>
                  <a:pt x="279683" y="0"/>
                </a:lnTo>
                <a:lnTo>
                  <a:pt x="309206" y="22499"/>
                </a:lnTo>
                <a:lnTo>
                  <a:pt x="298232" y="33673"/>
                </a:lnTo>
                <a:cubicBezTo>
                  <a:pt x="298232" y="73537"/>
                  <a:pt x="298748" y="101044"/>
                  <a:pt x="299782" y="116193"/>
                </a:cubicBezTo>
                <a:lnTo>
                  <a:pt x="268234" y="127317"/>
                </a:lnTo>
                <a:lnTo>
                  <a:pt x="268234" y="114768"/>
                </a:lnTo>
                <a:lnTo>
                  <a:pt x="197838" y="114768"/>
                </a:lnTo>
                <a:lnTo>
                  <a:pt x="197838" y="142142"/>
                </a:lnTo>
                <a:lnTo>
                  <a:pt x="275508" y="142142"/>
                </a:lnTo>
                <a:lnTo>
                  <a:pt x="300182" y="121718"/>
                </a:lnTo>
                <a:lnTo>
                  <a:pt x="329605" y="159566"/>
                </a:lnTo>
                <a:lnTo>
                  <a:pt x="197838" y="159566"/>
                </a:lnTo>
                <a:lnTo>
                  <a:pt x="197838" y="188564"/>
                </a:lnTo>
                <a:lnTo>
                  <a:pt x="311481" y="188564"/>
                </a:lnTo>
                <a:lnTo>
                  <a:pt x="337779" y="164990"/>
                </a:lnTo>
                <a:lnTo>
                  <a:pt x="368802" y="205963"/>
                </a:lnTo>
                <a:lnTo>
                  <a:pt x="56546" y="205963"/>
                </a:lnTo>
                <a:cubicBezTo>
                  <a:pt x="43397" y="205963"/>
                  <a:pt x="30348" y="207529"/>
                  <a:pt x="17399" y="210662"/>
                </a:cubicBezTo>
                <a:lnTo>
                  <a:pt x="0" y="188564"/>
                </a:lnTo>
                <a:lnTo>
                  <a:pt x="167840" y="188564"/>
                </a:lnTo>
                <a:lnTo>
                  <a:pt x="167840" y="159566"/>
                </a:lnTo>
                <a:lnTo>
                  <a:pt x="91069" y="159566"/>
                </a:lnTo>
                <a:cubicBezTo>
                  <a:pt x="77903" y="159566"/>
                  <a:pt x="64854" y="161132"/>
                  <a:pt x="51922" y="164265"/>
                </a:cubicBezTo>
                <a:lnTo>
                  <a:pt x="34498" y="142142"/>
                </a:lnTo>
                <a:lnTo>
                  <a:pt x="167840" y="142142"/>
                </a:lnTo>
                <a:lnTo>
                  <a:pt x="167840" y="114768"/>
                </a:lnTo>
                <a:lnTo>
                  <a:pt x="94294" y="114768"/>
                </a:lnTo>
                <a:lnTo>
                  <a:pt x="94294" y="122793"/>
                </a:lnTo>
                <a:lnTo>
                  <a:pt x="62746" y="132017"/>
                </a:lnTo>
                <a:cubicBezTo>
                  <a:pt x="63779" y="107902"/>
                  <a:pt x="64296" y="85691"/>
                  <a:pt x="64296" y="65384"/>
                </a:cubicBezTo>
                <a:cubicBezTo>
                  <a:pt x="64296" y="45077"/>
                  <a:pt x="63779" y="23282"/>
                  <a:pt x="62746" y="0"/>
                </a:cubicBezTo>
                <a:close/>
                <a:moveTo>
                  <a:pt x="94294" y="31573"/>
                </a:moveTo>
                <a:lnTo>
                  <a:pt x="94294" y="57372"/>
                </a:lnTo>
                <a:lnTo>
                  <a:pt x="167840" y="57372"/>
                </a:lnTo>
                <a:lnTo>
                  <a:pt x="167840" y="31573"/>
                </a:lnTo>
                <a:lnTo>
                  <a:pt x="94294" y="31573"/>
                </a:lnTo>
                <a:close/>
                <a:moveTo>
                  <a:pt x="197838" y="31573"/>
                </a:moveTo>
                <a:lnTo>
                  <a:pt x="197838" y="57372"/>
                </a:lnTo>
                <a:lnTo>
                  <a:pt x="268234" y="57372"/>
                </a:lnTo>
                <a:lnTo>
                  <a:pt x="268234" y="31573"/>
                </a:lnTo>
                <a:lnTo>
                  <a:pt x="197838" y="31573"/>
                </a:lnTo>
                <a:close/>
                <a:moveTo>
                  <a:pt x="94294" y="74771"/>
                </a:moveTo>
                <a:lnTo>
                  <a:pt x="94294" y="97344"/>
                </a:lnTo>
                <a:lnTo>
                  <a:pt x="167840" y="97344"/>
                </a:lnTo>
                <a:lnTo>
                  <a:pt x="167840" y="74771"/>
                </a:lnTo>
                <a:lnTo>
                  <a:pt x="94294" y="74771"/>
                </a:lnTo>
                <a:close/>
                <a:moveTo>
                  <a:pt x="197838" y="74771"/>
                </a:moveTo>
                <a:lnTo>
                  <a:pt x="197838" y="97344"/>
                </a:lnTo>
                <a:lnTo>
                  <a:pt x="268234" y="97344"/>
                </a:lnTo>
                <a:lnTo>
                  <a:pt x="268234" y="74771"/>
                </a:lnTo>
                <a:lnTo>
                  <a:pt x="197838" y="74771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5291D727-248B-DE40-CDEF-BB469686531E}"/>
              </a:ext>
            </a:extLst>
          </p:cNvPr>
          <p:cNvSpPr txBox="1"/>
          <p:nvPr/>
        </p:nvSpPr>
        <p:spPr>
          <a:xfrm>
            <a:off x="2637624" y="3503949"/>
            <a:ext cx="10096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稳定性</a:t>
            </a:r>
          </a:p>
        </p:txBody>
      </p:sp>
      <p:sp>
        <p:nvSpPr>
          <p:cNvPr id="88" name="任意多边形: 形状 87">
            <a:extLst>
              <a:ext uri="{FF2B5EF4-FFF2-40B4-BE49-F238E27FC236}">
                <a16:creationId xmlns:a16="http://schemas.microsoft.com/office/drawing/2014/main" id="{14C7E3CB-C9B2-042E-5FB9-6575E02E311D}"/>
              </a:ext>
            </a:extLst>
          </p:cNvPr>
          <p:cNvSpPr/>
          <p:nvPr/>
        </p:nvSpPr>
        <p:spPr>
          <a:xfrm>
            <a:off x="2986569" y="4306610"/>
            <a:ext cx="298232" cy="249035"/>
          </a:xfrm>
          <a:custGeom>
            <a:avLst/>
            <a:gdLst>
              <a:gd name="connsiteX0" fmla="*/ 269709 w 298232"/>
              <a:gd name="connsiteY0" fmla="*/ 0 h 249035"/>
              <a:gd name="connsiteX1" fmla="*/ 298232 w 298232"/>
              <a:gd name="connsiteY1" fmla="*/ 27498 h 249035"/>
              <a:gd name="connsiteX2" fmla="*/ 285683 w 298232"/>
              <a:gd name="connsiteY2" fmla="*/ 39947 h 249035"/>
              <a:gd name="connsiteX3" fmla="*/ 285683 w 298232"/>
              <a:gd name="connsiteY3" fmla="*/ 145966 h 249035"/>
              <a:gd name="connsiteX4" fmla="*/ 278621 w 298232"/>
              <a:gd name="connsiteY4" fmla="*/ 173727 h 249035"/>
              <a:gd name="connsiteX5" fmla="*/ 245385 w 298232"/>
              <a:gd name="connsiteY5" fmla="*/ 194688 h 249035"/>
              <a:gd name="connsiteX6" fmla="*/ 181964 w 298232"/>
              <a:gd name="connsiteY6" fmla="*/ 157815 h 249035"/>
              <a:gd name="connsiteX7" fmla="*/ 181964 w 298232"/>
              <a:gd name="connsiteY7" fmla="*/ 141166 h 249035"/>
              <a:gd name="connsiteX8" fmla="*/ 244085 w 298232"/>
              <a:gd name="connsiteY8" fmla="*/ 149041 h 249035"/>
              <a:gd name="connsiteX9" fmla="*/ 252560 w 298232"/>
              <a:gd name="connsiteY9" fmla="*/ 139691 h 249035"/>
              <a:gd name="connsiteX10" fmla="*/ 252560 w 298232"/>
              <a:gd name="connsiteY10" fmla="*/ 36248 h 249035"/>
              <a:gd name="connsiteX11" fmla="*/ 152366 w 298232"/>
              <a:gd name="connsiteY11" fmla="*/ 36248 h 249035"/>
              <a:gd name="connsiteX12" fmla="*/ 152366 w 298232"/>
              <a:gd name="connsiteY12" fmla="*/ 178039 h 249035"/>
              <a:gd name="connsiteX13" fmla="*/ 153916 w 298232"/>
              <a:gd name="connsiteY13" fmla="*/ 232786 h 249035"/>
              <a:gd name="connsiteX14" fmla="*/ 119218 w 298232"/>
              <a:gd name="connsiteY14" fmla="*/ 249035 h 249035"/>
              <a:gd name="connsiteX15" fmla="*/ 120793 w 298232"/>
              <a:gd name="connsiteY15" fmla="*/ 174889 h 249035"/>
              <a:gd name="connsiteX16" fmla="*/ 120793 w 298232"/>
              <a:gd name="connsiteY16" fmla="*/ 36248 h 249035"/>
              <a:gd name="connsiteX17" fmla="*/ 56572 w 298232"/>
              <a:gd name="connsiteY17" fmla="*/ 36248 h 249035"/>
              <a:gd name="connsiteX18" fmla="*/ 17424 w 298232"/>
              <a:gd name="connsiteY18" fmla="*/ 40972 h 249035"/>
              <a:gd name="connsiteX19" fmla="*/ 0 w 298232"/>
              <a:gd name="connsiteY19" fmla="*/ 18849 h 249035"/>
              <a:gd name="connsiteX20" fmla="*/ 250160 w 298232"/>
              <a:gd name="connsiteY20" fmla="*/ 18849 h 249035"/>
              <a:gd name="connsiteX21" fmla="*/ 269709 w 298232"/>
              <a:gd name="connsiteY21" fmla="*/ 0 h 2490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298232" h="249035">
                <a:moveTo>
                  <a:pt x="269709" y="0"/>
                </a:moveTo>
                <a:lnTo>
                  <a:pt x="298232" y="27498"/>
                </a:lnTo>
                <a:lnTo>
                  <a:pt x="285683" y="39947"/>
                </a:lnTo>
                <a:lnTo>
                  <a:pt x="285683" y="145966"/>
                </a:lnTo>
                <a:cubicBezTo>
                  <a:pt x="285683" y="157399"/>
                  <a:pt x="283329" y="166652"/>
                  <a:pt x="278621" y="173727"/>
                </a:cubicBezTo>
                <a:cubicBezTo>
                  <a:pt x="273913" y="180801"/>
                  <a:pt x="262834" y="187788"/>
                  <a:pt x="245385" y="194688"/>
                </a:cubicBezTo>
                <a:cubicBezTo>
                  <a:pt x="237419" y="176522"/>
                  <a:pt x="216279" y="164232"/>
                  <a:pt x="181964" y="157815"/>
                </a:cubicBezTo>
                <a:lnTo>
                  <a:pt x="181964" y="141166"/>
                </a:lnTo>
                <a:cubicBezTo>
                  <a:pt x="217729" y="146416"/>
                  <a:pt x="238436" y="149041"/>
                  <a:pt x="244085" y="149041"/>
                </a:cubicBezTo>
                <a:cubicBezTo>
                  <a:pt x="249735" y="149041"/>
                  <a:pt x="252560" y="145924"/>
                  <a:pt x="252560" y="139691"/>
                </a:cubicBezTo>
                <a:lnTo>
                  <a:pt x="252560" y="36248"/>
                </a:lnTo>
                <a:lnTo>
                  <a:pt x="152366" y="36248"/>
                </a:lnTo>
                <a:lnTo>
                  <a:pt x="152366" y="178039"/>
                </a:lnTo>
                <a:cubicBezTo>
                  <a:pt x="152366" y="197588"/>
                  <a:pt x="152883" y="215837"/>
                  <a:pt x="153916" y="232786"/>
                </a:cubicBezTo>
                <a:lnTo>
                  <a:pt x="119218" y="249035"/>
                </a:lnTo>
                <a:cubicBezTo>
                  <a:pt x="120268" y="221670"/>
                  <a:pt x="120793" y="196955"/>
                  <a:pt x="120793" y="174889"/>
                </a:cubicBezTo>
                <a:lnTo>
                  <a:pt x="120793" y="36248"/>
                </a:lnTo>
                <a:lnTo>
                  <a:pt x="56572" y="36248"/>
                </a:lnTo>
                <a:cubicBezTo>
                  <a:pt x="43406" y="36248"/>
                  <a:pt x="30357" y="37823"/>
                  <a:pt x="17424" y="40972"/>
                </a:cubicBezTo>
                <a:lnTo>
                  <a:pt x="0" y="18849"/>
                </a:lnTo>
                <a:lnTo>
                  <a:pt x="250160" y="18849"/>
                </a:lnTo>
                <a:lnTo>
                  <a:pt x="269709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1" name="任意多边形: 形状 90">
            <a:extLst>
              <a:ext uri="{FF2B5EF4-FFF2-40B4-BE49-F238E27FC236}">
                <a16:creationId xmlns:a16="http://schemas.microsoft.com/office/drawing/2014/main" id="{CADC6F8B-8731-48C8-9A6D-15187582B47A}"/>
              </a:ext>
            </a:extLst>
          </p:cNvPr>
          <p:cNvSpPr/>
          <p:nvPr/>
        </p:nvSpPr>
        <p:spPr>
          <a:xfrm>
            <a:off x="2846796" y="4250541"/>
            <a:ext cx="108419" cy="133316"/>
          </a:xfrm>
          <a:custGeom>
            <a:avLst/>
            <a:gdLst>
              <a:gd name="connsiteX0" fmla="*/ 0 w 108419"/>
              <a:gd name="connsiteY0" fmla="*/ 0 h 133316"/>
              <a:gd name="connsiteX1" fmla="*/ 27049 w 108419"/>
              <a:gd name="connsiteY1" fmla="*/ 15724 h 133316"/>
              <a:gd name="connsiteX2" fmla="*/ 69746 w 108419"/>
              <a:gd name="connsiteY2" fmla="*/ 15724 h 133316"/>
              <a:gd name="connsiteX3" fmla="*/ 84745 w 108419"/>
              <a:gd name="connsiteY3" fmla="*/ 1574 h 133316"/>
              <a:gd name="connsiteX4" fmla="*/ 108419 w 108419"/>
              <a:gd name="connsiteY4" fmla="*/ 25973 h 133316"/>
              <a:gd name="connsiteX5" fmla="*/ 97444 w 108419"/>
              <a:gd name="connsiteY5" fmla="*/ 36772 h 133316"/>
              <a:gd name="connsiteX6" fmla="*/ 99019 w 108419"/>
              <a:gd name="connsiteY6" fmla="*/ 112743 h 133316"/>
              <a:gd name="connsiteX7" fmla="*/ 69021 w 108419"/>
              <a:gd name="connsiteY7" fmla="*/ 123917 h 133316"/>
              <a:gd name="connsiteX8" fmla="*/ 69021 w 108419"/>
              <a:gd name="connsiteY8" fmla="*/ 103518 h 133316"/>
              <a:gd name="connsiteX9" fmla="*/ 29998 w 108419"/>
              <a:gd name="connsiteY9" fmla="*/ 103518 h 133316"/>
              <a:gd name="connsiteX10" fmla="*/ 29998 w 108419"/>
              <a:gd name="connsiteY10" fmla="*/ 122217 h 133316"/>
              <a:gd name="connsiteX11" fmla="*/ 0 w 108419"/>
              <a:gd name="connsiteY11" fmla="*/ 133316 h 133316"/>
              <a:gd name="connsiteX12" fmla="*/ 1575 w 108419"/>
              <a:gd name="connsiteY12" fmla="*/ 67570 h 133316"/>
              <a:gd name="connsiteX13" fmla="*/ 0 w 108419"/>
              <a:gd name="connsiteY13" fmla="*/ 0 h 133316"/>
              <a:gd name="connsiteX14" fmla="*/ 29998 w 108419"/>
              <a:gd name="connsiteY14" fmla="*/ 33123 h 133316"/>
              <a:gd name="connsiteX15" fmla="*/ 29998 w 108419"/>
              <a:gd name="connsiteY15" fmla="*/ 86119 h 133316"/>
              <a:gd name="connsiteX16" fmla="*/ 69021 w 108419"/>
              <a:gd name="connsiteY16" fmla="*/ 86119 h 133316"/>
              <a:gd name="connsiteX17" fmla="*/ 69021 w 108419"/>
              <a:gd name="connsiteY17" fmla="*/ 33123 h 133316"/>
              <a:gd name="connsiteX18" fmla="*/ 29998 w 108419"/>
              <a:gd name="connsiteY18" fmla="*/ 33123 h 133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08419" h="133316">
                <a:moveTo>
                  <a:pt x="0" y="0"/>
                </a:moveTo>
                <a:lnTo>
                  <a:pt x="27049" y="15724"/>
                </a:lnTo>
                <a:lnTo>
                  <a:pt x="69746" y="15724"/>
                </a:lnTo>
                <a:lnTo>
                  <a:pt x="84745" y="1574"/>
                </a:lnTo>
                <a:lnTo>
                  <a:pt x="108419" y="25973"/>
                </a:lnTo>
                <a:lnTo>
                  <a:pt x="97444" y="36772"/>
                </a:lnTo>
                <a:cubicBezTo>
                  <a:pt x="97444" y="71337"/>
                  <a:pt x="97969" y="96660"/>
                  <a:pt x="99019" y="112743"/>
                </a:cubicBezTo>
                <a:lnTo>
                  <a:pt x="69021" y="123917"/>
                </a:lnTo>
                <a:lnTo>
                  <a:pt x="69021" y="103518"/>
                </a:lnTo>
                <a:lnTo>
                  <a:pt x="29998" y="103518"/>
                </a:lnTo>
                <a:lnTo>
                  <a:pt x="29998" y="122217"/>
                </a:lnTo>
                <a:lnTo>
                  <a:pt x="0" y="133316"/>
                </a:lnTo>
                <a:cubicBezTo>
                  <a:pt x="1050" y="110251"/>
                  <a:pt x="1575" y="88336"/>
                  <a:pt x="1575" y="67570"/>
                </a:cubicBezTo>
                <a:cubicBezTo>
                  <a:pt x="1575" y="46805"/>
                  <a:pt x="1050" y="24281"/>
                  <a:pt x="0" y="0"/>
                </a:cubicBezTo>
                <a:close/>
                <a:moveTo>
                  <a:pt x="29998" y="33123"/>
                </a:moveTo>
                <a:lnTo>
                  <a:pt x="29998" y="86119"/>
                </a:lnTo>
                <a:lnTo>
                  <a:pt x="69021" y="86119"/>
                </a:lnTo>
                <a:lnTo>
                  <a:pt x="69021" y="33123"/>
                </a:lnTo>
                <a:lnTo>
                  <a:pt x="29998" y="33123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AB5CB7D0-B58F-0048-419E-93D3A30DA8BC}"/>
              </a:ext>
            </a:extLst>
          </p:cNvPr>
          <p:cNvSpPr txBox="1"/>
          <p:nvPr/>
        </p:nvSpPr>
        <p:spPr>
          <a:xfrm>
            <a:off x="2637624" y="4317199"/>
            <a:ext cx="10096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经济性</a:t>
            </a:r>
          </a:p>
        </p:txBody>
      </p:sp>
      <p:sp>
        <p:nvSpPr>
          <p:cNvPr id="86" name="任意多边形: 形状 85">
            <a:extLst>
              <a:ext uri="{FF2B5EF4-FFF2-40B4-BE49-F238E27FC236}">
                <a16:creationId xmlns:a16="http://schemas.microsoft.com/office/drawing/2014/main" id="{8BBFD34D-42F1-1A30-618B-D47BD9157FFF}"/>
              </a:ext>
            </a:extLst>
          </p:cNvPr>
          <p:cNvSpPr/>
          <p:nvPr/>
        </p:nvSpPr>
        <p:spPr>
          <a:xfrm>
            <a:off x="3045695" y="5198820"/>
            <a:ext cx="260584" cy="356903"/>
          </a:xfrm>
          <a:custGeom>
            <a:avLst/>
            <a:gdLst>
              <a:gd name="connsiteX0" fmla="*/ 233711 w 260584"/>
              <a:gd name="connsiteY0" fmla="*/ 0 h 356903"/>
              <a:gd name="connsiteX1" fmla="*/ 260584 w 260584"/>
              <a:gd name="connsiteY1" fmla="*/ 27848 h 356903"/>
              <a:gd name="connsiteX2" fmla="*/ 248035 w 260584"/>
              <a:gd name="connsiteY2" fmla="*/ 38647 h 356903"/>
              <a:gd name="connsiteX3" fmla="*/ 248035 w 260584"/>
              <a:gd name="connsiteY3" fmla="*/ 314380 h 356903"/>
              <a:gd name="connsiteX4" fmla="*/ 241735 w 260584"/>
              <a:gd name="connsiteY4" fmla="*/ 339029 h 356903"/>
              <a:gd name="connsiteX5" fmla="*/ 214312 w 260584"/>
              <a:gd name="connsiteY5" fmla="*/ 356903 h 356903"/>
              <a:gd name="connsiteX6" fmla="*/ 155316 w 260584"/>
              <a:gd name="connsiteY6" fmla="*/ 324855 h 356903"/>
              <a:gd name="connsiteX7" fmla="*/ 155316 w 260584"/>
              <a:gd name="connsiteY7" fmla="*/ 308081 h 356903"/>
              <a:gd name="connsiteX8" fmla="*/ 213262 w 260584"/>
              <a:gd name="connsiteY8" fmla="*/ 314056 h 356903"/>
              <a:gd name="connsiteX9" fmla="*/ 218062 w 260584"/>
              <a:gd name="connsiteY9" fmla="*/ 305031 h 356903"/>
              <a:gd name="connsiteX10" fmla="*/ 218062 w 260584"/>
              <a:gd name="connsiteY10" fmla="*/ 150515 h 356903"/>
              <a:gd name="connsiteX11" fmla="*/ 125592 w 260584"/>
              <a:gd name="connsiteY11" fmla="*/ 150515 h 356903"/>
              <a:gd name="connsiteX12" fmla="*/ 86445 w 260584"/>
              <a:gd name="connsiteY12" fmla="*/ 155215 h 356903"/>
              <a:gd name="connsiteX13" fmla="*/ 77070 w 260584"/>
              <a:gd name="connsiteY13" fmla="*/ 143312 h 356903"/>
              <a:gd name="connsiteX14" fmla="*/ 77070 w 260584"/>
              <a:gd name="connsiteY14" fmla="*/ 162115 h 356903"/>
              <a:gd name="connsiteX15" fmla="*/ 6975 w 260584"/>
              <a:gd name="connsiteY15" fmla="*/ 356903 h 356903"/>
              <a:gd name="connsiteX16" fmla="*/ 0 w 260584"/>
              <a:gd name="connsiteY16" fmla="*/ 347853 h 356903"/>
              <a:gd name="connsiteX17" fmla="*/ 36485 w 260584"/>
              <a:gd name="connsiteY17" fmla="*/ 275161 h 356903"/>
              <a:gd name="connsiteX18" fmla="*/ 42110 w 260584"/>
              <a:gd name="connsiteY18" fmla="*/ 237684 h 356903"/>
              <a:gd name="connsiteX19" fmla="*/ 42111 w 260584"/>
              <a:gd name="connsiteY19" fmla="*/ 237682 h 356903"/>
              <a:gd name="connsiteX20" fmla="*/ 42111 w 260584"/>
              <a:gd name="connsiteY20" fmla="*/ 237682 h 356903"/>
              <a:gd name="connsiteX21" fmla="*/ 44122 w 260584"/>
              <a:gd name="connsiteY21" fmla="*/ 235011 h 356903"/>
              <a:gd name="connsiteX22" fmla="*/ 44122 w 260584"/>
              <a:gd name="connsiteY22" fmla="*/ 235011 h 356903"/>
              <a:gd name="connsiteX23" fmla="*/ 44122 w 260584"/>
              <a:gd name="connsiteY23" fmla="*/ 235010 h 356903"/>
              <a:gd name="connsiteX24" fmla="*/ 42731 w 260584"/>
              <a:gd name="connsiteY24" fmla="*/ 233552 h 356903"/>
              <a:gd name="connsiteX25" fmla="*/ 42731 w 260584"/>
              <a:gd name="connsiteY25" fmla="*/ 233551 h 356903"/>
              <a:gd name="connsiteX26" fmla="*/ 42730 w 260584"/>
              <a:gd name="connsiteY26" fmla="*/ 233550 h 356903"/>
              <a:gd name="connsiteX27" fmla="*/ 48647 w 260584"/>
              <a:gd name="connsiteY27" fmla="*/ 194125 h 356903"/>
              <a:gd name="connsiteX28" fmla="*/ 48647 w 260584"/>
              <a:gd name="connsiteY28" fmla="*/ 80795 h 356903"/>
              <a:gd name="connsiteX29" fmla="*/ 47072 w 260584"/>
              <a:gd name="connsiteY29" fmla="*/ 2150 h 356903"/>
              <a:gd name="connsiteX30" fmla="*/ 76895 w 260584"/>
              <a:gd name="connsiteY30" fmla="*/ 16299 h 356903"/>
              <a:gd name="connsiteX31" fmla="*/ 217137 w 260584"/>
              <a:gd name="connsiteY31" fmla="*/ 16299 h 356903"/>
              <a:gd name="connsiteX32" fmla="*/ 233711 w 260584"/>
              <a:gd name="connsiteY32" fmla="*/ 0 h 356903"/>
              <a:gd name="connsiteX33" fmla="*/ 77070 w 260584"/>
              <a:gd name="connsiteY33" fmla="*/ 33723 h 356903"/>
              <a:gd name="connsiteX34" fmla="*/ 77070 w 260584"/>
              <a:gd name="connsiteY34" fmla="*/ 133092 h 356903"/>
              <a:gd name="connsiteX35" fmla="*/ 131767 w 260584"/>
              <a:gd name="connsiteY35" fmla="*/ 133092 h 356903"/>
              <a:gd name="connsiteX36" fmla="*/ 131767 w 260584"/>
              <a:gd name="connsiteY36" fmla="*/ 97914 h 356903"/>
              <a:gd name="connsiteX37" fmla="*/ 115356 w 260584"/>
              <a:gd name="connsiteY37" fmla="*/ 98900 h 356903"/>
              <a:gd name="connsiteX38" fmla="*/ 95869 w 260584"/>
              <a:gd name="connsiteY38" fmla="*/ 102443 h 356903"/>
              <a:gd name="connsiteX39" fmla="*/ 78445 w 260584"/>
              <a:gd name="connsiteY39" fmla="*/ 80320 h 356903"/>
              <a:gd name="connsiteX40" fmla="*/ 131767 w 260584"/>
              <a:gd name="connsiteY40" fmla="*/ 80320 h 356903"/>
              <a:gd name="connsiteX41" fmla="*/ 130517 w 260584"/>
              <a:gd name="connsiteY41" fmla="*/ 33723 h 356903"/>
              <a:gd name="connsiteX42" fmla="*/ 77070 w 260584"/>
              <a:gd name="connsiteY42" fmla="*/ 33723 h 356903"/>
              <a:gd name="connsiteX43" fmla="*/ 144516 w 260584"/>
              <a:gd name="connsiteY43" fmla="*/ 33723 h 356903"/>
              <a:gd name="connsiteX44" fmla="*/ 171190 w 260584"/>
              <a:gd name="connsiteY44" fmla="*/ 41172 h 356903"/>
              <a:gd name="connsiteX45" fmla="*/ 160190 w 260584"/>
              <a:gd name="connsiteY45" fmla="*/ 52971 h 356903"/>
              <a:gd name="connsiteX46" fmla="*/ 160190 w 260584"/>
              <a:gd name="connsiteY46" fmla="*/ 80320 h 356903"/>
              <a:gd name="connsiteX47" fmla="*/ 170165 w 260584"/>
              <a:gd name="connsiteY47" fmla="*/ 80320 h 356903"/>
              <a:gd name="connsiteX48" fmla="*/ 188389 w 260584"/>
              <a:gd name="connsiteY48" fmla="*/ 63021 h 356903"/>
              <a:gd name="connsiteX49" fmla="*/ 216662 w 260584"/>
              <a:gd name="connsiteY49" fmla="*/ 97719 h 356903"/>
              <a:gd name="connsiteX50" fmla="*/ 160190 w 260584"/>
              <a:gd name="connsiteY50" fmla="*/ 97719 h 356903"/>
              <a:gd name="connsiteX51" fmla="*/ 160190 w 260584"/>
              <a:gd name="connsiteY51" fmla="*/ 133092 h 356903"/>
              <a:gd name="connsiteX52" fmla="*/ 176439 w 260584"/>
              <a:gd name="connsiteY52" fmla="*/ 133092 h 356903"/>
              <a:gd name="connsiteX53" fmla="*/ 196238 w 260584"/>
              <a:gd name="connsiteY53" fmla="*/ 114243 h 356903"/>
              <a:gd name="connsiteX54" fmla="*/ 218062 w 260584"/>
              <a:gd name="connsiteY54" fmla="*/ 140764 h 356903"/>
              <a:gd name="connsiteX55" fmla="*/ 218062 w 260584"/>
              <a:gd name="connsiteY55" fmla="*/ 33723 h 356903"/>
              <a:gd name="connsiteX56" fmla="*/ 144516 w 260584"/>
              <a:gd name="connsiteY56" fmla="*/ 33723 h 356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260584" h="356903">
                <a:moveTo>
                  <a:pt x="233711" y="0"/>
                </a:moveTo>
                <a:lnTo>
                  <a:pt x="260584" y="27848"/>
                </a:lnTo>
                <a:lnTo>
                  <a:pt x="248035" y="38647"/>
                </a:lnTo>
                <a:lnTo>
                  <a:pt x="248035" y="314380"/>
                </a:lnTo>
                <a:cubicBezTo>
                  <a:pt x="248035" y="324797"/>
                  <a:pt x="245935" y="333013"/>
                  <a:pt x="241735" y="339029"/>
                </a:cubicBezTo>
                <a:cubicBezTo>
                  <a:pt x="237536" y="345045"/>
                  <a:pt x="228394" y="351003"/>
                  <a:pt x="214312" y="356903"/>
                </a:cubicBezTo>
                <a:cubicBezTo>
                  <a:pt x="206296" y="340937"/>
                  <a:pt x="186630" y="330255"/>
                  <a:pt x="155316" y="324855"/>
                </a:cubicBezTo>
                <a:lnTo>
                  <a:pt x="155316" y="308081"/>
                </a:lnTo>
                <a:cubicBezTo>
                  <a:pt x="190747" y="312264"/>
                  <a:pt x="210062" y="314255"/>
                  <a:pt x="213262" y="314056"/>
                </a:cubicBezTo>
                <a:cubicBezTo>
                  <a:pt x="216462" y="313856"/>
                  <a:pt x="218062" y="310847"/>
                  <a:pt x="218062" y="305031"/>
                </a:cubicBezTo>
                <a:lnTo>
                  <a:pt x="218062" y="150515"/>
                </a:lnTo>
                <a:lnTo>
                  <a:pt x="125592" y="150515"/>
                </a:lnTo>
                <a:cubicBezTo>
                  <a:pt x="112427" y="150515"/>
                  <a:pt x="99377" y="152082"/>
                  <a:pt x="86445" y="155215"/>
                </a:cubicBezTo>
                <a:lnTo>
                  <a:pt x="77070" y="143312"/>
                </a:lnTo>
                <a:lnTo>
                  <a:pt x="77070" y="162115"/>
                </a:lnTo>
                <a:cubicBezTo>
                  <a:pt x="81253" y="248343"/>
                  <a:pt x="57888" y="313272"/>
                  <a:pt x="6975" y="356903"/>
                </a:cubicBezTo>
                <a:lnTo>
                  <a:pt x="0" y="347853"/>
                </a:lnTo>
                <a:cubicBezTo>
                  <a:pt x="16216" y="325013"/>
                  <a:pt x="28377" y="300782"/>
                  <a:pt x="36485" y="275161"/>
                </a:cubicBezTo>
                <a:lnTo>
                  <a:pt x="42110" y="237684"/>
                </a:lnTo>
                <a:lnTo>
                  <a:pt x="42111" y="237682"/>
                </a:lnTo>
                <a:lnTo>
                  <a:pt x="42111" y="237682"/>
                </a:lnTo>
                <a:lnTo>
                  <a:pt x="44122" y="235011"/>
                </a:lnTo>
                <a:lnTo>
                  <a:pt x="44122" y="235011"/>
                </a:lnTo>
                <a:lnTo>
                  <a:pt x="44122" y="235010"/>
                </a:lnTo>
                <a:lnTo>
                  <a:pt x="42731" y="233552"/>
                </a:lnTo>
                <a:lnTo>
                  <a:pt x="42731" y="233551"/>
                </a:lnTo>
                <a:lnTo>
                  <a:pt x="42730" y="233550"/>
                </a:lnTo>
                <a:lnTo>
                  <a:pt x="48647" y="194125"/>
                </a:lnTo>
                <a:cubicBezTo>
                  <a:pt x="48647" y="137320"/>
                  <a:pt x="48647" y="99544"/>
                  <a:pt x="48647" y="80795"/>
                </a:cubicBezTo>
                <a:cubicBezTo>
                  <a:pt x="48647" y="62046"/>
                  <a:pt x="48122" y="35831"/>
                  <a:pt x="47072" y="2150"/>
                </a:cubicBezTo>
                <a:lnTo>
                  <a:pt x="76895" y="16299"/>
                </a:lnTo>
                <a:lnTo>
                  <a:pt x="217137" y="16299"/>
                </a:lnTo>
                <a:lnTo>
                  <a:pt x="233711" y="0"/>
                </a:lnTo>
                <a:close/>
                <a:moveTo>
                  <a:pt x="77070" y="33723"/>
                </a:moveTo>
                <a:lnTo>
                  <a:pt x="77070" y="133092"/>
                </a:lnTo>
                <a:lnTo>
                  <a:pt x="131767" y="133092"/>
                </a:lnTo>
                <a:lnTo>
                  <a:pt x="131767" y="97914"/>
                </a:lnTo>
                <a:lnTo>
                  <a:pt x="115356" y="98900"/>
                </a:lnTo>
                <a:cubicBezTo>
                  <a:pt x="108831" y="99687"/>
                  <a:pt x="102335" y="100869"/>
                  <a:pt x="95869" y="102443"/>
                </a:cubicBezTo>
                <a:lnTo>
                  <a:pt x="78445" y="80320"/>
                </a:lnTo>
                <a:lnTo>
                  <a:pt x="131767" y="80320"/>
                </a:lnTo>
                <a:cubicBezTo>
                  <a:pt x="131767" y="61904"/>
                  <a:pt x="131350" y="46372"/>
                  <a:pt x="130517" y="33723"/>
                </a:cubicBezTo>
                <a:lnTo>
                  <a:pt x="77070" y="33723"/>
                </a:lnTo>
                <a:close/>
                <a:moveTo>
                  <a:pt x="144516" y="33723"/>
                </a:moveTo>
                <a:lnTo>
                  <a:pt x="171190" y="41172"/>
                </a:lnTo>
                <a:lnTo>
                  <a:pt x="160190" y="52971"/>
                </a:lnTo>
                <a:lnTo>
                  <a:pt x="160190" y="80320"/>
                </a:lnTo>
                <a:lnTo>
                  <a:pt x="170165" y="80320"/>
                </a:lnTo>
                <a:lnTo>
                  <a:pt x="188389" y="63021"/>
                </a:lnTo>
                <a:lnTo>
                  <a:pt x="216662" y="97719"/>
                </a:lnTo>
                <a:lnTo>
                  <a:pt x="160190" y="97719"/>
                </a:lnTo>
                <a:lnTo>
                  <a:pt x="160190" y="133092"/>
                </a:lnTo>
                <a:lnTo>
                  <a:pt x="176439" y="133092"/>
                </a:lnTo>
                <a:lnTo>
                  <a:pt x="196238" y="114243"/>
                </a:lnTo>
                <a:lnTo>
                  <a:pt x="218062" y="140764"/>
                </a:lnTo>
                <a:lnTo>
                  <a:pt x="218062" y="33723"/>
                </a:lnTo>
                <a:lnTo>
                  <a:pt x="144516" y="33723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7" name="任意多边形: 形状 86">
            <a:extLst>
              <a:ext uri="{FF2B5EF4-FFF2-40B4-BE49-F238E27FC236}">
                <a16:creationId xmlns:a16="http://schemas.microsoft.com/office/drawing/2014/main" id="{A6363FD9-3F11-1674-9F75-4E14ED692BA7}"/>
              </a:ext>
            </a:extLst>
          </p:cNvPr>
          <p:cNvSpPr/>
          <p:nvPr/>
        </p:nvSpPr>
        <p:spPr>
          <a:xfrm>
            <a:off x="2885799" y="5251330"/>
            <a:ext cx="141549" cy="226086"/>
          </a:xfrm>
          <a:custGeom>
            <a:avLst/>
            <a:gdLst>
              <a:gd name="connsiteX0" fmla="*/ 78470 w 141549"/>
              <a:gd name="connsiteY0" fmla="*/ 0 h 226086"/>
              <a:gd name="connsiteX1" fmla="*/ 105294 w 141549"/>
              <a:gd name="connsiteY1" fmla="*/ 27898 h 226086"/>
              <a:gd name="connsiteX2" fmla="*/ 89595 w 141549"/>
              <a:gd name="connsiteY2" fmla="*/ 40247 h 226086"/>
              <a:gd name="connsiteX3" fmla="*/ 89595 w 141549"/>
              <a:gd name="connsiteY3" fmla="*/ 172564 h 226086"/>
              <a:gd name="connsiteX4" fmla="*/ 133642 w 141549"/>
              <a:gd name="connsiteY4" fmla="*/ 128642 h 226086"/>
              <a:gd name="connsiteX5" fmla="*/ 141548 w 141549"/>
              <a:gd name="connsiteY5" fmla="*/ 136931 h 226086"/>
              <a:gd name="connsiteX6" fmla="*/ 141548 w 141549"/>
              <a:gd name="connsiteY6" fmla="*/ 136932 h 226086"/>
              <a:gd name="connsiteX7" fmla="*/ 141549 w 141549"/>
              <a:gd name="connsiteY7" fmla="*/ 136933 h 226086"/>
              <a:gd name="connsiteX8" fmla="*/ 141549 w 141549"/>
              <a:gd name="connsiteY8" fmla="*/ 136934 h 226086"/>
              <a:gd name="connsiteX9" fmla="*/ 141548 w 141549"/>
              <a:gd name="connsiteY9" fmla="*/ 136933 h 226086"/>
              <a:gd name="connsiteX10" fmla="*/ 140928 w 141549"/>
              <a:gd name="connsiteY10" fmla="*/ 141063 h 226086"/>
              <a:gd name="connsiteX11" fmla="*/ 140928 w 141549"/>
              <a:gd name="connsiteY11" fmla="*/ 141063 h 226086"/>
              <a:gd name="connsiteX12" fmla="*/ 140928 w 141549"/>
              <a:gd name="connsiteY12" fmla="*/ 141065 h 226086"/>
              <a:gd name="connsiteX13" fmla="*/ 101812 w 141549"/>
              <a:gd name="connsiteY13" fmla="*/ 193001 h 226086"/>
              <a:gd name="connsiteX14" fmla="*/ 77570 w 141549"/>
              <a:gd name="connsiteY14" fmla="*/ 226086 h 226086"/>
              <a:gd name="connsiteX15" fmla="*/ 53347 w 141549"/>
              <a:gd name="connsiteY15" fmla="*/ 200063 h 226086"/>
              <a:gd name="connsiteX16" fmla="*/ 59621 w 141549"/>
              <a:gd name="connsiteY16" fmla="*/ 177364 h 226086"/>
              <a:gd name="connsiteX17" fmla="*/ 59621 w 141549"/>
              <a:gd name="connsiteY17" fmla="*/ 34698 h 226086"/>
              <a:gd name="connsiteX18" fmla="*/ 56572 w 141549"/>
              <a:gd name="connsiteY18" fmla="*/ 34698 h 226086"/>
              <a:gd name="connsiteX19" fmla="*/ 17424 w 141549"/>
              <a:gd name="connsiteY19" fmla="*/ 39397 h 226086"/>
              <a:gd name="connsiteX20" fmla="*/ 0 w 141549"/>
              <a:gd name="connsiteY20" fmla="*/ 17299 h 226086"/>
              <a:gd name="connsiteX21" fmla="*/ 60346 w 141549"/>
              <a:gd name="connsiteY21" fmla="*/ 17299 h 226086"/>
              <a:gd name="connsiteX22" fmla="*/ 78470 w 141549"/>
              <a:gd name="connsiteY22" fmla="*/ 0 h 226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41549" h="226086">
                <a:moveTo>
                  <a:pt x="78470" y="0"/>
                </a:moveTo>
                <a:lnTo>
                  <a:pt x="105294" y="27898"/>
                </a:lnTo>
                <a:lnTo>
                  <a:pt x="89595" y="40247"/>
                </a:lnTo>
                <a:lnTo>
                  <a:pt x="89595" y="172564"/>
                </a:lnTo>
                <a:lnTo>
                  <a:pt x="133642" y="128642"/>
                </a:lnTo>
                <a:lnTo>
                  <a:pt x="141548" y="136931"/>
                </a:lnTo>
                <a:lnTo>
                  <a:pt x="141548" y="136932"/>
                </a:lnTo>
                <a:lnTo>
                  <a:pt x="141549" y="136933"/>
                </a:lnTo>
                <a:lnTo>
                  <a:pt x="141549" y="136934"/>
                </a:lnTo>
                <a:lnTo>
                  <a:pt x="141548" y="136933"/>
                </a:lnTo>
                <a:lnTo>
                  <a:pt x="140928" y="141063"/>
                </a:lnTo>
                <a:lnTo>
                  <a:pt x="140928" y="141063"/>
                </a:lnTo>
                <a:lnTo>
                  <a:pt x="140928" y="141065"/>
                </a:lnTo>
                <a:lnTo>
                  <a:pt x="101812" y="193001"/>
                </a:lnTo>
                <a:cubicBezTo>
                  <a:pt x="90917" y="207617"/>
                  <a:pt x="82837" y="218645"/>
                  <a:pt x="77570" y="226086"/>
                </a:cubicBezTo>
                <a:lnTo>
                  <a:pt x="53347" y="200063"/>
                </a:lnTo>
                <a:cubicBezTo>
                  <a:pt x="57530" y="192880"/>
                  <a:pt x="59621" y="185313"/>
                  <a:pt x="59621" y="177364"/>
                </a:cubicBezTo>
                <a:lnTo>
                  <a:pt x="59621" y="34698"/>
                </a:lnTo>
                <a:lnTo>
                  <a:pt x="56572" y="34698"/>
                </a:lnTo>
                <a:cubicBezTo>
                  <a:pt x="43406" y="34698"/>
                  <a:pt x="30357" y="36264"/>
                  <a:pt x="17424" y="39397"/>
                </a:cubicBezTo>
                <a:lnTo>
                  <a:pt x="0" y="17299"/>
                </a:lnTo>
                <a:lnTo>
                  <a:pt x="60346" y="17299"/>
                </a:lnTo>
                <a:lnTo>
                  <a:pt x="78470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BDC8DFEF-F02C-DB05-9544-8E53F46865F3}"/>
              </a:ext>
            </a:extLst>
          </p:cNvPr>
          <p:cNvSpPr txBox="1"/>
          <p:nvPr/>
        </p:nvSpPr>
        <p:spPr>
          <a:xfrm>
            <a:off x="2637624" y="5287728"/>
            <a:ext cx="10096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环保性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7C33801-03AB-0474-6253-85703A4F11A2}"/>
              </a:ext>
            </a:extLst>
          </p:cNvPr>
          <p:cNvSpPr txBox="1"/>
          <p:nvPr/>
        </p:nvSpPr>
        <p:spPr>
          <a:xfrm>
            <a:off x="3801026" y="1755318"/>
            <a:ext cx="45899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爬坡率、功率步长、可调范围、响应及时率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54BA367-132D-8169-FB84-08D64927445D}"/>
              </a:ext>
            </a:extLst>
          </p:cNvPr>
          <p:cNvSpPr txBox="1"/>
          <p:nvPr/>
        </p:nvSpPr>
        <p:spPr>
          <a:xfrm>
            <a:off x="3801026" y="2675884"/>
            <a:ext cx="45899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电压合格率、有功曲线合格率、计划完成率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13371BF-39A3-847D-11E5-B3D8D408758E}"/>
              </a:ext>
            </a:extLst>
          </p:cNvPr>
          <p:cNvSpPr txBox="1"/>
          <p:nvPr/>
        </p:nvSpPr>
        <p:spPr>
          <a:xfrm>
            <a:off x="3801026" y="3564675"/>
            <a:ext cx="45899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工作稳定率、工作持久率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8F89DB1-F19E-AB10-F7BE-11464CE300BA}"/>
              </a:ext>
            </a:extLst>
          </p:cNvPr>
          <p:cNvSpPr txBox="1"/>
          <p:nvPr/>
        </p:nvSpPr>
        <p:spPr>
          <a:xfrm>
            <a:off x="3801026" y="4386368"/>
            <a:ext cx="45899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度电成本、边际收益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0B40F29-0B6D-8E70-7E6D-43238BB4AC24}"/>
              </a:ext>
            </a:extLst>
          </p:cNvPr>
          <p:cNvSpPr txBox="1"/>
          <p:nvPr/>
        </p:nvSpPr>
        <p:spPr>
          <a:xfrm>
            <a:off x="3801026" y="5349284"/>
            <a:ext cx="45899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度电碳排、清洁能源利用率</a:t>
            </a:r>
          </a:p>
        </p:txBody>
      </p:sp>
    </p:spTree>
    <p:extLst>
      <p:ext uri="{BB962C8B-B14F-4D97-AF65-F5344CB8AC3E}">
        <p14:creationId xmlns:p14="http://schemas.microsoft.com/office/powerpoint/2010/main" val="363345602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9" grpId="0"/>
      <p:bldP spid="13" grpId="0"/>
      <p:bldP spid="14" grpId="0"/>
      <p:bldP spid="15" grpId="0"/>
      <p:bldP spid="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>
            <a:extLst>
              <a:ext uri="{FF2B5EF4-FFF2-40B4-BE49-F238E27FC236}">
                <a16:creationId xmlns:a16="http://schemas.microsoft.com/office/drawing/2014/main" id="{1D3C0C96-BA45-B69C-0575-7059C521B768}"/>
              </a:ext>
            </a:extLst>
          </p:cNvPr>
          <p:cNvGrpSpPr/>
          <p:nvPr/>
        </p:nvGrpSpPr>
        <p:grpSpPr>
          <a:xfrm>
            <a:off x="460323" y="929183"/>
            <a:ext cx="11309346" cy="4672539"/>
            <a:chOff x="414749" y="2467146"/>
            <a:chExt cx="11309346" cy="4672539"/>
          </a:xfrm>
        </p:grpSpPr>
        <p:pic>
          <p:nvPicPr>
            <p:cNvPr id="25" name="图片 24" descr="图示&#10;&#10;描述已自动生成">
              <a:extLst>
                <a:ext uri="{FF2B5EF4-FFF2-40B4-BE49-F238E27FC236}">
                  <a16:creationId xmlns:a16="http://schemas.microsoft.com/office/drawing/2014/main" id="{3B941E91-AEDA-6464-25D7-8037BF29743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419"/>
            <a:stretch/>
          </p:blipFill>
          <p:spPr bwMode="auto">
            <a:xfrm>
              <a:off x="414749" y="2467146"/>
              <a:ext cx="11309346" cy="4672539"/>
            </a:xfrm>
            <a:prstGeom prst="rect">
              <a:avLst/>
            </a:prstGeom>
            <a:noFill/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B1350694-9105-509B-47D2-3A1DEE1D9A2C}"/>
                </a:ext>
              </a:extLst>
            </p:cNvPr>
            <p:cNvSpPr/>
            <p:nvPr/>
          </p:nvSpPr>
          <p:spPr>
            <a:xfrm>
              <a:off x="4896466" y="4543621"/>
              <a:ext cx="2355464" cy="98519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0" name="矩形 29">
            <a:extLst>
              <a:ext uri="{FF2B5EF4-FFF2-40B4-BE49-F238E27FC236}">
                <a16:creationId xmlns:a16="http://schemas.microsoft.com/office/drawing/2014/main" id="{BD10BE5E-8EEE-E471-AF8E-131D539D7CB3}"/>
              </a:ext>
            </a:extLst>
          </p:cNvPr>
          <p:cNvSpPr/>
          <p:nvPr/>
        </p:nvSpPr>
        <p:spPr>
          <a:xfrm>
            <a:off x="6096000" y="1325138"/>
            <a:ext cx="5122606" cy="43462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9C7A33C-790A-23F7-297D-E75E82DA97F8}"/>
              </a:ext>
            </a:extLst>
          </p:cNvPr>
          <p:cNvSpPr/>
          <p:nvPr/>
        </p:nvSpPr>
        <p:spPr>
          <a:xfrm>
            <a:off x="973394" y="1297858"/>
            <a:ext cx="5122606" cy="43462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BBB5AD6-4B1F-6CE4-CED9-0CABFD42697E}"/>
              </a:ext>
            </a:extLst>
          </p:cNvPr>
          <p:cNvSpPr txBox="1"/>
          <p:nvPr/>
        </p:nvSpPr>
        <p:spPr>
          <a:xfrm>
            <a:off x="95250" y="362899"/>
            <a:ext cx="6997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虚拟电厂与传统电厂的调节质量评价体系</a:t>
            </a:r>
            <a:endParaRPr lang="zh-CN" altLang="en-US" sz="28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1D0C114-722D-725D-9953-FD7AA326D3D3}"/>
              </a:ext>
            </a:extLst>
          </p:cNvPr>
          <p:cNvSpPr txBox="1"/>
          <p:nvPr/>
        </p:nvSpPr>
        <p:spPr>
          <a:xfrm>
            <a:off x="7729443" y="507556"/>
            <a:ext cx="5261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bg1">
                    <a:lumMod val="75000"/>
                  </a:schemeClr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lang="zh-CN" altLang="en-US" sz="1600" dirty="0">
                <a:solidFill>
                  <a:schemeClr val="bg1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计及市场主体调节质量的调峰出清机制</a:t>
            </a:r>
            <a:endParaRPr lang="zh-CN" altLang="en-US" sz="1600" dirty="0">
              <a:solidFill>
                <a:schemeClr val="bg1">
                  <a:lumMod val="7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363EBEF-4C60-70C8-3A1D-213A10AEA77A}"/>
              </a:ext>
            </a:extLst>
          </p:cNvPr>
          <p:cNvSpPr txBox="1"/>
          <p:nvPr/>
        </p:nvSpPr>
        <p:spPr>
          <a:xfrm>
            <a:off x="11896662" y="507556"/>
            <a:ext cx="5261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bg1">
                    <a:lumMod val="75000"/>
                  </a:schemeClr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lang="zh-CN" altLang="en-US" sz="1600" dirty="0">
                <a:solidFill>
                  <a:schemeClr val="bg1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面向虚拟电厂集群的电网调度框架</a:t>
            </a:r>
            <a:endParaRPr lang="zh-CN" altLang="en-US" sz="1600" dirty="0">
              <a:solidFill>
                <a:schemeClr val="bg1">
                  <a:lumMod val="7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AFF5040-EC1D-4A63-4137-B28DC686C01F}"/>
              </a:ext>
            </a:extLst>
          </p:cNvPr>
          <p:cNvSpPr/>
          <p:nvPr/>
        </p:nvSpPr>
        <p:spPr>
          <a:xfrm>
            <a:off x="577850" y="971550"/>
            <a:ext cx="6311900" cy="50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1A0AF6BE-A3D5-09B8-F58B-D05E83EC4331}"/>
              </a:ext>
            </a:extLst>
          </p:cNvPr>
          <p:cNvSpPr/>
          <p:nvPr/>
        </p:nvSpPr>
        <p:spPr>
          <a:xfrm>
            <a:off x="5419921" y="3514880"/>
            <a:ext cx="1391" cy="1459"/>
          </a:xfrm>
          <a:custGeom>
            <a:avLst/>
            <a:gdLst>
              <a:gd name="connsiteX0" fmla="*/ 0 w 1391"/>
              <a:gd name="connsiteY0" fmla="*/ 0 h 1459"/>
              <a:gd name="connsiteX1" fmla="*/ 1391 w 1391"/>
              <a:gd name="connsiteY1" fmla="*/ 1458 h 1459"/>
              <a:gd name="connsiteX2" fmla="*/ 1391 w 1391"/>
              <a:gd name="connsiteY2" fmla="*/ 1459 h 1459"/>
              <a:gd name="connsiteX3" fmla="*/ 0 w 1391"/>
              <a:gd name="connsiteY3" fmla="*/ 1 h 1459"/>
              <a:gd name="connsiteX4" fmla="*/ 0 w 1391"/>
              <a:gd name="connsiteY4" fmla="*/ 0 h 14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91" h="1459">
                <a:moveTo>
                  <a:pt x="0" y="0"/>
                </a:moveTo>
                <a:lnTo>
                  <a:pt x="1391" y="1458"/>
                </a:lnTo>
                <a:lnTo>
                  <a:pt x="1391" y="1459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E781ABD2-13B5-5AF3-99C6-287A69EA46E1}"/>
              </a:ext>
            </a:extLst>
          </p:cNvPr>
          <p:cNvSpPr/>
          <p:nvPr/>
        </p:nvSpPr>
        <p:spPr>
          <a:xfrm>
            <a:off x="5419300" y="3514879"/>
            <a:ext cx="621" cy="4130"/>
          </a:xfrm>
          <a:custGeom>
            <a:avLst/>
            <a:gdLst>
              <a:gd name="connsiteX0" fmla="*/ 620 w 621"/>
              <a:gd name="connsiteY0" fmla="*/ 0 h 4130"/>
              <a:gd name="connsiteX1" fmla="*/ 621 w 621"/>
              <a:gd name="connsiteY1" fmla="*/ 1 h 4130"/>
              <a:gd name="connsiteX2" fmla="*/ 1 w 621"/>
              <a:gd name="connsiteY2" fmla="*/ 4128 h 4130"/>
              <a:gd name="connsiteX3" fmla="*/ 0 w 621"/>
              <a:gd name="connsiteY3" fmla="*/ 4130 h 4130"/>
              <a:gd name="connsiteX4" fmla="*/ 620 w 621"/>
              <a:gd name="connsiteY4" fmla="*/ 0 h 4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1" h="4130">
                <a:moveTo>
                  <a:pt x="620" y="0"/>
                </a:moveTo>
                <a:lnTo>
                  <a:pt x="621" y="1"/>
                </a:lnTo>
                <a:lnTo>
                  <a:pt x="1" y="4128"/>
                </a:lnTo>
                <a:lnTo>
                  <a:pt x="0" y="4130"/>
                </a:lnTo>
                <a:lnTo>
                  <a:pt x="62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D4C918DE-93C5-BA07-4BD6-0166D78110BC}"/>
              </a:ext>
            </a:extLst>
          </p:cNvPr>
          <p:cNvSpPr/>
          <p:nvPr/>
        </p:nvSpPr>
        <p:spPr>
          <a:xfrm>
            <a:off x="5419301" y="3516339"/>
            <a:ext cx="2011" cy="2671"/>
          </a:xfrm>
          <a:custGeom>
            <a:avLst/>
            <a:gdLst>
              <a:gd name="connsiteX0" fmla="*/ 2011 w 2011"/>
              <a:gd name="connsiteY0" fmla="*/ 0 h 2671"/>
              <a:gd name="connsiteX1" fmla="*/ 2011 w 2011"/>
              <a:gd name="connsiteY1" fmla="*/ 0 h 2671"/>
              <a:gd name="connsiteX2" fmla="*/ 0 w 2011"/>
              <a:gd name="connsiteY2" fmla="*/ 2671 h 2671"/>
              <a:gd name="connsiteX3" fmla="*/ 0 w 2011"/>
              <a:gd name="connsiteY3" fmla="*/ 2669 h 2671"/>
              <a:gd name="connsiteX4" fmla="*/ 2011 w 2011"/>
              <a:gd name="connsiteY4" fmla="*/ 0 h 2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" h="2671">
                <a:moveTo>
                  <a:pt x="2011" y="0"/>
                </a:moveTo>
                <a:lnTo>
                  <a:pt x="2011" y="0"/>
                </a:lnTo>
                <a:lnTo>
                  <a:pt x="0" y="2671"/>
                </a:lnTo>
                <a:lnTo>
                  <a:pt x="0" y="2669"/>
                </a:lnTo>
                <a:lnTo>
                  <a:pt x="2011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27613ED8-716F-4E91-5D0A-FCCBA910E687}"/>
              </a:ext>
            </a:extLst>
          </p:cNvPr>
          <p:cNvSpPr/>
          <p:nvPr/>
        </p:nvSpPr>
        <p:spPr>
          <a:xfrm>
            <a:off x="6114996" y="3265453"/>
            <a:ext cx="348429" cy="365677"/>
          </a:xfrm>
          <a:custGeom>
            <a:avLst/>
            <a:gdLst>
              <a:gd name="connsiteX0" fmla="*/ 300507 w 348429"/>
              <a:gd name="connsiteY0" fmla="*/ 0 h 365677"/>
              <a:gd name="connsiteX1" fmla="*/ 331180 w 348429"/>
              <a:gd name="connsiteY1" fmla="*/ 35422 h 365677"/>
              <a:gd name="connsiteX2" fmla="*/ 223386 w 348429"/>
              <a:gd name="connsiteY2" fmla="*/ 47247 h 365677"/>
              <a:gd name="connsiteX3" fmla="*/ 196304 w 348429"/>
              <a:gd name="connsiteY3" fmla="*/ 49928 h 365677"/>
              <a:gd name="connsiteX4" fmla="*/ 237061 w 348429"/>
              <a:gd name="connsiteY4" fmla="*/ 67720 h 365677"/>
              <a:gd name="connsiteX5" fmla="*/ 226086 w 348429"/>
              <a:gd name="connsiteY5" fmla="*/ 79670 h 365677"/>
              <a:gd name="connsiteX6" fmla="*/ 226086 w 348429"/>
              <a:gd name="connsiteY6" fmla="*/ 99369 h 365677"/>
              <a:gd name="connsiteX7" fmla="*/ 294207 w 348429"/>
              <a:gd name="connsiteY7" fmla="*/ 99369 h 365677"/>
              <a:gd name="connsiteX8" fmla="*/ 317181 w 348429"/>
              <a:gd name="connsiteY8" fmla="*/ 78945 h 365677"/>
              <a:gd name="connsiteX9" fmla="*/ 348429 w 348429"/>
              <a:gd name="connsiteY9" fmla="*/ 116793 h 365677"/>
              <a:gd name="connsiteX10" fmla="*/ 226086 w 348429"/>
              <a:gd name="connsiteY10" fmla="*/ 116793 h 365677"/>
              <a:gd name="connsiteX11" fmla="*/ 226086 w 348429"/>
              <a:gd name="connsiteY11" fmla="*/ 152190 h 365677"/>
              <a:gd name="connsiteX12" fmla="*/ 282608 w 348429"/>
              <a:gd name="connsiteY12" fmla="*/ 152190 h 365677"/>
              <a:gd name="connsiteX13" fmla="*/ 295307 w 348429"/>
              <a:gd name="connsiteY13" fmla="*/ 134891 h 365677"/>
              <a:gd name="connsiteX14" fmla="*/ 326480 w 348429"/>
              <a:gd name="connsiteY14" fmla="*/ 158965 h 365677"/>
              <a:gd name="connsiteX15" fmla="*/ 313931 w 348429"/>
              <a:gd name="connsiteY15" fmla="*/ 171739 h 365677"/>
              <a:gd name="connsiteX16" fmla="*/ 315506 w 348429"/>
              <a:gd name="connsiteY16" fmla="*/ 280683 h 365677"/>
              <a:gd name="connsiteX17" fmla="*/ 283933 w 348429"/>
              <a:gd name="connsiteY17" fmla="*/ 293532 h 365677"/>
              <a:gd name="connsiteX18" fmla="*/ 283933 w 348429"/>
              <a:gd name="connsiteY18" fmla="*/ 169589 h 365677"/>
              <a:gd name="connsiteX19" fmla="*/ 142941 w 348429"/>
              <a:gd name="connsiteY19" fmla="*/ 169589 h 365677"/>
              <a:gd name="connsiteX20" fmla="*/ 142941 w 348429"/>
              <a:gd name="connsiteY20" fmla="*/ 288757 h 365677"/>
              <a:gd name="connsiteX21" fmla="*/ 111393 w 348429"/>
              <a:gd name="connsiteY21" fmla="*/ 299806 h 365677"/>
              <a:gd name="connsiteX22" fmla="*/ 112943 w 348429"/>
              <a:gd name="connsiteY22" fmla="*/ 211224 h 365677"/>
              <a:gd name="connsiteX23" fmla="*/ 111393 w 348429"/>
              <a:gd name="connsiteY23" fmla="*/ 138041 h 365677"/>
              <a:gd name="connsiteX24" fmla="*/ 139667 w 348429"/>
              <a:gd name="connsiteY24" fmla="*/ 152190 h 365677"/>
              <a:gd name="connsiteX25" fmla="*/ 196088 w 348429"/>
              <a:gd name="connsiteY25" fmla="*/ 152190 h 365677"/>
              <a:gd name="connsiteX26" fmla="*/ 196088 w 348429"/>
              <a:gd name="connsiteY26" fmla="*/ 116793 h 365677"/>
              <a:gd name="connsiteX27" fmla="*/ 135017 w 348429"/>
              <a:gd name="connsiteY27" fmla="*/ 116793 h 365677"/>
              <a:gd name="connsiteX28" fmla="*/ 98994 w 348429"/>
              <a:gd name="connsiteY28" fmla="*/ 121492 h 365677"/>
              <a:gd name="connsiteX29" fmla="*/ 83345 w 348429"/>
              <a:gd name="connsiteY29" fmla="*/ 101622 h 365677"/>
              <a:gd name="connsiteX30" fmla="*/ 83345 w 348429"/>
              <a:gd name="connsiteY30" fmla="*/ 160315 h 365677"/>
              <a:gd name="connsiteX31" fmla="*/ 8075 w 348429"/>
              <a:gd name="connsiteY31" fmla="*/ 365677 h 365677"/>
              <a:gd name="connsiteX32" fmla="*/ 0 w 348429"/>
              <a:gd name="connsiteY32" fmla="*/ 358853 h 365677"/>
              <a:gd name="connsiteX33" fmla="*/ 53347 w 348429"/>
              <a:gd name="connsiteY33" fmla="*/ 142841 h 365677"/>
              <a:gd name="connsiteX34" fmla="*/ 51772 w 348429"/>
              <a:gd name="connsiteY34" fmla="*/ 28223 h 365677"/>
              <a:gd name="connsiteX35" fmla="*/ 80045 w 348429"/>
              <a:gd name="connsiteY35" fmla="*/ 42347 h 365677"/>
              <a:gd name="connsiteX36" fmla="*/ 225874 w 348429"/>
              <a:gd name="connsiteY36" fmla="*/ 24561 h 365677"/>
              <a:gd name="connsiteX37" fmla="*/ 300507 w 348429"/>
              <a:gd name="connsiteY37" fmla="*/ 0 h 365677"/>
              <a:gd name="connsiteX38" fmla="*/ 194555 w 348429"/>
              <a:gd name="connsiteY38" fmla="*/ 50102 h 365677"/>
              <a:gd name="connsiteX39" fmla="*/ 161090 w 348429"/>
              <a:gd name="connsiteY39" fmla="*/ 53415 h 365677"/>
              <a:gd name="connsiteX40" fmla="*/ 83345 w 348429"/>
              <a:gd name="connsiteY40" fmla="*/ 59471 h 365677"/>
              <a:gd name="connsiteX41" fmla="*/ 83345 w 348429"/>
              <a:gd name="connsiteY41" fmla="*/ 99369 h 365677"/>
              <a:gd name="connsiteX42" fmla="*/ 196088 w 348429"/>
              <a:gd name="connsiteY42" fmla="*/ 99369 h 365677"/>
              <a:gd name="connsiteX43" fmla="*/ 195694 w 348429"/>
              <a:gd name="connsiteY43" fmla="*/ 76051 h 365677"/>
              <a:gd name="connsiteX44" fmla="*/ 194555 w 348429"/>
              <a:gd name="connsiteY44" fmla="*/ 50102 h 365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348429" h="365677">
                <a:moveTo>
                  <a:pt x="300507" y="0"/>
                </a:moveTo>
                <a:lnTo>
                  <a:pt x="331180" y="35422"/>
                </a:lnTo>
                <a:cubicBezTo>
                  <a:pt x="295565" y="39039"/>
                  <a:pt x="259634" y="42980"/>
                  <a:pt x="223386" y="47247"/>
                </a:cubicBezTo>
                <a:lnTo>
                  <a:pt x="196304" y="49928"/>
                </a:lnTo>
                <a:lnTo>
                  <a:pt x="237061" y="67720"/>
                </a:lnTo>
                <a:lnTo>
                  <a:pt x="226086" y="79670"/>
                </a:lnTo>
                <a:lnTo>
                  <a:pt x="226086" y="99369"/>
                </a:lnTo>
                <a:lnTo>
                  <a:pt x="294207" y="99369"/>
                </a:lnTo>
                <a:lnTo>
                  <a:pt x="317181" y="78945"/>
                </a:lnTo>
                <a:lnTo>
                  <a:pt x="348429" y="116793"/>
                </a:lnTo>
                <a:lnTo>
                  <a:pt x="226086" y="116793"/>
                </a:lnTo>
                <a:lnTo>
                  <a:pt x="226086" y="152190"/>
                </a:lnTo>
                <a:lnTo>
                  <a:pt x="282608" y="152190"/>
                </a:lnTo>
                <a:lnTo>
                  <a:pt x="295307" y="134891"/>
                </a:lnTo>
                <a:lnTo>
                  <a:pt x="326480" y="158965"/>
                </a:lnTo>
                <a:lnTo>
                  <a:pt x="313931" y="171739"/>
                </a:lnTo>
                <a:cubicBezTo>
                  <a:pt x="313931" y="224386"/>
                  <a:pt x="314456" y="260700"/>
                  <a:pt x="315506" y="280683"/>
                </a:cubicBezTo>
                <a:lnTo>
                  <a:pt x="283933" y="293532"/>
                </a:lnTo>
                <a:lnTo>
                  <a:pt x="283933" y="169589"/>
                </a:lnTo>
                <a:lnTo>
                  <a:pt x="142941" y="169589"/>
                </a:lnTo>
                <a:lnTo>
                  <a:pt x="142941" y="288757"/>
                </a:lnTo>
                <a:lnTo>
                  <a:pt x="111393" y="299806"/>
                </a:lnTo>
                <a:cubicBezTo>
                  <a:pt x="112427" y="265225"/>
                  <a:pt x="112943" y="235698"/>
                  <a:pt x="112943" y="211224"/>
                </a:cubicBezTo>
                <a:cubicBezTo>
                  <a:pt x="112943" y="186751"/>
                  <a:pt x="112427" y="162356"/>
                  <a:pt x="111393" y="138041"/>
                </a:cubicBezTo>
                <a:lnTo>
                  <a:pt x="139667" y="152190"/>
                </a:lnTo>
                <a:lnTo>
                  <a:pt x="196088" y="152190"/>
                </a:lnTo>
                <a:lnTo>
                  <a:pt x="196088" y="116793"/>
                </a:lnTo>
                <a:lnTo>
                  <a:pt x="135017" y="116793"/>
                </a:lnTo>
                <a:cubicBezTo>
                  <a:pt x="123934" y="116793"/>
                  <a:pt x="111927" y="118359"/>
                  <a:pt x="98994" y="121492"/>
                </a:cubicBezTo>
                <a:lnTo>
                  <a:pt x="83345" y="101622"/>
                </a:lnTo>
                <a:lnTo>
                  <a:pt x="83345" y="160315"/>
                </a:lnTo>
                <a:cubicBezTo>
                  <a:pt x="86478" y="239810"/>
                  <a:pt x="61388" y="308264"/>
                  <a:pt x="8075" y="365677"/>
                </a:cubicBezTo>
                <a:lnTo>
                  <a:pt x="0" y="358853"/>
                </a:lnTo>
                <a:cubicBezTo>
                  <a:pt x="37648" y="297090"/>
                  <a:pt x="55430" y="225086"/>
                  <a:pt x="53347" y="142841"/>
                </a:cubicBezTo>
                <a:cubicBezTo>
                  <a:pt x="53347" y="90744"/>
                  <a:pt x="52822" y="52538"/>
                  <a:pt x="51772" y="28223"/>
                </a:cubicBezTo>
                <a:lnTo>
                  <a:pt x="80045" y="42347"/>
                </a:lnTo>
                <a:cubicBezTo>
                  <a:pt x="141092" y="38247"/>
                  <a:pt x="189701" y="32318"/>
                  <a:pt x="225874" y="24561"/>
                </a:cubicBezTo>
                <a:cubicBezTo>
                  <a:pt x="262047" y="16803"/>
                  <a:pt x="286924" y="8616"/>
                  <a:pt x="300507" y="0"/>
                </a:cubicBezTo>
                <a:close/>
                <a:moveTo>
                  <a:pt x="194555" y="50102"/>
                </a:moveTo>
                <a:lnTo>
                  <a:pt x="161090" y="53415"/>
                </a:lnTo>
                <a:cubicBezTo>
                  <a:pt x="137750" y="55452"/>
                  <a:pt x="111835" y="57471"/>
                  <a:pt x="83345" y="59471"/>
                </a:cubicBezTo>
                <a:lnTo>
                  <a:pt x="83345" y="99369"/>
                </a:lnTo>
                <a:lnTo>
                  <a:pt x="196088" y="99369"/>
                </a:lnTo>
                <a:cubicBezTo>
                  <a:pt x="196088" y="92194"/>
                  <a:pt x="195957" y="84422"/>
                  <a:pt x="195694" y="76051"/>
                </a:cubicBezTo>
                <a:lnTo>
                  <a:pt x="194555" y="5010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1711D464-6626-7CF0-67B3-52F08A174AE0}"/>
              </a:ext>
            </a:extLst>
          </p:cNvPr>
          <p:cNvSpPr/>
          <p:nvPr/>
        </p:nvSpPr>
        <p:spPr>
          <a:xfrm>
            <a:off x="6523020" y="3267053"/>
            <a:ext cx="379802" cy="151890"/>
          </a:xfrm>
          <a:custGeom>
            <a:avLst/>
            <a:gdLst>
              <a:gd name="connsiteX0" fmla="*/ 279308 w 379802"/>
              <a:gd name="connsiteY0" fmla="*/ 0 h 151890"/>
              <a:gd name="connsiteX1" fmla="*/ 310781 w 379802"/>
              <a:gd name="connsiteY1" fmla="*/ 22473 h 151890"/>
              <a:gd name="connsiteX2" fmla="*/ 299782 w 379802"/>
              <a:gd name="connsiteY2" fmla="*/ 33747 h 151890"/>
              <a:gd name="connsiteX3" fmla="*/ 301357 w 379802"/>
              <a:gd name="connsiteY3" fmla="*/ 111743 h 151890"/>
              <a:gd name="connsiteX4" fmla="*/ 269809 w 379802"/>
              <a:gd name="connsiteY4" fmla="*/ 122892 h 151890"/>
              <a:gd name="connsiteX5" fmla="*/ 269809 w 379802"/>
              <a:gd name="connsiteY5" fmla="*/ 107193 h 151890"/>
              <a:gd name="connsiteX6" fmla="*/ 105269 w 379802"/>
              <a:gd name="connsiteY6" fmla="*/ 107193 h 151890"/>
              <a:gd name="connsiteX7" fmla="*/ 105269 w 379802"/>
              <a:gd name="connsiteY7" fmla="*/ 119692 h 151890"/>
              <a:gd name="connsiteX8" fmla="*/ 76439 w 379802"/>
              <a:gd name="connsiteY8" fmla="*/ 129767 h 151890"/>
              <a:gd name="connsiteX9" fmla="*/ 324031 w 379802"/>
              <a:gd name="connsiteY9" fmla="*/ 129767 h 151890"/>
              <a:gd name="connsiteX10" fmla="*/ 348654 w 379802"/>
              <a:gd name="connsiteY10" fmla="*/ 107768 h 151890"/>
              <a:gd name="connsiteX11" fmla="*/ 379802 w 379802"/>
              <a:gd name="connsiteY11" fmla="*/ 147191 h 151890"/>
              <a:gd name="connsiteX12" fmla="*/ 48722 w 379802"/>
              <a:gd name="connsiteY12" fmla="*/ 147191 h 151890"/>
              <a:gd name="connsiteX13" fmla="*/ 17399 w 379802"/>
              <a:gd name="connsiteY13" fmla="*/ 151890 h 151890"/>
              <a:gd name="connsiteX14" fmla="*/ 0 w 379802"/>
              <a:gd name="connsiteY14" fmla="*/ 129767 h 151890"/>
              <a:gd name="connsiteX15" fmla="*/ 73756 w 379802"/>
              <a:gd name="connsiteY15" fmla="*/ 129767 h 151890"/>
              <a:gd name="connsiteX16" fmla="*/ 74902 w 379802"/>
              <a:gd name="connsiteY16" fmla="*/ 98515 h 151890"/>
              <a:gd name="connsiteX17" fmla="*/ 75296 w 379802"/>
              <a:gd name="connsiteY17" fmla="*/ 62508 h 151890"/>
              <a:gd name="connsiteX18" fmla="*/ 73721 w 379802"/>
              <a:gd name="connsiteY18" fmla="*/ 3599 h 151890"/>
              <a:gd name="connsiteX19" fmla="*/ 103444 w 379802"/>
              <a:gd name="connsiteY19" fmla="*/ 16174 h 151890"/>
              <a:gd name="connsiteX20" fmla="*/ 268384 w 379802"/>
              <a:gd name="connsiteY20" fmla="*/ 16174 h 151890"/>
              <a:gd name="connsiteX21" fmla="*/ 279308 w 379802"/>
              <a:gd name="connsiteY21" fmla="*/ 0 h 151890"/>
              <a:gd name="connsiteX22" fmla="*/ 105269 w 379802"/>
              <a:gd name="connsiteY22" fmla="*/ 33597 h 151890"/>
              <a:gd name="connsiteX23" fmla="*/ 105269 w 379802"/>
              <a:gd name="connsiteY23" fmla="*/ 51396 h 151890"/>
              <a:gd name="connsiteX24" fmla="*/ 269809 w 379802"/>
              <a:gd name="connsiteY24" fmla="*/ 51396 h 151890"/>
              <a:gd name="connsiteX25" fmla="*/ 269809 w 379802"/>
              <a:gd name="connsiteY25" fmla="*/ 33597 h 151890"/>
              <a:gd name="connsiteX26" fmla="*/ 105269 w 379802"/>
              <a:gd name="connsiteY26" fmla="*/ 33597 h 151890"/>
              <a:gd name="connsiteX27" fmla="*/ 105269 w 379802"/>
              <a:gd name="connsiteY27" fmla="*/ 68795 h 151890"/>
              <a:gd name="connsiteX28" fmla="*/ 105269 w 379802"/>
              <a:gd name="connsiteY28" fmla="*/ 89794 h 151890"/>
              <a:gd name="connsiteX29" fmla="*/ 269809 w 379802"/>
              <a:gd name="connsiteY29" fmla="*/ 89794 h 151890"/>
              <a:gd name="connsiteX30" fmla="*/ 269809 w 379802"/>
              <a:gd name="connsiteY30" fmla="*/ 68795 h 151890"/>
              <a:gd name="connsiteX31" fmla="*/ 105269 w 379802"/>
              <a:gd name="connsiteY31" fmla="*/ 68795 h 1518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379802" h="151890">
                <a:moveTo>
                  <a:pt x="279308" y="0"/>
                </a:moveTo>
                <a:lnTo>
                  <a:pt x="310781" y="22473"/>
                </a:lnTo>
                <a:lnTo>
                  <a:pt x="299782" y="33747"/>
                </a:lnTo>
                <a:cubicBezTo>
                  <a:pt x="299782" y="71545"/>
                  <a:pt x="300307" y="97544"/>
                  <a:pt x="301357" y="111743"/>
                </a:cubicBezTo>
                <a:lnTo>
                  <a:pt x="269809" y="122892"/>
                </a:lnTo>
                <a:lnTo>
                  <a:pt x="269809" y="107193"/>
                </a:lnTo>
                <a:lnTo>
                  <a:pt x="105269" y="107193"/>
                </a:lnTo>
                <a:lnTo>
                  <a:pt x="105269" y="119692"/>
                </a:lnTo>
                <a:lnTo>
                  <a:pt x="76439" y="129767"/>
                </a:lnTo>
                <a:lnTo>
                  <a:pt x="324031" y="129767"/>
                </a:lnTo>
                <a:lnTo>
                  <a:pt x="348654" y="107768"/>
                </a:lnTo>
                <a:lnTo>
                  <a:pt x="379802" y="147191"/>
                </a:lnTo>
                <a:lnTo>
                  <a:pt x="48722" y="147191"/>
                </a:lnTo>
                <a:cubicBezTo>
                  <a:pt x="40790" y="147191"/>
                  <a:pt x="30348" y="148757"/>
                  <a:pt x="17399" y="151890"/>
                </a:cubicBezTo>
                <a:lnTo>
                  <a:pt x="0" y="129767"/>
                </a:lnTo>
                <a:lnTo>
                  <a:pt x="73756" y="129767"/>
                </a:lnTo>
                <a:lnTo>
                  <a:pt x="74902" y="98515"/>
                </a:lnTo>
                <a:cubicBezTo>
                  <a:pt x="75164" y="87147"/>
                  <a:pt x="75296" y="75145"/>
                  <a:pt x="75296" y="62508"/>
                </a:cubicBezTo>
                <a:cubicBezTo>
                  <a:pt x="75296" y="37235"/>
                  <a:pt x="74771" y="17598"/>
                  <a:pt x="73721" y="3599"/>
                </a:cubicBezTo>
                <a:lnTo>
                  <a:pt x="103444" y="16174"/>
                </a:lnTo>
                <a:lnTo>
                  <a:pt x="268384" y="16174"/>
                </a:lnTo>
                <a:lnTo>
                  <a:pt x="279308" y="0"/>
                </a:lnTo>
                <a:close/>
                <a:moveTo>
                  <a:pt x="105269" y="33597"/>
                </a:moveTo>
                <a:lnTo>
                  <a:pt x="105269" y="51396"/>
                </a:lnTo>
                <a:lnTo>
                  <a:pt x="269809" y="51396"/>
                </a:lnTo>
                <a:lnTo>
                  <a:pt x="269809" y="33597"/>
                </a:lnTo>
                <a:lnTo>
                  <a:pt x="105269" y="33597"/>
                </a:lnTo>
                <a:close/>
                <a:moveTo>
                  <a:pt x="105269" y="68795"/>
                </a:moveTo>
                <a:lnTo>
                  <a:pt x="105269" y="89794"/>
                </a:lnTo>
                <a:lnTo>
                  <a:pt x="269809" y="89794"/>
                </a:lnTo>
                <a:lnTo>
                  <a:pt x="269809" y="68795"/>
                </a:lnTo>
                <a:lnTo>
                  <a:pt x="105269" y="68795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F0551105-1B67-7194-3B89-7678B227CA6B}"/>
              </a:ext>
            </a:extLst>
          </p:cNvPr>
          <p:cNvSpPr/>
          <p:nvPr/>
        </p:nvSpPr>
        <p:spPr>
          <a:xfrm>
            <a:off x="5694345" y="3268652"/>
            <a:ext cx="375077" cy="136492"/>
          </a:xfrm>
          <a:custGeom>
            <a:avLst/>
            <a:gdLst>
              <a:gd name="connsiteX0" fmla="*/ 232161 w 375077"/>
              <a:gd name="connsiteY0" fmla="*/ 0 h 136492"/>
              <a:gd name="connsiteX1" fmla="*/ 279408 w 375077"/>
              <a:gd name="connsiteY1" fmla="*/ 23824 h 136492"/>
              <a:gd name="connsiteX2" fmla="*/ 265284 w 375077"/>
              <a:gd name="connsiteY2" fmla="*/ 35548 h 136492"/>
              <a:gd name="connsiteX3" fmla="*/ 265284 w 375077"/>
              <a:gd name="connsiteY3" fmla="*/ 64172 h 136492"/>
              <a:gd name="connsiteX4" fmla="*/ 306832 w 375077"/>
              <a:gd name="connsiteY4" fmla="*/ 64172 h 136492"/>
              <a:gd name="connsiteX5" fmla="*/ 337680 w 375077"/>
              <a:gd name="connsiteY5" fmla="*/ 37473 h 136492"/>
              <a:gd name="connsiteX6" fmla="*/ 375077 w 375077"/>
              <a:gd name="connsiteY6" fmla="*/ 81595 h 136492"/>
              <a:gd name="connsiteX7" fmla="*/ 265284 w 375077"/>
              <a:gd name="connsiteY7" fmla="*/ 81595 h 136492"/>
              <a:gd name="connsiteX8" fmla="*/ 266859 w 375077"/>
              <a:gd name="connsiteY8" fmla="*/ 119043 h 136492"/>
              <a:gd name="connsiteX9" fmla="*/ 233711 w 375077"/>
              <a:gd name="connsiteY9" fmla="*/ 131792 h 136492"/>
              <a:gd name="connsiteX10" fmla="*/ 233711 w 375077"/>
              <a:gd name="connsiteY10" fmla="*/ 81595 h 136492"/>
              <a:gd name="connsiteX11" fmla="*/ 153916 w 375077"/>
              <a:gd name="connsiteY11" fmla="*/ 81595 h 136492"/>
              <a:gd name="connsiteX12" fmla="*/ 153916 w 375077"/>
              <a:gd name="connsiteY12" fmla="*/ 122068 h 136492"/>
              <a:gd name="connsiteX13" fmla="*/ 120768 w 375077"/>
              <a:gd name="connsiteY13" fmla="*/ 136492 h 136492"/>
              <a:gd name="connsiteX14" fmla="*/ 122343 w 375077"/>
              <a:gd name="connsiteY14" fmla="*/ 81595 h 136492"/>
              <a:gd name="connsiteX15" fmla="*/ 56547 w 375077"/>
              <a:gd name="connsiteY15" fmla="*/ 81595 h 136492"/>
              <a:gd name="connsiteX16" fmla="*/ 17399 w 375077"/>
              <a:gd name="connsiteY16" fmla="*/ 86295 h 136492"/>
              <a:gd name="connsiteX17" fmla="*/ 0 w 375077"/>
              <a:gd name="connsiteY17" fmla="*/ 64172 h 136492"/>
              <a:gd name="connsiteX18" fmla="*/ 122343 w 375077"/>
              <a:gd name="connsiteY18" fmla="*/ 64172 h 136492"/>
              <a:gd name="connsiteX19" fmla="*/ 120768 w 375077"/>
              <a:gd name="connsiteY19" fmla="*/ 1575 h 136492"/>
              <a:gd name="connsiteX20" fmla="*/ 166465 w 375077"/>
              <a:gd name="connsiteY20" fmla="*/ 23374 h 136492"/>
              <a:gd name="connsiteX21" fmla="*/ 153916 w 375077"/>
              <a:gd name="connsiteY21" fmla="*/ 36748 h 136492"/>
              <a:gd name="connsiteX22" fmla="*/ 153916 w 375077"/>
              <a:gd name="connsiteY22" fmla="*/ 64172 h 136492"/>
              <a:gd name="connsiteX23" fmla="*/ 233711 w 375077"/>
              <a:gd name="connsiteY23" fmla="*/ 64172 h 136492"/>
              <a:gd name="connsiteX24" fmla="*/ 232161 w 375077"/>
              <a:gd name="connsiteY24" fmla="*/ 0 h 136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375077" h="136492">
                <a:moveTo>
                  <a:pt x="232161" y="0"/>
                </a:moveTo>
                <a:lnTo>
                  <a:pt x="279408" y="23824"/>
                </a:lnTo>
                <a:lnTo>
                  <a:pt x="265284" y="35548"/>
                </a:lnTo>
                <a:lnTo>
                  <a:pt x="265284" y="64172"/>
                </a:lnTo>
                <a:lnTo>
                  <a:pt x="306832" y="64172"/>
                </a:lnTo>
                <a:lnTo>
                  <a:pt x="337680" y="37473"/>
                </a:lnTo>
                <a:lnTo>
                  <a:pt x="375077" y="81595"/>
                </a:lnTo>
                <a:lnTo>
                  <a:pt x="265284" y="81595"/>
                </a:lnTo>
                <a:cubicBezTo>
                  <a:pt x="265284" y="93411"/>
                  <a:pt x="265809" y="105894"/>
                  <a:pt x="266859" y="119043"/>
                </a:cubicBezTo>
                <a:lnTo>
                  <a:pt x="233711" y="131792"/>
                </a:lnTo>
                <a:lnTo>
                  <a:pt x="233711" y="81595"/>
                </a:lnTo>
                <a:lnTo>
                  <a:pt x="153916" y="81595"/>
                </a:lnTo>
                <a:lnTo>
                  <a:pt x="153916" y="122068"/>
                </a:lnTo>
                <a:lnTo>
                  <a:pt x="120768" y="136492"/>
                </a:lnTo>
                <a:cubicBezTo>
                  <a:pt x="121818" y="114477"/>
                  <a:pt x="122343" y="96178"/>
                  <a:pt x="122343" y="81595"/>
                </a:cubicBezTo>
                <a:lnTo>
                  <a:pt x="56547" y="81595"/>
                </a:lnTo>
                <a:cubicBezTo>
                  <a:pt x="43398" y="81595"/>
                  <a:pt x="30348" y="83162"/>
                  <a:pt x="17399" y="86295"/>
                </a:cubicBezTo>
                <a:lnTo>
                  <a:pt x="0" y="64172"/>
                </a:lnTo>
                <a:lnTo>
                  <a:pt x="122343" y="64172"/>
                </a:lnTo>
                <a:cubicBezTo>
                  <a:pt x="122343" y="42573"/>
                  <a:pt x="121818" y="21707"/>
                  <a:pt x="120768" y="1575"/>
                </a:cubicBezTo>
                <a:lnTo>
                  <a:pt x="166465" y="23374"/>
                </a:lnTo>
                <a:lnTo>
                  <a:pt x="153916" y="36748"/>
                </a:lnTo>
                <a:lnTo>
                  <a:pt x="153916" y="64172"/>
                </a:lnTo>
                <a:lnTo>
                  <a:pt x="233711" y="64172"/>
                </a:lnTo>
                <a:cubicBezTo>
                  <a:pt x="233711" y="43556"/>
                  <a:pt x="233194" y="22166"/>
                  <a:pt x="232161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8AAA38CF-9B90-B470-0722-7BCD8D504938}"/>
              </a:ext>
            </a:extLst>
          </p:cNvPr>
          <p:cNvSpPr/>
          <p:nvPr/>
        </p:nvSpPr>
        <p:spPr>
          <a:xfrm>
            <a:off x="5319170" y="3275052"/>
            <a:ext cx="66071" cy="77070"/>
          </a:xfrm>
          <a:custGeom>
            <a:avLst/>
            <a:gdLst>
              <a:gd name="connsiteX0" fmla="*/ 5874 w 66071"/>
              <a:gd name="connsiteY0" fmla="*/ 0 h 77070"/>
              <a:gd name="connsiteX1" fmla="*/ 51934 w 66071"/>
              <a:gd name="connsiteY1" fmla="*/ 27523 h 77070"/>
              <a:gd name="connsiteX2" fmla="*/ 66071 w 66071"/>
              <a:gd name="connsiteY2" fmla="*/ 54397 h 77070"/>
              <a:gd name="connsiteX3" fmla="*/ 58809 w 66071"/>
              <a:gd name="connsiteY3" fmla="*/ 72933 h 77070"/>
              <a:gd name="connsiteX4" fmla="*/ 48722 w 66071"/>
              <a:gd name="connsiteY4" fmla="*/ 77070 h 77070"/>
              <a:gd name="connsiteX5" fmla="*/ 31673 w 66071"/>
              <a:gd name="connsiteY5" fmla="*/ 56797 h 77070"/>
              <a:gd name="connsiteX6" fmla="*/ 0 w 66071"/>
              <a:gd name="connsiteY6" fmla="*/ 10399 h 77070"/>
              <a:gd name="connsiteX7" fmla="*/ 5874 w 66071"/>
              <a:gd name="connsiteY7" fmla="*/ 0 h 77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6071" h="77070">
                <a:moveTo>
                  <a:pt x="5874" y="0"/>
                </a:moveTo>
                <a:cubicBezTo>
                  <a:pt x="27156" y="10033"/>
                  <a:pt x="42510" y="19207"/>
                  <a:pt x="51934" y="27523"/>
                </a:cubicBezTo>
                <a:cubicBezTo>
                  <a:pt x="61358" y="35840"/>
                  <a:pt x="66071" y="44797"/>
                  <a:pt x="66071" y="54397"/>
                </a:cubicBezTo>
                <a:cubicBezTo>
                  <a:pt x="66071" y="63996"/>
                  <a:pt x="63650" y="70175"/>
                  <a:pt x="58809" y="72933"/>
                </a:cubicBezTo>
                <a:cubicBezTo>
                  <a:pt x="53967" y="75691"/>
                  <a:pt x="50605" y="77070"/>
                  <a:pt x="48722" y="77070"/>
                </a:cubicBezTo>
                <a:cubicBezTo>
                  <a:pt x="41022" y="77070"/>
                  <a:pt x="35339" y="70312"/>
                  <a:pt x="31673" y="56797"/>
                </a:cubicBezTo>
                <a:cubicBezTo>
                  <a:pt x="26640" y="43731"/>
                  <a:pt x="16082" y="28265"/>
                  <a:pt x="0" y="10399"/>
                </a:cubicBezTo>
                <a:lnTo>
                  <a:pt x="5874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33FC5A09-EDEA-DA18-B9BE-CACC35039D60}"/>
              </a:ext>
            </a:extLst>
          </p:cNvPr>
          <p:cNvSpPr/>
          <p:nvPr/>
        </p:nvSpPr>
        <p:spPr>
          <a:xfrm>
            <a:off x="5377189" y="3281327"/>
            <a:ext cx="260584" cy="356903"/>
          </a:xfrm>
          <a:custGeom>
            <a:avLst/>
            <a:gdLst>
              <a:gd name="connsiteX0" fmla="*/ 233711 w 260584"/>
              <a:gd name="connsiteY0" fmla="*/ 0 h 356903"/>
              <a:gd name="connsiteX1" fmla="*/ 260584 w 260584"/>
              <a:gd name="connsiteY1" fmla="*/ 27848 h 356903"/>
              <a:gd name="connsiteX2" fmla="*/ 248035 w 260584"/>
              <a:gd name="connsiteY2" fmla="*/ 38647 h 356903"/>
              <a:gd name="connsiteX3" fmla="*/ 248035 w 260584"/>
              <a:gd name="connsiteY3" fmla="*/ 314380 h 356903"/>
              <a:gd name="connsiteX4" fmla="*/ 241735 w 260584"/>
              <a:gd name="connsiteY4" fmla="*/ 339029 h 356903"/>
              <a:gd name="connsiteX5" fmla="*/ 214312 w 260584"/>
              <a:gd name="connsiteY5" fmla="*/ 356903 h 356903"/>
              <a:gd name="connsiteX6" fmla="*/ 155316 w 260584"/>
              <a:gd name="connsiteY6" fmla="*/ 324855 h 356903"/>
              <a:gd name="connsiteX7" fmla="*/ 155316 w 260584"/>
              <a:gd name="connsiteY7" fmla="*/ 308081 h 356903"/>
              <a:gd name="connsiteX8" fmla="*/ 213262 w 260584"/>
              <a:gd name="connsiteY8" fmla="*/ 314056 h 356903"/>
              <a:gd name="connsiteX9" fmla="*/ 218062 w 260584"/>
              <a:gd name="connsiteY9" fmla="*/ 305031 h 356903"/>
              <a:gd name="connsiteX10" fmla="*/ 218062 w 260584"/>
              <a:gd name="connsiteY10" fmla="*/ 150515 h 356903"/>
              <a:gd name="connsiteX11" fmla="*/ 125592 w 260584"/>
              <a:gd name="connsiteY11" fmla="*/ 150515 h 356903"/>
              <a:gd name="connsiteX12" fmla="*/ 86445 w 260584"/>
              <a:gd name="connsiteY12" fmla="*/ 155215 h 356903"/>
              <a:gd name="connsiteX13" fmla="*/ 77070 w 260584"/>
              <a:gd name="connsiteY13" fmla="*/ 143312 h 356903"/>
              <a:gd name="connsiteX14" fmla="*/ 77070 w 260584"/>
              <a:gd name="connsiteY14" fmla="*/ 162115 h 356903"/>
              <a:gd name="connsiteX15" fmla="*/ 6975 w 260584"/>
              <a:gd name="connsiteY15" fmla="*/ 356903 h 356903"/>
              <a:gd name="connsiteX16" fmla="*/ 0 w 260584"/>
              <a:gd name="connsiteY16" fmla="*/ 347853 h 356903"/>
              <a:gd name="connsiteX17" fmla="*/ 36485 w 260584"/>
              <a:gd name="connsiteY17" fmla="*/ 275161 h 356903"/>
              <a:gd name="connsiteX18" fmla="*/ 42110 w 260584"/>
              <a:gd name="connsiteY18" fmla="*/ 237684 h 356903"/>
              <a:gd name="connsiteX19" fmla="*/ 42111 w 260584"/>
              <a:gd name="connsiteY19" fmla="*/ 237682 h 356903"/>
              <a:gd name="connsiteX20" fmla="*/ 42111 w 260584"/>
              <a:gd name="connsiteY20" fmla="*/ 237682 h 356903"/>
              <a:gd name="connsiteX21" fmla="*/ 44122 w 260584"/>
              <a:gd name="connsiteY21" fmla="*/ 235011 h 356903"/>
              <a:gd name="connsiteX22" fmla="*/ 44122 w 260584"/>
              <a:gd name="connsiteY22" fmla="*/ 235011 h 356903"/>
              <a:gd name="connsiteX23" fmla="*/ 44122 w 260584"/>
              <a:gd name="connsiteY23" fmla="*/ 235010 h 356903"/>
              <a:gd name="connsiteX24" fmla="*/ 42731 w 260584"/>
              <a:gd name="connsiteY24" fmla="*/ 233552 h 356903"/>
              <a:gd name="connsiteX25" fmla="*/ 42731 w 260584"/>
              <a:gd name="connsiteY25" fmla="*/ 233551 h 356903"/>
              <a:gd name="connsiteX26" fmla="*/ 42730 w 260584"/>
              <a:gd name="connsiteY26" fmla="*/ 233550 h 356903"/>
              <a:gd name="connsiteX27" fmla="*/ 48647 w 260584"/>
              <a:gd name="connsiteY27" fmla="*/ 194125 h 356903"/>
              <a:gd name="connsiteX28" fmla="*/ 48647 w 260584"/>
              <a:gd name="connsiteY28" fmla="*/ 80795 h 356903"/>
              <a:gd name="connsiteX29" fmla="*/ 47072 w 260584"/>
              <a:gd name="connsiteY29" fmla="*/ 2150 h 356903"/>
              <a:gd name="connsiteX30" fmla="*/ 76895 w 260584"/>
              <a:gd name="connsiteY30" fmla="*/ 16299 h 356903"/>
              <a:gd name="connsiteX31" fmla="*/ 217137 w 260584"/>
              <a:gd name="connsiteY31" fmla="*/ 16299 h 356903"/>
              <a:gd name="connsiteX32" fmla="*/ 233711 w 260584"/>
              <a:gd name="connsiteY32" fmla="*/ 0 h 356903"/>
              <a:gd name="connsiteX33" fmla="*/ 77070 w 260584"/>
              <a:gd name="connsiteY33" fmla="*/ 33723 h 356903"/>
              <a:gd name="connsiteX34" fmla="*/ 77070 w 260584"/>
              <a:gd name="connsiteY34" fmla="*/ 133092 h 356903"/>
              <a:gd name="connsiteX35" fmla="*/ 131767 w 260584"/>
              <a:gd name="connsiteY35" fmla="*/ 133092 h 356903"/>
              <a:gd name="connsiteX36" fmla="*/ 131767 w 260584"/>
              <a:gd name="connsiteY36" fmla="*/ 97914 h 356903"/>
              <a:gd name="connsiteX37" fmla="*/ 115356 w 260584"/>
              <a:gd name="connsiteY37" fmla="*/ 98900 h 356903"/>
              <a:gd name="connsiteX38" fmla="*/ 95869 w 260584"/>
              <a:gd name="connsiteY38" fmla="*/ 102443 h 356903"/>
              <a:gd name="connsiteX39" fmla="*/ 78445 w 260584"/>
              <a:gd name="connsiteY39" fmla="*/ 80320 h 356903"/>
              <a:gd name="connsiteX40" fmla="*/ 131767 w 260584"/>
              <a:gd name="connsiteY40" fmla="*/ 80320 h 356903"/>
              <a:gd name="connsiteX41" fmla="*/ 130517 w 260584"/>
              <a:gd name="connsiteY41" fmla="*/ 33723 h 356903"/>
              <a:gd name="connsiteX42" fmla="*/ 77070 w 260584"/>
              <a:gd name="connsiteY42" fmla="*/ 33723 h 356903"/>
              <a:gd name="connsiteX43" fmla="*/ 144516 w 260584"/>
              <a:gd name="connsiteY43" fmla="*/ 33723 h 356903"/>
              <a:gd name="connsiteX44" fmla="*/ 171190 w 260584"/>
              <a:gd name="connsiteY44" fmla="*/ 41172 h 356903"/>
              <a:gd name="connsiteX45" fmla="*/ 160190 w 260584"/>
              <a:gd name="connsiteY45" fmla="*/ 52971 h 356903"/>
              <a:gd name="connsiteX46" fmla="*/ 160190 w 260584"/>
              <a:gd name="connsiteY46" fmla="*/ 80320 h 356903"/>
              <a:gd name="connsiteX47" fmla="*/ 170165 w 260584"/>
              <a:gd name="connsiteY47" fmla="*/ 80320 h 356903"/>
              <a:gd name="connsiteX48" fmla="*/ 188389 w 260584"/>
              <a:gd name="connsiteY48" fmla="*/ 63021 h 356903"/>
              <a:gd name="connsiteX49" fmla="*/ 216662 w 260584"/>
              <a:gd name="connsiteY49" fmla="*/ 97719 h 356903"/>
              <a:gd name="connsiteX50" fmla="*/ 160190 w 260584"/>
              <a:gd name="connsiteY50" fmla="*/ 97719 h 356903"/>
              <a:gd name="connsiteX51" fmla="*/ 160190 w 260584"/>
              <a:gd name="connsiteY51" fmla="*/ 133092 h 356903"/>
              <a:gd name="connsiteX52" fmla="*/ 176439 w 260584"/>
              <a:gd name="connsiteY52" fmla="*/ 133092 h 356903"/>
              <a:gd name="connsiteX53" fmla="*/ 196238 w 260584"/>
              <a:gd name="connsiteY53" fmla="*/ 114243 h 356903"/>
              <a:gd name="connsiteX54" fmla="*/ 218062 w 260584"/>
              <a:gd name="connsiteY54" fmla="*/ 140764 h 356903"/>
              <a:gd name="connsiteX55" fmla="*/ 218062 w 260584"/>
              <a:gd name="connsiteY55" fmla="*/ 33723 h 356903"/>
              <a:gd name="connsiteX56" fmla="*/ 144516 w 260584"/>
              <a:gd name="connsiteY56" fmla="*/ 33723 h 356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260584" h="356903">
                <a:moveTo>
                  <a:pt x="233711" y="0"/>
                </a:moveTo>
                <a:lnTo>
                  <a:pt x="260584" y="27848"/>
                </a:lnTo>
                <a:lnTo>
                  <a:pt x="248035" y="38647"/>
                </a:lnTo>
                <a:lnTo>
                  <a:pt x="248035" y="314380"/>
                </a:lnTo>
                <a:cubicBezTo>
                  <a:pt x="248035" y="324797"/>
                  <a:pt x="245935" y="333013"/>
                  <a:pt x="241735" y="339029"/>
                </a:cubicBezTo>
                <a:cubicBezTo>
                  <a:pt x="237536" y="345045"/>
                  <a:pt x="228394" y="351003"/>
                  <a:pt x="214312" y="356903"/>
                </a:cubicBezTo>
                <a:cubicBezTo>
                  <a:pt x="206296" y="340937"/>
                  <a:pt x="186630" y="330255"/>
                  <a:pt x="155316" y="324855"/>
                </a:cubicBezTo>
                <a:lnTo>
                  <a:pt x="155316" y="308081"/>
                </a:lnTo>
                <a:cubicBezTo>
                  <a:pt x="190747" y="312264"/>
                  <a:pt x="210062" y="314255"/>
                  <a:pt x="213262" y="314056"/>
                </a:cubicBezTo>
                <a:cubicBezTo>
                  <a:pt x="216462" y="313856"/>
                  <a:pt x="218062" y="310847"/>
                  <a:pt x="218062" y="305031"/>
                </a:cubicBezTo>
                <a:lnTo>
                  <a:pt x="218062" y="150515"/>
                </a:lnTo>
                <a:lnTo>
                  <a:pt x="125592" y="150515"/>
                </a:lnTo>
                <a:cubicBezTo>
                  <a:pt x="112427" y="150515"/>
                  <a:pt x="99377" y="152082"/>
                  <a:pt x="86445" y="155215"/>
                </a:cubicBezTo>
                <a:lnTo>
                  <a:pt x="77070" y="143312"/>
                </a:lnTo>
                <a:lnTo>
                  <a:pt x="77070" y="162115"/>
                </a:lnTo>
                <a:cubicBezTo>
                  <a:pt x="81253" y="248343"/>
                  <a:pt x="57888" y="313272"/>
                  <a:pt x="6975" y="356903"/>
                </a:cubicBezTo>
                <a:lnTo>
                  <a:pt x="0" y="347853"/>
                </a:lnTo>
                <a:cubicBezTo>
                  <a:pt x="16216" y="325013"/>
                  <a:pt x="28377" y="300782"/>
                  <a:pt x="36485" y="275161"/>
                </a:cubicBezTo>
                <a:lnTo>
                  <a:pt x="42110" y="237684"/>
                </a:lnTo>
                <a:lnTo>
                  <a:pt x="42111" y="237682"/>
                </a:lnTo>
                <a:lnTo>
                  <a:pt x="42111" y="237682"/>
                </a:lnTo>
                <a:lnTo>
                  <a:pt x="44122" y="235011"/>
                </a:lnTo>
                <a:lnTo>
                  <a:pt x="44122" y="235011"/>
                </a:lnTo>
                <a:lnTo>
                  <a:pt x="44122" y="235010"/>
                </a:lnTo>
                <a:lnTo>
                  <a:pt x="42731" y="233552"/>
                </a:lnTo>
                <a:lnTo>
                  <a:pt x="42731" y="233551"/>
                </a:lnTo>
                <a:lnTo>
                  <a:pt x="42730" y="233550"/>
                </a:lnTo>
                <a:lnTo>
                  <a:pt x="48647" y="194125"/>
                </a:lnTo>
                <a:cubicBezTo>
                  <a:pt x="48647" y="137320"/>
                  <a:pt x="48647" y="99544"/>
                  <a:pt x="48647" y="80795"/>
                </a:cubicBezTo>
                <a:cubicBezTo>
                  <a:pt x="48647" y="62046"/>
                  <a:pt x="48122" y="35831"/>
                  <a:pt x="47072" y="2150"/>
                </a:cubicBezTo>
                <a:lnTo>
                  <a:pt x="76895" y="16299"/>
                </a:lnTo>
                <a:lnTo>
                  <a:pt x="217137" y="16299"/>
                </a:lnTo>
                <a:lnTo>
                  <a:pt x="233711" y="0"/>
                </a:lnTo>
                <a:close/>
                <a:moveTo>
                  <a:pt x="77070" y="33723"/>
                </a:moveTo>
                <a:lnTo>
                  <a:pt x="77070" y="133092"/>
                </a:lnTo>
                <a:lnTo>
                  <a:pt x="131767" y="133092"/>
                </a:lnTo>
                <a:lnTo>
                  <a:pt x="131767" y="97914"/>
                </a:lnTo>
                <a:lnTo>
                  <a:pt x="115356" y="98900"/>
                </a:lnTo>
                <a:cubicBezTo>
                  <a:pt x="108831" y="99687"/>
                  <a:pt x="102335" y="100869"/>
                  <a:pt x="95869" y="102443"/>
                </a:cubicBezTo>
                <a:lnTo>
                  <a:pt x="78445" y="80320"/>
                </a:lnTo>
                <a:lnTo>
                  <a:pt x="131767" y="80320"/>
                </a:lnTo>
                <a:cubicBezTo>
                  <a:pt x="131767" y="61904"/>
                  <a:pt x="131350" y="46372"/>
                  <a:pt x="130517" y="33723"/>
                </a:cubicBezTo>
                <a:lnTo>
                  <a:pt x="77070" y="33723"/>
                </a:lnTo>
                <a:close/>
                <a:moveTo>
                  <a:pt x="144516" y="33723"/>
                </a:moveTo>
                <a:lnTo>
                  <a:pt x="171190" y="41172"/>
                </a:lnTo>
                <a:lnTo>
                  <a:pt x="160190" y="52971"/>
                </a:lnTo>
                <a:lnTo>
                  <a:pt x="160190" y="80320"/>
                </a:lnTo>
                <a:lnTo>
                  <a:pt x="170165" y="80320"/>
                </a:lnTo>
                <a:lnTo>
                  <a:pt x="188389" y="63021"/>
                </a:lnTo>
                <a:lnTo>
                  <a:pt x="216662" y="97719"/>
                </a:lnTo>
                <a:lnTo>
                  <a:pt x="160190" y="97719"/>
                </a:lnTo>
                <a:lnTo>
                  <a:pt x="160190" y="133092"/>
                </a:lnTo>
                <a:lnTo>
                  <a:pt x="176439" y="133092"/>
                </a:lnTo>
                <a:lnTo>
                  <a:pt x="196238" y="114243"/>
                </a:lnTo>
                <a:lnTo>
                  <a:pt x="218062" y="140764"/>
                </a:lnTo>
                <a:lnTo>
                  <a:pt x="218062" y="33723"/>
                </a:lnTo>
                <a:lnTo>
                  <a:pt x="144516" y="3372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5975F07-B851-E789-D940-05B646B2A440}"/>
              </a:ext>
            </a:extLst>
          </p:cNvPr>
          <p:cNvSpPr/>
          <p:nvPr/>
        </p:nvSpPr>
        <p:spPr>
          <a:xfrm>
            <a:off x="5278372" y="3377946"/>
            <a:ext cx="141549" cy="226086"/>
          </a:xfrm>
          <a:custGeom>
            <a:avLst/>
            <a:gdLst>
              <a:gd name="connsiteX0" fmla="*/ 78470 w 141549"/>
              <a:gd name="connsiteY0" fmla="*/ 0 h 226086"/>
              <a:gd name="connsiteX1" fmla="*/ 105294 w 141549"/>
              <a:gd name="connsiteY1" fmla="*/ 27898 h 226086"/>
              <a:gd name="connsiteX2" fmla="*/ 89595 w 141549"/>
              <a:gd name="connsiteY2" fmla="*/ 40247 h 226086"/>
              <a:gd name="connsiteX3" fmla="*/ 89595 w 141549"/>
              <a:gd name="connsiteY3" fmla="*/ 172564 h 226086"/>
              <a:gd name="connsiteX4" fmla="*/ 133642 w 141549"/>
              <a:gd name="connsiteY4" fmla="*/ 128642 h 226086"/>
              <a:gd name="connsiteX5" fmla="*/ 141548 w 141549"/>
              <a:gd name="connsiteY5" fmla="*/ 136931 h 226086"/>
              <a:gd name="connsiteX6" fmla="*/ 141548 w 141549"/>
              <a:gd name="connsiteY6" fmla="*/ 136932 h 226086"/>
              <a:gd name="connsiteX7" fmla="*/ 141549 w 141549"/>
              <a:gd name="connsiteY7" fmla="*/ 136933 h 226086"/>
              <a:gd name="connsiteX8" fmla="*/ 141549 w 141549"/>
              <a:gd name="connsiteY8" fmla="*/ 136934 h 226086"/>
              <a:gd name="connsiteX9" fmla="*/ 141548 w 141549"/>
              <a:gd name="connsiteY9" fmla="*/ 136933 h 226086"/>
              <a:gd name="connsiteX10" fmla="*/ 140928 w 141549"/>
              <a:gd name="connsiteY10" fmla="*/ 141063 h 226086"/>
              <a:gd name="connsiteX11" fmla="*/ 140928 w 141549"/>
              <a:gd name="connsiteY11" fmla="*/ 141063 h 226086"/>
              <a:gd name="connsiteX12" fmla="*/ 140928 w 141549"/>
              <a:gd name="connsiteY12" fmla="*/ 141065 h 226086"/>
              <a:gd name="connsiteX13" fmla="*/ 101812 w 141549"/>
              <a:gd name="connsiteY13" fmla="*/ 193001 h 226086"/>
              <a:gd name="connsiteX14" fmla="*/ 77570 w 141549"/>
              <a:gd name="connsiteY14" fmla="*/ 226086 h 226086"/>
              <a:gd name="connsiteX15" fmla="*/ 53347 w 141549"/>
              <a:gd name="connsiteY15" fmla="*/ 200063 h 226086"/>
              <a:gd name="connsiteX16" fmla="*/ 59621 w 141549"/>
              <a:gd name="connsiteY16" fmla="*/ 177364 h 226086"/>
              <a:gd name="connsiteX17" fmla="*/ 59621 w 141549"/>
              <a:gd name="connsiteY17" fmla="*/ 34698 h 226086"/>
              <a:gd name="connsiteX18" fmla="*/ 56572 w 141549"/>
              <a:gd name="connsiteY18" fmla="*/ 34698 h 226086"/>
              <a:gd name="connsiteX19" fmla="*/ 17424 w 141549"/>
              <a:gd name="connsiteY19" fmla="*/ 39397 h 226086"/>
              <a:gd name="connsiteX20" fmla="*/ 0 w 141549"/>
              <a:gd name="connsiteY20" fmla="*/ 17299 h 226086"/>
              <a:gd name="connsiteX21" fmla="*/ 60346 w 141549"/>
              <a:gd name="connsiteY21" fmla="*/ 17299 h 226086"/>
              <a:gd name="connsiteX22" fmla="*/ 78470 w 141549"/>
              <a:gd name="connsiteY22" fmla="*/ 0 h 226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41549" h="226086">
                <a:moveTo>
                  <a:pt x="78470" y="0"/>
                </a:moveTo>
                <a:lnTo>
                  <a:pt x="105294" y="27898"/>
                </a:lnTo>
                <a:lnTo>
                  <a:pt x="89595" y="40247"/>
                </a:lnTo>
                <a:lnTo>
                  <a:pt x="89595" y="172564"/>
                </a:lnTo>
                <a:lnTo>
                  <a:pt x="133642" y="128642"/>
                </a:lnTo>
                <a:lnTo>
                  <a:pt x="141548" y="136931"/>
                </a:lnTo>
                <a:lnTo>
                  <a:pt x="141548" y="136932"/>
                </a:lnTo>
                <a:lnTo>
                  <a:pt x="141549" y="136933"/>
                </a:lnTo>
                <a:lnTo>
                  <a:pt x="141549" y="136934"/>
                </a:lnTo>
                <a:lnTo>
                  <a:pt x="141548" y="136933"/>
                </a:lnTo>
                <a:lnTo>
                  <a:pt x="140928" y="141063"/>
                </a:lnTo>
                <a:lnTo>
                  <a:pt x="140928" y="141063"/>
                </a:lnTo>
                <a:lnTo>
                  <a:pt x="140928" y="141065"/>
                </a:lnTo>
                <a:lnTo>
                  <a:pt x="101812" y="193001"/>
                </a:lnTo>
                <a:cubicBezTo>
                  <a:pt x="90917" y="207617"/>
                  <a:pt x="82837" y="218645"/>
                  <a:pt x="77570" y="226086"/>
                </a:cubicBezTo>
                <a:lnTo>
                  <a:pt x="53347" y="200063"/>
                </a:lnTo>
                <a:cubicBezTo>
                  <a:pt x="57530" y="192880"/>
                  <a:pt x="59621" y="185313"/>
                  <a:pt x="59621" y="177364"/>
                </a:cubicBezTo>
                <a:lnTo>
                  <a:pt x="59621" y="34698"/>
                </a:lnTo>
                <a:lnTo>
                  <a:pt x="56572" y="34698"/>
                </a:lnTo>
                <a:cubicBezTo>
                  <a:pt x="43406" y="34698"/>
                  <a:pt x="30357" y="36264"/>
                  <a:pt x="17424" y="39397"/>
                </a:cubicBezTo>
                <a:lnTo>
                  <a:pt x="0" y="17299"/>
                </a:lnTo>
                <a:lnTo>
                  <a:pt x="60346" y="17299"/>
                </a:lnTo>
                <a:lnTo>
                  <a:pt x="7847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B5A7A2BA-575A-F6C9-45B1-4215E1345FE3}"/>
              </a:ext>
            </a:extLst>
          </p:cNvPr>
          <p:cNvSpPr/>
          <p:nvPr/>
        </p:nvSpPr>
        <p:spPr>
          <a:xfrm>
            <a:off x="5727268" y="3392396"/>
            <a:ext cx="298232" cy="249035"/>
          </a:xfrm>
          <a:custGeom>
            <a:avLst/>
            <a:gdLst>
              <a:gd name="connsiteX0" fmla="*/ 269709 w 298232"/>
              <a:gd name="connsiteY0" fmla="*/ 0 h 249035"/>
              <a:gd name="connsiteX1" fmla="*/ 298232 w 298232"/>
              <a:gd name="connsiteY1" fmla="*/ 27498 h 249035"/>
              <a:gd name="connsiteX2" fmla="*/ 285683 w 298232"/>
              <a:gd name="connsiteY2" fmla="*/ 39947 h 249035"/>
              <a:gd name="connsiteX3" fmla="*/ 285683 w 298232"/>
              <a:gd name="connsiteY3" fmla="*/ 145966 h 249035"/>
              <a:gd name="connsiteX4" fmla="*/ 278621 w 298232"/>
              <a:gd name="connsiteY4" fmla="*/ 173727 h 249035"/>
              <a:gd name="connsiteX5" fmla="*/ 245385 w 298232"/>
              <a:gd name="connsiteY5" fmla="*/ 194688 h 249035"/>
              <a:gd name="connsiteX6" fmla="*/ 181964 w 298232"/>
              <a:gd name="connsiteY6" fmla="*/ 157815 h 249035"/>
              <a:gd name="connsiteX7" fmla="*/ 181964 w 298232"/>
              <a:gd name="connsiteY7" fmla="*/ 141166 h 249035"/>
              <a:gd name="connsiteX8" fmla="*/ 244085 w 298232"/>
              <a:gd name="connsiteY8" fmla="*/ 149041 h 249035"/>
              <a:gd name="connsiteX9" fmla="*/ 252560 w 298232"/>
              <a:gd name="connsiteY9" fmla="*/ 139691 h 249035"/>
              <a:gd name="connsiteX10" fmla="*/ 252560 w 298232"/>
              <a:gd name="connsiteY10" fmla="*/ 36248 h 249035"/>
              <a:gd name="connsiteX11" fmla="*/ 152366 w 298232"/>
              <a:gd name="connsiteY11" fmla="*/ 36248 h 249035"/>
              <a:gd name="connsiteX12" fmla="*/ 152366 w 298232"/>
              <a:gd name="connsiteY12" fmla="*/ 178039 h 249035"/>
              <a:gd name="connsiteX13" fmla="*/ 153916 w 298232"/>
              <a:gd name="connsiteY13" fmla="*/ 232786 h 249035"/>
              <a:gd name="connsiteX14" fmla="*/ 119218 w 298232"/>
              <a:gd name="connsiteY14" fmla="*/ 249035 h 249035"/>
              <a:gd name="connsiteX15" fmla="*/ 120793 w 298232"/>
              <a:gd name="connsiteY15" fmla="*/ 174889 h 249035"/>
              <a:gd name="connsiteX16" fmla="*/ 120793 w 298232"/>
              <a:gd name="connsiteY16" fmla="*/ 36248 h 249035"/>
              <a:gd name="connsiteX17" fmla="*/ 56572 w 298232"/>
              <a:gd name="connsiteY17" fmla="*/ 36248 h 249035"/>
              <a:gd name="connsiteX18" fmla="*/ 17424 w 298232"/>
              <a:gd name="connsiteY18" fmla="*/ 40972 h 249035"/>
              <a:gd name="connsiteX19" fmla="*/ 0 w 298232"/>
              <a:gd name="connsiteY19" fmla="*/ 18849 h 249035"/>
              <a:gd name="connsiteX20" fmla="*/ 250160 w 298232"/>
              <a:gd name="connsiteY20" fmla="*/ 18849 h 249035"/>
              <a:gd name="connsiteX21" fmla="*/ 269709 w 298232"/>
              <a:gd name="connsiteY21" fmla="*/ 0 h 2490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298232" h="249035">
                <a:moveTo>
                  <a:pt x="269709" y="0"/>
                </a:moveTo>
                <a:lnTo>
                  <a:pt x="298232" y="27498"/>
                </a:lnTo>
                <a:lnTo>
                  <a:pt x="285683" y="39947"/>
                </a:lnTo>
                <a:lnTo>
                  <a:pt x="285683" y="145966"/>
                </a:lnTo>
                <a:cubicBezTo>
                  <a:pt x="285683" y="157399"/>
                  <a:pt x="283329" y="166652"/>
                  <a:pt x="278621" y="173727"/>
                </a:cubicBezTo>
                <a:cubicBezTo>
                  <a:pt x="273913" y="180801"/>
                  <a:pt x="262834" y="187788"/>
                  <a:pt x="245385" y="194688"/>
                </a:cubicBezTo>
                <a:cubicBezTo>
                  <a:pt x="237419" y="176522"/>
                  <a:pt x="216279" y="164232"/>
                  <a:pt x="181964" y="157815"/>
                </a:cubicBezTo>
                <a:lnTo>
                  <a:pt x="181964" y="141166"/>
                </a:lnTo>
                <a:cubicBezTo>
                  <a:pt x="217729" y="146416"/>
                  <a:pt x="238436" y="149041"/>
                  <a:pt x="244085" y="149041"/>
                </a:cubicBezTo>
                <a:cubicBezTo>
                  <a:pt x="249735" y="149041"/>
                  <a:pt x="252560" y="145924"/>
                  <a:pt x="252560" y="139691"/>
                </a:cubicBezTo>
                <a:lnTo>
                  <a:pt x="252560" y="36248"/>
                </a:lnTo>
                <a:lnTo>
                  <a:pt x="152366" y="36248"/>
                </a:lnTo>
                <a:lnTo>
                  <a:pt x="152366" y="178039"/>
                </a:lnTo>
                <a:cubicBezTo>
                  <a:pt x="152366" y="197588"/>
                  <a:pt x="152883" y="215837"/>
                  <a:pt x="153916" y="232786"/>
                </a:cubicBezTo>
                <a:lnTo>
                  <a:pt x="119218" y="249035"/>
                </a:lnTo>
                <a:cubicBezTo>
                  <a:pt x="120268" y="221670"/>
                  <a:pt x="120793" y="196955"/>
                  <a:pt x="120793" y="174889"/>
                </a:cubicBezTo>
                <a:lnTo>
                  <a:pt x="120793" y="36248"/>
                </a:lnTo>
                <a:lnTo>
                  <a:pt x="56572" y="36248"/>
                </a:lnTo>
                <a:cubicBezTo>
                  <a:pt x="43406" y="36248"/>
                  <a:pt x="30357" y="37823"/>
                  <a:pt x="17424" y="40972"/>
                </a:cubicBezTo>
                <a:lnTo>
                  <a:pt x="0" y="18849"/>
                </a:lnTo>
                <a:lnTo>
                  <a:pt x="250160" y="18849"/>
                </a:lnTo>
                <a:lnTo>
                  <a:pt x="269709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3A707BFE-DCF5-4A30-1C2A-9D07858549AA}"/>
              </a:ext>
            </a:extLst>
          </p:cNvPr>
          <p:cNvSpPr/>
          <p:nvPr/>
        </p:nvSpPr>
        <p:spPr>
          <a:xfrm>
            <a:off x="6529295" y="3419468"/>
            <a:ext cx="368802" cy="210662"/>
          </a:xfrm>
          <a:custGeom>
            <a:avLst/>
            <a:gdLst>
              <a:gd name="connsiteX0" fmla="*/ 62746 w 368802"/>
              <a:gd name="connsiteY0" fmla="*/ 0 h 210662"/>
              <a:gd name="connsiteX1" fmla="*/ 91019 w 368802"/>
              <a:gd name="connsiteY1" fmla="*/ 14149 h 210662"/>
              <a:gd name="connsiteX2" fmla="*/ 268534 w 368802"/>
              <a:gd name="connsiteY2" fmla="*/ 14149 h 210662"/>
              <a:gd name="connsiteX3" fmla="*/ 279683 w 368802"/>
              <a:gd name="connsiteY3" fmla="*/ 0 h 210662"/>
              <a:gd name="connsiteX4" fmla="*/ 309206 w 368802"/>
              <a:gd name="connsiteY4" fmla="*/ 22499 h 210662"/>
              <a:gd name="connsiteX5" fmla="*/ 298232 w 368802"/>
              <a:gd name="connsiteY5" fmla="*/ 33673 h 210662"/>
              <a:gd name="connsiteX6" fmla="*/ 299782 w 368802"/>
              <a:gd name="connsiteY6" fmla="*/ 116193 h 210662"/>
              <a:gd name="connsiteX7" fmla="*/ 268234 w 368802"/>
              <a:gd name="connsiteY7" fmla="*/ 127317 h 210662"/>
              <a:gd name="connsiteX8" fmla="*/ 268234 w 368802"/>
              <a:gd name="connsiteY8" fmla="*/ 114768 h 210662"/>
              <a:gd name="connsiteX9" fmla="*/ 197838 w 368802"/>
              <a:gd name="connsiteY9" fmla="*/ 114768 h 210662"/>
              <a:gd name="connsiteX10" fmla="*/ 197838 w 368802"/>
              <a:gd name="connsiteY10" fmla="*/ 142142 h 210662"/>
              <a:gd name="connsiteX11" fmla="*/ 275508 w 368802"/>
              <a:gd name="connsiteY11" fmla="*/ 142142 h 210662"/>
              <a:gd name="connsiteX12" fmla="*/ 300182 w 368802"/>
              <a:gd name="connsiteY12" fmla="*/ 121718 h 210662"/>
              <a:gd name="connsiteX13" fmla="*/ 329605 w 368802"/>
              <a:gd name="connsiteY13" fmla="*/ 159566 h 210662"/>
              <a:gd name="connsiteX14" fmla="*/ 197838 w 368802"/>
              <a:gd name="connsiteY14" fmla="*/ 159566 h 210662"/>
              <a:gd name="connsiteX15" fmla="*/ 197838 w 368802"/>
              <a:gd name="connsiteY15" fmla="*/ 188564 h 210662"/>
              <a:gd name="connsiteX16" fmla="*/ 311481 w 368802"/>
              <a:gd name="connsiteY16" fmla="*/ 188564 h 210662"/>
              <a:gd name="connsiteX17" fmla="*/ 337779 w 368802"/>
              <a:gd name="connsiteY17" fmla="*/ 164990 h 210662"/>
              <a:gd name="connsiteX18" fmla="*/ 368802 w 368802"/>
              <a:gd name="connsiteY18" fmla="*/ 205963 h 210662"/>
              <a:gd name="connsiteX19" fmla="*/ 56546 w 368802"/>
              <a:gd name="connsiteY19" fmla="*/ 205963 h 210662"/>
              <a:gd name="connsiteX20" fmla="*/ 17399 w 368802"/>
              <a:gd name="connsiteY20" fmla="*/ 210662 h 210662"/>
              <a:gd name="connsiteX21" fmla="*/ 0 w 368802"/>
              <a:gd name="connsiteY21" fmla="*/ 188564 h 210662"/>
              <a:gd name="connsiteX22" fmla="*/ 167840 w 368802"/>
              <a:gd name="connsiteY22" fmla="*/ 188564 h 210662"/>
              <a:gd name="connsiteX23" fmla="*/ 167840 w 368802"/>
              <a:gd name="connsiteY23" fmla="*/ 159566 h 210662"/>
              <a:gd name="connsiteX24" fmla="*/ 91069 w 368802"/>
              <a:gd name="connsiteY24" fmla="*/ 159566 h 210662"/>
              <a:gd name="connsiteX25" fmla="*/ 51922 w 368802"/>
              <a:gd name="connsiteY25" fmla="*/ 164265 h 210662"/>
              <a:gd name="connsiteX26" fmla="*/ 34498 w 368802"/>
              <a:gd name="connsiteY26" fmla="*/ 142142 h 210662"/>
              <a:gd name="connsiteX27" fmla="*/ 167840 w 368802"/>
              <a:gd name="connsiteY27" fmla="*/ 142142 h 210662"/>
              <a:gd name="connsiteX28" fmla="*/ 167840 w 368802"/>
              <a:gd name="connsiteY28" fmla="*/ 114768 h 210662"/>
              <a:gd name="connsiteX29" fmla="*/ 94294 w 368802"/>
              <a:gd name="connsiteY29" fmla="*/ 114768 h 210662"/>
              <a:gd name="connsiteX30" fmla="*/ 94294 w 368802"/>
              <a:gd name="connsiteY30" fmla="*/ 122793 h 210662"/>
              <a:gd name="connsiteX31" fmla="*/ 62746 w 368802"/>
              <a:gd name="connsiteY31" fmla="*/ 132017 h 210662"/>
              <a:gd name="connsiteX32" fmla="*/ 64296 w 368802"/>
              <a:gd name="connsiteY32" fmla="*/ 65384 h 210662"/>
              <a:gd name="connsiteX33" fmla="*/ 62746 w 368802"/>
              <a:gd name="connsiteY33" fmla="*/ 0 h 210662"/>
              <a:gd name="connsiteX34" fmla="*/ 94294 w 368802"/>
              <a:gd name="connsiteY34" fmla="*/ 31573 h 210662"/>
              <a:gd name="connsiteX35" fmla="*/ 94294 w 368802"/>
              <a:gd name="connsiteY35" fmla="*/ 57372 h 210662"/>
              <a:gd name="connsiteX36" fmla="*/ 167840 w 368802"/>
              <a:gd name="connsiteY36" fmla="*/ 57372 h 210662"/>
              <a:gd name="connsiteX37" fmla="*/ 167840 w 368802"/>
              <a:gd name="connsiteY37" fmla="*/ 31573 h 210662"/>
              <a:gd name="connsiteX38" fmla="*/ 94294 w 368802"/>
              <a:gd name="connsiteY38" fmla="*/ 31573 h 210662"/>
              <a:gd name="connsiteX39" fmla="*/ 197838 w 368802"/>
              <a:gd name="connsiteY39" fmla="*/ 31573 h 210662"/>
              <a:gd name="connsiteX40" fmla="*/ 197838 w 368802"/>
              <a:gd name="connsiteY40" fmla="*/ 57372 h 210662"/>
              <a:gd name="connsiteX41" fmla="*/ 268234 w 368802"/>
              <a:gd name="connsiteY41" fmla="*/ 57372 h 210662"/>
              <a:gd name="connsiteX42" fmla="*/ 268234 w 368802"/>
              <a:gd name="connsiteY42" fmla="*/ 31573 h 210662"/>
              <a:gd name="connsiteX43" fmla="*/ 197838 w 368802"/>
              <a:gd name="connsiteY43" fmla="*/ 31573 h 210662"/>
              <a:gd name="connsiteX44" fmla="*/ 94294 w 368802"/>
              <a:gd name="connsiteY44" fmla="*/ 74771 h 210662"/>
              <a:gd name="connsiteX45" fmla="*/ 94294 w 368802"/>
              <a:gd name="connsiteY45" fmla="*/ 97344 h 210662"/>
              <a:gd name="connsiteX46" fmla="*/ 167840 w 368802"/>
              <a:gd name="connsiteY46" fmla="*/ 97344 h 210662"/>
              <a:gd name="connsiteX47" fmla="*/ 167840 w 368802"/>
              <a:gd name="connsiteY47" fmla="*/ 74771 h 210662"/>
              <a:gd name="connsiteX48" fmla="*/ 94294 w 368802"/>
              <a:gd name="connsiteY48" fmla="*/ 74771 h 210662"/>
              <a:gd name="connsiteX49" fmla="*/ 197838 w 368802"/>
              <a:gd name="connsiteY49" fmla="*/ 74771 h 210662"/>
              <a:gd name="connsiteX50" fmla="*/ 197838 w 368802"/>
              <a:gd name="connsiteY50" fmla="*/ 97344 h 210662"/>
              <a:gd name="connsiteX51" fmla="*/ 268234 w 368802"/>
              <a:gd name="connsiteY51" fmla="*/ 97344 h 210662"/>
              <a:gd name="connsiteX52" fmla="*/ 268234 w 368802"/>
              <a:gd name="connsiteY52" fmla="*/ 74771 h 210662"/>
              <a:gd name="connsiteX53" fmla="*/ 197838 w 368802"/>
              <a:gd name="connsiteY53" fmla="*/ 74771 h 210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368802" h="210662">
                <a:moveTo>
                  <a:pt x="62746" y="0"/>
                </a:moveTo>
                <a:lnTo>
                  <a:pt x="91019" y="14149"/>
                </a:lnTo>
                <a:lnTo>
                  <a:pt x="268534" y="14149"/>
                </a:lnTo>
                <a:lnTo>
                  <a:pt x="279683" y="0"/>
                </a:lnTo>
                <a:lnTo>
                  <a:pt x="309206" y="22499"/>
                </a:lnTo>
                <a:lnTo>
                  <a:pt x="298232" y="33673"/>
                </a:lnTo>
                <a:cubicBezTo>
                  <a:pt x="298232" y="73537"/>
                  <a:pt x="298748" y="101044"/>
                  <a:pt x="299782" y="116193"/>
                </a:cubicBezTo>
                <a:lnTo>
                  <a:pt x="268234" y="127317"/>
                </a:lnTo>
                <a:lnTo>
                  <a:pt x="268234" y="114768"/>
                </a:lnTo>
                <a:lnTo>
                  <a:pt x="197838" y="114768"/>
                </a:lnTo>
                <a:lnTo>
                  <a:pt x="197838" y="142142"/>
                </a:lnTo>
                <a:lnTo>
                  <a:pt x="275508" y="142142"/>
                </a:lnTo>
                <a:lnTo>
                  <a:pt x="300182" y="121718"/>
                </a:lnTo>
                <a:lnTo>
                  <a:pt x="329605" y="159566"/>
                </a:lnTo>
                <a:lnTo>
                  <a:pt x="197838" y="159566"/>
                </a:lnTo>
                <a:lnTo>
                  <a:pt x="197838" y="188564"/>
                </a:lnTo>
                <a:lnTo>
                  <a:pt x="311481" y="188564"/>
                </a:lnTo>
                <a:lnTo>
                  <a:pt x="337779" y="164990"/>
                </a:lnTo>
                <a:lnTo>
                  <a:pt x="368802" y="205963"/>
                </a:lnTo>
                <a:lnTo>
                  <a:pt x="56546" y="205963"/>
                </a:lnTo>
                <a:cubicBezTo>
                  <a:pt x="43397" y="205963"/>
                  <a:pt x="30348" y="207529"/>
                  <a:pt x="17399" y="210662"/>
                </a:cubicBezTo>
                <a:lnTo>
                  <a:pt x="0" y="188564"/>
                </a:lnTo>
                <a:lnTo>
                  <a:pt x="167840" y="188564"/>
                </a:lnTo>
                <a:lnTo>
                  <a:pt x="167840" y="159566"/>
                </a:lnTo>
                <a:lnTo>
                  <a:pt x="91069" y="159566"/>
                </a:lnTo>
                <a:cubicBezTo>
                  <a:pt x="77903" y="159566"/>
                  <a:pt x="64854" y="161132"/>
                  <a:pt x="51922" y="164265"/>
                </a:cubicBezTo>
                <a:lnTo>
                  <a:pt x="34498" y="142142"/>
                </a:lnTo>
                <a:lnTo>
                  <a:pt x="167840" y="142142"/>
                </a:lnTo>
                <a:lnTo>
                  <a:pt x="167840" y="114768"/>
                </a:lnTo>
                <a:lnTo>
                  <a:pt x="94294" y="114768"/>
                </a:lnTo>
                <a:lnTo>
                  <a:pt x="94294" y="122793"/>
                </a:lnTo>
                <a:lnTo>
                  <a:pt x="62746" y="132017"/>
                </a:lnTo>
                <a:cubicBezTo>
                  <a:pt x="63779" y="107902"/>
                  <a:pt x="64296" y="85691"/>
                  <a:pt x="64296" y="65384"/>
                </a:cubicBezTo>
                <a:cubicBezTo>
                  <a:pt x="64296" y="45077"/>
                  <a:pt x="63779" y="23282"/>
                  <a:pt x="62746" y="0"/>
                </a:cubicBezTo>
                <a:close/>
                <a:moveTo>
                  <a:pt x="94294" y="31573"/>
                </a:moveTo>
                <a:lnTo>
                  <a:pt x="94294" y="57372"/>
                </a:lnTo>
                <a:lnTo>
                  <a:pt x="167840" y="57372"/>
                </a:lnTo>
                <a:lnTo>
                  <a:pt x="167840" y="31573"/>
                </a:lnTo>
                <a:lnTo>
                  <a:pt x="94294" y="31573"/>
                </a:lnTo>
                <a:close/>
                <a:moveTo>
                  <a:pt x="197838" y="31573"/>
                </a:moveTo>
                <a:lnTo>
                  <a:pt x="197838" y="57372"/>
                </a:lnTo>
                <a:lnTo>
                  <a:pt x="268234" y="57372"/>
                </a:lnTo>
                <a:lnTo>
                  <a:pt x="268234" y="31573"/>
                </a:lnTo>
                <a:lnTo>
                  <a:pt x="197838" y="31573"/>
                </a:lnTo>
                <a:close/>
                <a:moveTo>
                  <a:pt x="94294" y="74771"/>
                </a:moveTo>
                <a:lnTo>
                  <a:pt x="94294" y="97344"/>
                </a:lnTo>
                <a:lnTo>
                  <a:pt x="167840" y="97344"/>
                </a:lnTo>
                <a:lnTo>
                  <a:pt x="167840" y="74771"/>
                </a:lnTo>
                <a:lnTo>
                  <a:pt x="94294" y="74771"/>
                </a:lnTo>
                <a:close/>
                <a:moveTo>
                  <a:pt x="197838" y="74771"/>
                </a:moveTo>
                <a:lnTo>
                  <a:pt x="197838" y="97344"/>
                </a:lnTo>
                <a:lnTo>
                  <a:pt x="268234" y="97344"/>
                </a:lnTo>
                <a:lnTo>
                  <a:pt x="268234" y="74771"/>
                </a:lnTo>
                <a:lnTo>
                  <a:pt x="197838" y="7477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2" name="任意多边形: 形状 21">
            <a:extLst>
              <a:ext uri="{FF2B5EF4-FFF2-40B4-BE49-F238E27FC236}">
                <a16:creationId xmlns:a16="http://schemas.microsoft.com/office/drawing/2014/main" id="{AB5F52D2-F01B-4491-67B9-317764354AA7}"/>
              </a:ext>
            </a:extLst>
          </p:cNvPr>
          <p:cNvSpPr/>
          <p:nvPr/>
        </p:nvSpPr>
        <p:spPr>
          <a:xfrm>
            <a:off x="6174617" y="3441142"/>
            <a:ext cx="280982" cy="200288"/>
          </a:xfrm>
          <a:custGeom>
            <a:avLst/>
            <a:gdLst>
              <a:gd name="connsiteX0" fmla="*/ 134891 w 280982"/>
              <a:gd name="connsiteY0" fmla="*/ 0 h 200288"/>
              <a:gd name="connsiteX1" fmla="*/ 179014 w 280982"/>
              <a:gd name="connsiteY1" fmla="*/ 21974 h 200288"/>
              <a:gd name="connsiteX2" fmla="*/ 166289 w 280982"/>
              <a:gd name="connsiteY2" fmla="*/ 35548 h 200288"/>
              <a:gd name="connsiteX3" fmla="*/ 154815 w 280982"/>
              <a:gd name="connsiteY3" fmla="*/ 98700 h 200288"/>
              <a:gd name="connsiteX4" fmla="*/ 151700 w 280982"/>
              <a:gd name="connsiteY4" fmla="*/ 105133 h 200288"/>
              <a:gd name="connsiteX5" fmla="*/ 215080 w 280982"/>
              <a:gd name="connsiteY5" fmla="*/ 123552 h 200288"/>
              <a:gd name="connsiteX6" fmla="*/ 252734 w 280982"/>
              <a:gd name="connsiteY6" fmla="*/ 136929 h 200288"/>
              <a:gd name="connsiteX7" fmla="*/ 279220 w 280982"/>
              <a:gd name="connsiteY7" fmla="*/ 157515 h 200288"/>
              <a:gd name="connsiteX8" fmla="*/ 280982 w 280982"/>
              <a:gd name="connsiteY8" fmla="*/ 171739 h 200288"/>
              <a:gd name="connsiteX9" fmla="*/ 277783 w 280982"/>
              <a:gd name="connsiteY9" fmla="*/ 188063 h 200288"/>
              <a:gd name="connsiteX10" fmla="*/ 269908 w 280982"/>
              <a:gd name="connsiteY10" fmla="*/ 195563 h 200288"/>
              <a:gd name="connsiteX11" fmla="*/ 253084 w 280982"/>
              <a:gd name="connsiteY11" fmla="*/ 185364 h 200288"/>
              <a:gd name="connsiteX12" fmla="*/ 219861 w 280982"/>
              <a:gd name="connsiteY12" fmla="*/ 157340 h 200288"/>
              <a:gd name="connsiteX13" fmla="*/ 149015 w 280982"/>
              <a:gd name="connsiteY13" fmla="*/ 118943 h 200288"/>
              <a:gd name="connsiteX14" fmla="*/ 151471 w 280982"/>
              <a:gd name="connsiteY14" fmla="*/ 105605 h 200288"/>
              <a:gd name="connsiteX15" fmla="*/ 142835 w 280982"/>
              <a:gd name="connsiteY15" fmla="*/ 123438 h 200288"/>
              <a:gd name="connsiteX16" fmla="*/ 126692 w 280982"/>
              <a:gd name="connsiteY16" fmla="*/ 143616 h 200288"/>
              <a:gd name="connsiteX17" fmla="*/ 3199 w 280982"/>
              <a:gd name="connsiteY17" fmla="*/ 200288 h 200288"/>
              <a:gd name="connsiteX18" fmla="*/ 0 w 280982"/>
              <a:gd name="connsiteY18" fmla="*/ 189163 h 200288"/>
              <a:gd name="connsiteX19" fmla="*/ 71133 w 280982"/>
              <a:gd name="connsiteY19" fmla="*/ 154703 h 200288"/>
              <a:gd name="connsiteX20" fmla="*/ 117992 w 280982"/>
              <a:gd name="connsiteY20" fmla="*/ 106906 h 200288"/>
              <a:gd name="connsiteX21" fmla="*/ 133341 w 280982"/>
              <a:gd name="connsiteY21" fmla="*/ 52634 h 200288"/>
              <a:gd name="connsiteX22" fmla="*/ 134891 w 280982"/>
              <a:gd name="connsiteY22" fmla="*/ 0 h 200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280982" h="200288">
                <a:moveTo>
                  <a:pt x="134891" y="0"/>
                </a:moveTo>
                <a:lnTo>
                  <a:pt x="179014" y="21974"/>
                </a:lnTo>
                <a:lnTo>
                  <a:pt x="166289" y="35548"/>
                </a:lnTo>
                <a:cubicBezTo>
                  <a:pt x="165239" y="59638"/>
                  <a:pt x="161415" y="80689"/>
                  <a:pt x="154815" y="98700"/>
                </a:cubicBezTo>
                <a:lnTo>
                  <a:pt x="151700" y="105133"/>
                </a:lnTo>
                <a:lnTo>
                  <a:pt x="215080" y="123552"/>
                </a:lnTo>
                <a:cubicBezTo>
                  <a:pt x="231942" y="128858"/>
                  <a:pt x="244493" y="133317"/>
                  <a:pt x="252734" y="136929"/>
                </a:cubicBezTo>
                <a:cubicBezTo>
                  <a:pt x="269216" y="144154"/>
                  <a:pt x="278045" y="151016"/>
                  <a:pt x="279220" y="157515"/>
                </a:cubicBezTo>
                <a:cubicBezTo>
                  <a:pt x="280395" y="164015"/>
                  <a:pt x="280982" y="168756"/>
                  <a:pt x="280982" y="171739"/>
                </a:cubicBezTo>
                <a:cubicBezTo>
                  <a:pt x="280982" y="177622"/>
                  <a:pt x="279916" y="183064"/>
                  <a:pt x="277783" y="188063"/>
                </a:cubicBezTo>
                <a:cubicBezTo>
                  <a:pt x="275649" y="193063"/>
                  <a:pt x="273025" y="195563"/>
                  <a:pt x="269908" y="195563"/>
                </a:cubicBezTo>
                <a:cubicBezTo>
                  <a:pt x="265392" y="195563"/>
                  <a:pt x="259784" y="192163"/>
                  <a:pt x="253084" y="185364"/>
                </a:cubicBezTo>
                <a:cubicBezTo>
                  <a:pt x="245301" y="176531"/>
                  <a:pt x="234227" y="167190"/>
                  <a:pt x="219861" y="157340"/>
                </a:cubicBezTo>
                <a:cubicBezTo>
                  <a:pt x="205495" y="147491"/>
                  <a:pt x="181880" y="134692"/>
                  <a:pt x="149015" y="118943"/>
                </a:cubicBezTo>
                <a:lnTo>
                  <a:pt x="151471" y="105605"/>
                </a:lnTo>
                <a:lnTo>
                  <a:pt x="142835" y="123438"/>
                </a:lnTo>
                <a:cubicBezTo>
                  <a:pt x="138147" y="130924"/>
                  <a:pt x="132766" y="137650"/>
                  <a:pt x="126692" y="143616"/>
                </a:cubicBezTo>
                <a:cubicBezTo>
                  <a:pt x="102393" y="167481"/>
                  <a:pt x="61229" y="186372"/>
                  <a:pt x="3199" y="200288"/>
                </a:cubicBezTo>
                <a:lnTo>
                  <a:pt x="0" y="189163"/>
                </a:lnTo>
                <a:cubicBezTo>
                  <a:pt x="25381" y="180097"/>
                  <a:pt x="49092" y="168610"/>
                  <a:pt x="71133" y="154703"/>
                </a:cubicBezTo>
                <a:cubicBezTo>
                  <a:pt x="93173" y="140796"/>
                  <a:pt x="108793" y="124863"/>
                  <a:pt x="117992" y="106906"/>
                </a:cubicBezTo>
                <a:cubicBezTo>
                  <a:pt x="127192" y="88949"/>
                  <a:pt x="132308" y="70858"/>
                  <a:pt x="133341" y="52634"/>
                </a:cubicBezTo>
                <a:cubicBezTo>
                  <a:pt x="134375" y="34410"/>
                  <a:pt x="134891" y="16866"/>
                  <a:pt x="134891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D919235E-F2C6-38EF-5D9C-5002ED402DD9}"/>
              </a:ext>
            </a:extLst>
          </p:cNvPr>
          <p:cNvSpPr/>
          <p:nvPr/>
        </p:nvSpPr>
        <p:spPr>
          <a:xfrm>
            <a:off x="5472885" y="3446717"/>
            <a:ext cx="108419" cy="133316"/>
          </a:xfrm>
          <a:custGeom>
            <a:avLst/>
            <a:gdLst>
              <a:gd name="connsiteX0" fmla="*/ 0 w 108419"/>
              <a:gd name="connsiteY0" fmla="*/ 0 h 133316"/>
              <a:gd name="connsiteX1" fmla="*/ 27049 w 108419"/>
              <a:gd name="connsiteY1" fmla="*/ 15724 h 133316"/>
              <a:gd name="connsiteX2" fmla="*/ 69746 w 108419"/>
              <a:gd name="connsiteY2" fmla="*/ 15724 h 133316"/>
              <a:gd name="connsiteX3" fmla="*/ 84745 w 108419"/>
              <a:gd name="connsiteY3" fmla="*/ 1574 h 133316"/>
              <a:gd name="connsiteX4" fmla="*/ 108419 w 108419"/>
              <a:gd name="connsiteY4" fmla="*/ 25973 h 133316"/>
              <a:gd name="connsiteX5" fmla="*/ 97444 w 108419"/>
              <a:gd name="connsiteY5" fmla="*/ 36772 h 133316"/>
              <a:gd name="connsiteX6" fmla="*/ 99019 w 108419"/>
              <a:gd name="connsiteY6" fmla="*/ 112743 h 133316"/>
              <a:gd name="connsiteX7" fmla="*/ 69021 w 108419"/>
              <a:gd name="connsiteY7" fmla="*/ 123917 h 133316"/>
              <a:gd name="connsiteX8" fmla="*/ 69021 w 108419"/>
              <a:gd name="connsiteY8" fmla="*/ 103518 h 133316"/>
              <a:gd name="connsiteX9" fmla="*/ 29998 w 108419"/>
              <a:gd name="connsiteY9" fmla="*/ 103518 h 133316"/>
              <a:gd name="connsiteX10" fmla="*/ 29998 w 108419"/>
              <a:gd name="connsiteY10" fmla="*/ 122217 h 133316"/>
              <a:gd name="connsiteX11" fmla="*/ 0 w 108419"/>
              <a:gd name="connsiteY11" fmla="*/ 133316 h 133316"/>
              <a:gd name="connsiteX12" fmla="*/ 1575 w 108419"/>
              <a:gd name="connsiteY12" fmla="*/ 67570 h 133316"/>
              <a:gd name="connsiteX13" fmla="*/ 0 w 108419"/>
              <a:gd name="connsiteY13" fmla="*/ 0 h 133316"/>
              <a:gd name="connsiteX14" fmla="*/ 29998 w 108419"/>
              <a:gd name="connsiteY14" fmla="*/ 33123 h 133316"/>
              <a:gd name="connsiteX15" fmla="*/ 29998 w 108419"/>
              <a:gd name="connsiteY15" fmla="*/ 86119 h 133316"/>
              <a:gd name="connsiteX16" fmla="*/ 69021 w 108419"/>
              <a:gd name="connsiteY16" fmla="*/ 86119 h 133316"/>
              <a:gd name="connsiteX17" fmla="*/ 69021 w 108419"/>
              <a:gd name="connsiteY17" fmla="*/ 33123 h 133316"/>
              <a:gd name="connsiteX18" fmla="*/ 29998 w 108419"/>
              <a:gd name="connsiteY18" fmla="*/ 33123 h 133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08419" h="133316">
                <a:moveTo>
                  <a:pt x="0" y="0"/>
                </a:moveTo>
                <a:lnTo>
                  <a:pt x="27049" y="15724"/>
                </a:lnTo>
                <a:lnTo>
                  <a:pt x="69746" y="15724"/>
                </a:lnTo>
                <a:lnTo>
                  <a:pt x="84745" y="1574"/>
                </a:lnTo>
                <a:lnTo>
                  <a:pt x="108419" y="25973"/>
                </a:lnTo>
                <a:lnTo>
                  <a:pt x="97444" y="36772"/>
                </a:lnTo>
                <a:cubicBezTo>
                  <a:pt x="97444" y="71337"/>
                  <a:pt x="97969" y="96660"/>
                  <a:pt x="99019" y="112743"/>
                </a:cubicBezTo>
                <a:lnTo>
                  <a:pt x="69021" y="123917"/>
                </a:lnTo>
                <a:lnTo>
                  <a:pt x="69021" y="103518"/>
                </a:lnTo>
                <a:lnTo>
                  <a:pt x="29998" y="103518"/>
                </a:lnTo>
                <a:lnTo>
                  <a:pt x="29998" y="122217"/>
                </a:lnTo>
                <a:lnTo>
                  <a:pt x="0" y="133316"/>
                </a:lnTo>
                <a:cubicBezTo>
                  <a:pt x="1050" y="110251"/>
                  <a:pt x="1575" y="88336"/>
                  <a:pt x="1575" y="67570"/>
                </a:cubicBezTo>
                <a:cubicBezTo>
                  <a:pt x="1575" y="46805"/>
                  <a:pt x="1050" y="24281"/>
                  <a:pt x="0" y="0"/>
                </a:cubicBezTo>
                <a:close/>
                <a:moveTo>
                  <a:pt x="29998" y="33123"/>
                </a:moveTo>
                <a:lnTo>
                  <a:pt x="29998" y="86119"/>
                </a:lnTo>
                <a:lnTo>
                  <a:pt x="69021" y="86119"/>
                </a:lnTo>
                <a:lnTo>
                  <a:pt x="69021" y="33123"/>
                </a:lnTo>
                <a:lnTo>
                  <a:pt x="29998" y="3312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4" name="任意多边形: 形状 23">
            <a:extLst>
              <a:ext uri="{FF2B5EF4-FFF2-40B4-BE49-F238E27FC236}">
                <a16:creationId xmlns:a16="http://schemas.microsoft.com/office/drawing/2014/main" id="{F8B7BBFE-52E7-9A82-7D31-F600280EA94E}"/>
              </a:ext>
            </a:extLst>
          </p:cNvPr>
          <p:cNvSpPr/>
          <p:nvPr/>
        </p:nvSpPr>
        <p:spPr>
          <a:xfrm>
            <a:off x="5419301" y="3514881"/>
            <a:ext cx="2011" cy="4127"/>
          </a:xfrm>
          <a:custGeom>
            <a:avLst/>
            <a:gdLst>
              <a:gd name="connsiteX0" fmla="*/ 620 w 2011"/>
              <a:gd name="connsiteY0" fmla="*/ 0 h 4127"/>
              <a:gd name="connsiteX1" fmla="*/ 2011 w 2011"/>
              <a:gd name="connsiteY1" fmla="*/ 1458 h 4127"/>
              <a:gd name="connsiteX2" fmla="*/ 0 w 2011"/>
              <a:gd name="connsiteY2" fmla="*/ 4127 h 4127"/>
              <a:gd name="connsiteX3" fmla="*/ 620 w 2011"/>
              <a:gd name="connsiteY3" fmla="*/ 0 h 4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11" h="4127">
                <a:moveTo>
                  <a:pt x="620" y="0"/>
                </a:moveTo>
                <a:lnTo>
                  <a:pt x="2011" y="1458"/>
                </a:lnTo>
                <a:lnTo>
                  <a:pt x="0" y="4127"/>
                </a:lnTo>
                <a:lnTo>
                  <a:pt x="62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1546D3CC-BD61-6F98-0CEB-2C2B40E180BF}"/>
              </a:ext>
            </a:extLst>
          </p:cNvPr>
          <p:cNvSpPr txBox="1"/>
          <p:nvPr/>
        </p:nvSpPr>
        <p:spPr>
          <a:xfrm>
            <a:off x="5400167" y="6893867"/>
            <a:ext cx="14296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指标赋权</a:t>
            </a:r>
          </a:p>
        </p:txBody>
      </p:sp>
    </p:spTree>
    <p:extLst>
      <p:ext uri="{BB962C8B-B14F-4D97-AF65-F5344CB8AC3E}">
        <p14:creationId xmlns:p14="http://schemas.microsoft.com/office/powerpoint/2010/main" val="3661697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1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2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>
            <a:extLst>
              <a:ext uri="{FF2B5EF4-FFF2-40B4-BE49-F238E27FC236}">
                <a16:creationId xmlns:a16="http://schemas.microsoft.com/office/drawing/2014/main" id="{1D3C0C96-BA45-B69C-0575-7059C521B768}"/>
              </a:ext>
            </a:extLst>
          </p:cNvPr>
          <p:cNvGrpSpPr/>
          <p:nvPr/>
        </p:nvGrpSpPr>
        <p:grpSpPr>
          <a:xfrm>
            <a:off x="460323" y="486494"/>
            <a:ext cx="11309346" cy="4672539"/>
            <a:chOff x="414749" y="2467146"/>
            <a:chExt cx="11309346" cy="4672539"/>
          </a:xfrm>
        </p:grpSpPr>
        <p:pic>
          <p:nvPicPr>
            <p:cNvPr id="25" name="图片 24" descr="图示&#10;&#10;描述已自动生成">
              <a:extLst>
                <a:ext uri="{FF2B5EF4-FFF2-40B4-BE49-F238E27FC236}">
                  <a16:creationId xmlns:a16="http://schemas.microsoft.com/office/drawing/2014/main" id="{3B941E91-AEDA-6464-25D7-8037BF29743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419"/>
            <a:stretch/>
          </p:blipFill>
          <p:spPr bwMode="auto">
            <a:xfrm>
              <a:off x="414749" y="2467146"/>
              <a:ext cx="11309346" cy="4672539"/>
            </a:xfrm>
            <a:prstGeom prst="rect">
              <a:avLst/>
            </a:prstGeom>
            <a:noFill/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B1350694-9105-509B-47D2-3A1DEE1D9A2C}"/>
                </a:ext>
              </a:extLst>
            </p:cNvPr>
            <p:cNvSpPr/>
            <p:nvPr/>
          </p:nvSpPr>
          <p:spPr>
            <a:xfrm>
              <a:off x="4896466" y="4543621"/>
              <a:ext cx="2355464" cy="98519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7BBB5AD6-4B1F-6CE4-CED9-0CABFD42697E}"/>
              </a:ext>
            </a:extLst>
          </p:cNvPr>
          <p:cNvSpPr txBox="1"/>
          <p:nvPr/>
        </p:nvSpPr>
        <p:spPr>
          <a:xfrm>
            <a:off x="95250" y="362899"/>
            <a:ext cx="6997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虚拟电厂与传统电厂的调节质量评价体系</a:t>
            </a:r>
            <a:endParaRPr lang="zh-CN" altLang="en-US" sz="28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1D0C114-722D-725D-9953-FD7AA326D3D3}"/>
              </a:ext>
            </a:extLst>
          </p:cNvPr>
          <p:cNvSpPr txBox="1"/>
          <p:nvPr/>
        </p:nvSpPr>
        <p:spPr>
          <a:xfrm>
            <a:off x="7729443" y="507556"/>
            <a:ext cx="5261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bg1">
                    <a:lumMod val="75000"/>
                  </a:schemeClr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lang="zh-CN" altLang="en-US" sz="1600" dirty="0">
                <a:solidFill>
                  <a:schemeClr val="bg1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计及市场主体调节质量的调峰出清机制</a:t>
            </a:r>
            <a:endParaRPr lang="zh-CN" altLang="en-US" sz="1600" dirty="0">
              <a:solidFill>
                <a:schemeClr val="bg1">
                  <a:lumMod val="7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363EBEF-4C60-70C8-3A1D-213A10AEA77A}"/>
              </a:ext>
            </a:extLst>
          </p:cNvPr>
          <p:cNvSpPr txBox="1"/>
          <p:nvPr/>
        </p:nvSpPr>
        <p:spPr>
          <a:xfrm>
            <a:off x="11896662" y="507556"/>
            <a:ext cx="5261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bg1">
                    <a:lumMod val="75000"/>
                  </a:schemeClr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lang="zh-CN" altLang="en-US" sz="1600" dirty="0">
                <a:solidFill>
                  <a:schemeClr val="bg1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面向虚拟电厂集群的电网调度框架</a:t>
            </a:r>
            <a:endParaRPr lang="zh-CN" altLang="en-US" sz="1600" dirty="0">
              <a:solidFill>
                <a:schemeClr val="bg1">
                  <a:lumMod val="7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AFF5040-EC1D-4A63-4137-B28DC686C01F}"/>
              </a:ext>
            </a:extLst>
          </p:cNvPr>
          <p:cNvSpPr/>
          <p:nvPr/>
        </p:nvSpPr>
        <p:spPr>
          <a:xfrm>
            <a:off x="577850" y="971550"/>
            <a:ext cx="6311900" cy="50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1A0AF6BE-A3D5-09B8-F58B-D05E83EC4331}"/>
              </a:ext>
            </a:extLst>
          </p:cNvPr>
          <p:cNvSpPr/>
          <p:nvPr/>
        </p:nvSpPr>
        <p:spPr>
          <a:xfrm>
            <a:off x="5419921" y="3072191"/>
            <a:ext cx="1391" cy="1459"/>
          </a:xfrm>
          <a:custGeom>
            <a:avLst/>
            <a:gdLst>
              <a:gd name="connsiteX0" fmla="*/ 0 w 1391"/>
              <a:gd name="connsiteY0" fmla="*/ 0 h 1459"/>
              <a:gd name="connsiteX1" fmla="*/ 1391 w 1391"/>
              <a:gd name="connsiteY1" fmla="*/ 1458 h 1459"/>
              <a:gd name="connsiteX2" fmla="*/ 1391 w 1391"/>
              <a:gd name="connsiteY2" fmla="*/ 1459 h 1459"/>
              <a:gd name="connsiteX3" fmla="*/ 0 w 1391"/>
              <a:gd name="connsiteY3" fmla="*/ 1 h 1459"/>
              <a:gd name="connsiteX4" fmla="*/ 0 w 1391"/>
              <a:gd name="connsiteY4" fmla="*/ 0 h 14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91" h="1459">
                <a:moveTo>
                  <a:pt x="0" y="0"/>
                </a:moveTo>
                <a:lnTo>
                  <a:pt x="1391" y="1458"/>
                </a:lnTo>
                <a:lnTo>
                  <a:pt x="1391" y="1459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E781ABD2-13B5-5AF3-99C6-287A69EA46E1}"/>
              </a:ext>
            </a:extLst>
          </p:cNvPr>
          <p:cNvSpPr/>
          <p:nvPr/>
        </p:nvSpPr>
        <p:spPr>
          <a:xfrm>
            <a:off x="5419300" y="3072190"/>
            <a:ext cx="621" cy="4130"/>
          </a:xfrm>
          <a:custGeom>
            <a:avLst/>
            <a:gdLst>
              <a:gd name="connsiteX0" fmla="*/ 620 w 621"/>
              <a:gd name="connsiteY0" fmla="*/ 0 h 4130"/>
              <a:gd name="connsiteX1" fmla="*/ 621 w 621"/>
              <a:gd name="connsiteY1" fmla="*/ 1 h 4130"/>
              <a:gd name="connsiteX2" fmla="*/ 1 w 621"/>
              <a:gd name="connsiteY2" fmla="*/ 4128 h 4130"/>
              <a:gd name="connsiteX3" fmla="*/ 0 w 621"/>
              <a:gd name="connsiteY3" fmla="*/ 4130 h 4130"/>
              <a:gd name="connsiteX4" fmla="*/ 620 w 621"/>
              <a:gd name="connsiteY4" fmla="*/ 0 h 4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1" h="4130">
                <a:moveTo>
                  <a:pt x="620" y="0"/>
                </a:moveTo>
                <a:lnTo>
                  <a:pt x="621" y="1"/>
                </a:lnTo>
                <a:lnTo>
                  <a:pt x="1" y="4128"/>
                </a:lnTo>
                <a:lnTo>
                  <a:pt x="0" y="4130"/>
                </a:lnTo>
                <a:lnTo>
                  <a:pt x="62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D4C918DE-93C5-BA07-4BD6-0166D78110BC}"/>
              </a:ext>
            </a:extLst>
          </p:cNvPr>
          <p:cNvSpPr/>
          <p:nvPr/>
        </p:nvSpPr>
        <p:spPr>
          <a:xfrm>
            <a:off x="5419301" y="3073650"/>
            <a:ext cx="2011" cy="2671"/>
          </a:xfrm>
          <a:custGeom>
            <a:avLst/>
            <a:gdLst>
              <a:gd name="connsiteX0" fmla="*/ 2011 w 2011"/>
              <a:gd name="connsiteY0" fmla="*/ 0 h 2671"/>
              <a:gd name="connsiteX1" fmla="*/ 2011 w 2011"/>
              <a:gd name="connsiteY1" fmla="*/ 0 h 2671"/>
              <a:gd name="connsiteX2" fmla="*/ 0 w 2011"/>
              <a:gd name="connsiteY2" fmla="*/ 2671 h 2671"/>
              <a:gd name="connsiteX3" fmla="*/ 0 w 2011"/>
              <a:gd name="connsiteY3" fmla="*/ 2669 h 2671"/>
              <a:gd name="connsiteX4" fmla="*/ 2011 w 2011"/>
              <a:gd name="connsiteY4" fmla="*/ 0 h 2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" h="2671">
                <a:moveTo>
                  <a:pt x="2011" y="0"/>
                </a:moveTo>
                <a:lnTo>
                  <a:pt x="2011" y="0"/>
                </a:lnTo>
                <a:lnTo>
                  <a:pt x="0" y="2671"/>
                </a:lnTo>
                <a:lnTo>
                  <a:pt x="0" y="2669"/>
                </a:lnTo>
                <a:lnTo>
                  <a:pt x="2011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27613ED8-716F-4E91-5D0A-FCCBA910E687}"/>
              </a:ext>
            </a:extLst>
          </p:cNvPr>
          <p:cNvSpPr/>
          <p:nvPr/>
        </p:nvSpPr>
        <p:spPr>
          <a:xfrm>
            <a:off x="6114996" y="2822764"/>
            <a:ext cx="348429" cy="365677"/>
          </a:xfrm>
          <a:custGeom>
            <a:avLst/>
            <a:gdLst>
              <a:gd name="connsiteX0" fmla="*/ 300507 w 348429"/>
              <a:gd name="connsiteY0" fmla="*/ 0 h 365677"/>
              <a:gd name="connsiteX1" fmla="*/ 331180 w 348429"/>
              <a:gd name="connsiteY1" fmla="*/ 35422 h 365677"/>
              <a:gd name="connsiteX2" fmla="*/ 223386 w 348429"/>
              <a:gd name="connsiteY2" fmla="*/ 47247 h 365677"/>
              <a:gd name="connsiteX3" fmla="*/ 196304 w 348429"/>
              <a:gd name="connsiteY3" fmla="*/ 49928 h 365677"/>
              <a:gd name="connsiteX4" fmla="*/ 237061 w 348429"/>
              <a:gd name="connsiteY4" fmla="*/ 67720 h 365677"/>
              <a:gd name="connsiteX5" fmla="*/ 226086 w 348429"/>
              <a:gd name="connsiteY5" fmla="*/ 79670 h 365677"/>
              <a:gd name="connsiteX6" fmla="*/ 226086 w 348429"/>
              <a:gd name="connsiteY6" fmla="*/ 99369 h 365677"/>
              <a:gd name="connsiteX7" fmla="*/ 294207 w 348429"/>
              <a:gd name="connsiteY7" fmla="*/ 99369 h 365677"/>
              <a:gd name="connsiteX8" fmla="*/ 317181 w 348429"/>
              <a:gd name="connsiteY8" fmla="*/ 78945 h 365677"/>
              <a:gd name="connsiteX9" fmla="*/ 348429 w 348429"/>
              <a:gd name="connsiteY9" fmla="*/ 116793 h 365677"/>
              <a:gd name="connsiteX10" fmla="*/ 226086 w 348429"/>
              <a:gd name="connsiteY10" fmla="*/ 116793 h 365677"/>
              <a:gd name="connsiteX11" fmla="*/ 226086 w 348429"/>
              <a:gd name="connsiteY11" fmla="*/ 152190 h 365677"/>
              <a:gd name="connsiteX12" fmla="*/ 282608 w 348429"/>
              <a:gd name="connsiteY12" fmla="*/ 152190 h 365677"/>
              <a:gd name="connsiteX13" fmla="*/ 295307 w 348429"/>
              <a:gd name="connsiteY13" fmla="*/ 134891 h 365677"/>
              <a:gd name="connsiteX14" fmla="*/ 326480 w 348429"/>
              <a:gd name="connsiteY14" fmla="*/ 158965 h 365677"/>
              <a:gd name="connsiteX15" fmla="*/ 313931 w 348429"/>
              <a:gd name="connsiteY15" fmla="*/ 171739 h 365677"/>
              <a:gd name="connsiteX16" fmla="*/ 315506 w 348429"/>
              <a:gd name="connsiteY16" fmla="*/ 280683 h 365677"/>
              <a:gd name="connsiteX17" fmla="*/ 283933 w 348429"/>
              <a:gd name="connsiteY17" fmla="*/ 293532 h 365677"/>
              <a:gd name="connsiteX18" fmla="*/ 283933 w 348429"/>
              <a:gd name="connsiteY18" fmla="*/ 169589 h 365677"/>
              <a:gd name="connsiteX19" fmla="*/ 142941 w 348429"/>
              <a:gd name="connsiteY19" fmla="*/ 169589 h 365677"/>
              <a:gd name="connsiteX20" fmla="*/ 142941 w 348429"/>
              <a:gd name="connsiteY20" fmla="*/ 288757 h 365677"/>
              <a:gd name="connsiteX21" fmla="*/ 111393 w 348429"/>
              <a:gd name="connsiteY21" fmla="*/ 299806 h 365677"/>
              <a:gd name="connsiteX22" fmla="*/ 112943 w 348429"/>
              <a:gd name="connsiteY22" fmla="*/ 211224 h 365677"/>
              <a:gd name="connsiteX23" fmla="*/ 111393 w 348429"/>
              <a:gd name="connsiteY23" fmla="*/ 138041 h 365677"/>
              <a:gd name="connsiteX24" fmla="*/ 139667 w 348429"/>
              <a:gd name="connsiteY24" fmla="*/ 152190 h 365677"/>
              <a:gd name="connsiteX25" fmla="*/ 196088 w 348429"/>
              <a:gd name="connsiteY25" fmla="*/ 152190 h 365677"/>
              <a:gd name="connsiteX26" fmla="*/ 196088 w 348429"/>
              <a:gd name="connsiteY26" fmla="*/ 116793 h 365677"/>
              <a:gd name="connsiteX27" fmla="*/ 135017 w 348429"/>
              <a:gd name="connsiteY27" fmla="*/ 116793 h 365677"/>
              <a:gd name="connsiteX28" fmla="*/ 98994 w 348429"/>
              <a:gd name="connsiteY28" fmla="*/ 121492 h 365677"/>
              <a:gd name="connsiteX29" fmla="*/ 83345 w 348429"/>
              <a:gd name="connsiteY29" fmla="*/ 101622 h 365677"/>
              <a:gd name="connsiteX30" fmla="*/ 83345 w 348429"/>
              <a:gd name="connsiteY30" fmla="*/ 160315 h 365677"/>
              <a:gd name="connsiteX31" fmla="*/ 8075 w 348429"/>
              <a:gd name="connsiteY31" fmla="*/ 365677 h 365677"/>
              <a:gd name="connsiteX32" fmla="*/ 0 w 348429"/>
              <a:gd name="connsiteY32" fmla="*/ 358853 h 365677"/>
              <a:gd name="connsiteX33" fmla="*/ 53347 w 348429"/>
              <a:gd name="connsiteY33" fmla="*/ 142841 h 365677"/>
              <a:gd name="connsiteX34" fmla="*/ 51772 w 348429"/>
              <a:gd name="connsiteY34" fmla="*/ 28223 h 365677"/>
              <a:gd name="connsiteX35" fmla="*/ 80045 w 348429"/>
              <a:gd name="connsiteY35" fmla="*/ 42347 h 365677"/>
              <a:gd name="connsiteX36" fmla="*/ 225874 w 348429"/>
              <a:gd name="connsiteY36" fmla="*/ 24561 h 365677"/>
              <a:gd name="connsiteX37" fmla="*/ 300507 w 348429"/>
              <a:gd name="connsiteY37" fmla="*/ 0 h 365677"/>
              <a:gd name="connsiteX38" fmla="*/ 194555 w 348429"/>
              <a:gd name="connsiteY38" fmla="*/ 50102 h 365677"/>
              <a:gd name="connsiteX39" fmla="*/ 161090 w 348429"/>
              <a:gd name="connsiteY39" fmla="*/ 53415 h 365677"/>
              <a:gd name="connsiteX40" fmla="*/ 83345 w 348429"/>
              <a:gd name="connsiteY40" fmla="*/ 59471 h 365677"/>
              <a:gd name="connsiteX41" fmla="*/ 83345 w 348429"/>
              <a:gd name="connsiteY41" fmla="*/ 99369 h 365677"/>
              <a:gd name="connsiteX42" fmla="*/ 196088 w 348429"/>
              <a:gd name="connsiteY42" fmla="*/ 99369 h 365677"/>
              <a:gd name="connsiteX43" fmla="*/ 195694 w 348429"/>
              <a:gd name="connsiteY43" fmla="*/ 76051 h 365677"/>
              <a:gd name="connsiteX44" fmla="*/ 194555 w 348429"/>
              <a:gd name="connsiteY44" fmla="*/ 50102 h 365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348429" h="365677">
                <a:moveTo>
                  <a:pt x="300507" y="0"/>
                </a:moveTo>
                <a:lnTo>
                  <a:pt x="331180" y="35422"/>
                </a:lnTo>
                <a:cubicBezTo>
                  <a:pt x="295565" y="39039"/>
                  <a:pt x="259634" y="42980"/>
                  <a:pt x="223386" y="47247"/>
                </a:cubicBezTo>
                <a:lnTo>
                  <a:pt x="196304" y="49928"/>
                </a:lnTo>
                <a:lnTo>
                  <a:pt x="237061" y="67720"/>
                </a:lnTo>
                <a:lnTo>
                  <a:pt x="226086" y="79670"/>
                </a:lnTo>
                <a:lnTo>
                  <a:pt x="226086" y="99369"/>
                </a:lnTo>
                <a:lnTo>
                  <a:pt x="294207" y="99369"/>
                </a:lnTo>
                <a:lnTo>
                  <a:pt x="317181" y="78945"/>
                </a:lnTo>
                <a:lnTo>
                  <a:pt x="348429" y="116793"/>
                </a:lnTo>
                <a:lnTo>
                  <a:pt x="226086" y="116793"/>
                </a:lnTo>
                <a:lnTo>
                  <a:pt x="226086" y="152190"/>
                </a:lnTo>
                <a:lnTo>
                  <a:pt x="282608" y="152190"/>
                </a:lnTo>
                <a:lnTo>
                  <a:pt x="295307" y="134891"/>
                </a:lnTo>
                <a:lnTo>
                  <a:pt x="326480" y="158965"/>
                </a:lnTo>
                <a:lnTo>
                  <a:pt x="313931" y="171739"/>
                </a:lnTo>
                <a:cubicBezTo>
                  <a:pt x="313931" y="224386"/>
                  <a:pt x="314456" y="260700"/>
                  <a:pt x="315506" y="280683"/>
                </a:cubicBezTo>
                <a:lnTo>
                  <a:pt x="283933" y="293532"/>
                </a:lnTo>
                <a:lnTo>
                  <a:pt x="283933" y="169589"/>
                </a:lnTo>
                <a:lnTo>
                  <a:pt x="142941" y="169589"/>
                </a:lnTo>
                <a:lnTo>
                  <a:pt x="142941" y="288757"/>
                </a:lnTo>
                <a:lnTo>
                  <a:pt x="111393" y="299806"/>
                </a:lnTo>
                <a:cubicBezTo>
                  <a:pt x="112427" y="265225"/>
                  <a:pt x="112943" y="235698"/>
                  <a:pt x="112943" y="211224"/>
                </a:cubicBezTo>
                <a:cubicBezTo>
                  <a:pt x="112943" y="186751"/>
                  <a:pt x="112427" y="162356"/>
                  <a:pt x="111393" y="138041"/>
                </a:cubicBezTo>
                <a:lnTo>
                  <a:pt x="139667" y="152190"/>
                </a:lnTo>
                <a:lnTo>
                  <a:pt x="196088" y="152190"/>
                </a:lnTo>
                <a:lnTo>
                  <a:pt x="196088" y="116793"/>
                </a:lnTo>
                <a:lnTo>
                  <a:pt x="135017" y="116793"/>
                </a:lnTo>
                <a:cubicBezTo>
                  <a:pt x="123934" y="116793"/>
                  <a:pt x="111927" y="118359"/>
                  <a:pt x="98994" y="121492"/>
                </a:cubicBezTo>
                <a:lnTo>
                  <a:pt x="83345" y="101622"/>
                </a:lnTo>
                <a:lnTo>
                  <a:pt x="83345" y="160315"/>
                </a:lnTo>
                <a:cubicBezTo>
                  <a:pt x="86478" y="239810"/>
                  <a:pt x="61388" y="308264"/>
                  <a:pt x="8075" y="365677"/>
                </a:cubicBezTo>
                <a:lnTo>
                  <a:pt x="0" y="358853"/>
                </a:lnTo>
                <a:cubicBezTo>
                  <a:pt x="37648" y="297090"/>
                  <a:pt x="55430" y="225086"/>
                  <a:pt x="53347" y="142841"/>
                </a:cubicBezTo>
                <a:cubicBezTo>
                  <a:pt x="53347" y="90744"/>
                  <a:pt x="52822" y="52538"/>
                  <a:pt x="51772" y="28223"/>
                </a:cubicBezTo>
                <a:lnTo>
                  <a:pt x="80045" y="42347"/>
                </a:lnTo>
                <a:cubicBezTo>
                  <a:pt x="141092" y="38247"/>
                  <a:pt x="189701" y="32318"/>
                  <a:pt x="225874" y="24561"/>
                </a:cubicBezTo>
                <a:cubicBezTo>
                  <a:pt x="262047" y="16803"/>
                  <a:pt x="286924" y="8616"/>
                  <a:pt x="300507" y="0"/>
                </a:cubicBezTo>
                <a:close/>
                <a:moveTo>
                  <a:pt x="194555" y="50102"/>
                </a:moveTo>
                <a:lnTo>
                  <a:pt x="161090" y="53415"/>
                </a:lnTo>
                <a:cubicBezTo>
                  <a:pt x="137750" y="55452"/>
                  <a:pt x="111835" y="57471"/>
                  <a:pt x="83345" y="59471"/>
                </a:cubicBezTo>
                <a:lnTo>
                  <a:pt x="83345" y="99369"/>
                </a:lnTo>
                <a:lnTo>
                  <a:pt x="196088" y="99369"/>
                </a:lnTo>
                <a:cubicBezTo>
                  <a:pt x="196088" y="92194"/>
                  <a:pt x="195957" y="84422"/>
                  <a:pt x="195694" y="76051"/>
                </a:cubicBezTo>
                <a:lnTo>
                  <a:pt x="194555" y="5010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1711D464-6626-7CF0-67B3-52F08A174AE0}"/>
              </a:ext>
            </a:extLst>
          </p:cNvPr>
          <p:cNvSpPr/>
          <p:nvPr/>
        </p:nvSpPr>
        <p:spPr>
          <a:xfrm>
            <a:off x="6523020" y="2824364"/>
            <a:ext cx="379802" cy="151890"/>
          </a:xfrm>
          <a:custGeom>
            <a:avLst/>
            <a:gdLst>
              <a:gd name="connsiteX0" fmla="*/ 279308 w 379802"/>
              <a:gd name="connsiteY0" fmla="*/ 0 h 151890"/>
              <a:gd name="connsiteX1" fmla="*/ 310781 w 379802"/>
              <a:gd name="connsiteY1" fmla="*/ 22473 h 151890"/>
              <a:gd name="connsiteX2" fmla="*/ 299782 w 379802"/>
              <a:gd name="connsiteY2" fmla="*/ 33747 h 151890"/>
              <a:gd name="connsiteX3" fmla="*/ 301357 w 379802"/>
              <a:gd name="connsiteY3" fmla="*/ 111743 h 151890"/>
              <a:gd name="connsiteX4" fmla="*/ 269809 w 379802"/>
              <a:gd name="connsiteY4" fmla="*/ 122892 h 151890"/>
              <a:gd name="connsiteX5" fmla="*/ 269809 w 379802"/>
              <a:gd name="connsiteY5" fmla="*/ 107193 h 151890"/>
              <a:gd name="connsiteX6" fmla="*/ 105269 w 379802"/>
              <a:gd name="connsiteY6" fmla="*/ 107193 h 151890"/>
              <a:gd name="connsiteX7" fmla="*/ 105269 w 379802"/>
              <a:gd name="connsiteY7" fmla="*/ 119692 h 151890"/>
              <a:gd name="connsiteX8" fmla="*/ 76439 w 379802"/>
              <a:gd name="connsiteY8" fmla="*/ 129767 h 151890"/>
              <a:gd name="connsiteX9" fmla="*/ 324031 w 379802"/>
              <a:gd name="connsiteY9" fmla="*/ 129767 h 151890"/>
              <a:gd name="connsiteX10" fmla="*/ 348654 w 379802"/>
              <a:gd name="connsiteY10" fmla="*/ 107768 h 151890"/>
              <a:gd name="connsiteX11" fmla="*/ 379802 w 379802"/>
              <a:gd name="connsiteY11" fmla="*/ 147191 h 151890"/>
              <a:gd name="connsiteX12" fmla="*/ 48722 w 379802"/>
              <a:gd name="connsiteY12" fmla="*/ 147191 h 151890"/>
              <a:gd name="connsiteX13" fmla="*/ 17399 w 379802"/>
              <a:gd name="connsiteY13" fmla="*/ 151890 h 151890"/>
              <a:gd name="connsiteX14" fmla="*/ 0 w 379802"/>
              <a:gd name="connsiteY14" fmla="*/ 129767 h 151890"/>
              <a:gd name="connsiteX15" fmla="*/ 73756 w 379802"/>
              <a:gd name="connsiteY15" fmla="*/ 129767 h 151890"/>
              <a:gd name="connsiteX16" fmla="*/ 74902 w 379802"/>
              <a:gd name="connsiteY16" fmla="*/ 98515 h 151890"/>
              <a:gd name="connsiteX17" fmla="*/ 75296 w 379802"/>
              <a:gd name="connsiteY17" fmla="*/ 62508 h 151890"/>
              <a:gd name="connsiteX18" fmla="*/ 73721 w 379802"/>
              <a:gd name="connsiteY18" fmla="*/ 3599 h 151890"/>
              <a:gd name="connsiteX19" fmla="*/ 103444 w 379802"/>
              <a:gd name="connsiteY19" fmla="*/ 16174 h 151890"/>
              <a:gd name="connsiteX20" fmla="*/ 268384 w 379802"/>
              <a:gd name="connsiteY20" fmla="*/ 16174 h 151890"/>
              <a:gd name="connsiteX21" fmla="*/ 279308 w 379802"/>
              <a:gd name="connsiteY21" fmla="*/ 0 h 151890"/>
              <a:gd name="connsiteX22" fmla="*/ 105269 w 379802"/>
              <a:gd name="connsiteY22" fmla="*/ 33597 h 151890"/>
              <a:gd name="connsiteX23" fmla="*/ 105269 w 379802"/>
              <a:gd name="connsiteY23" fmla="*/ 51396 h 151890"/>
              <a:gd name="connsiteX24" fmla="*/ 269809 w 379802"/>
              <a:gd name="connsiteY24" fmla="*/ 51396 h 151890"/>
              <a:gd name="connsiteX25" fmla="*/ 269809 w 379802"/>
              <a:gd name="connsiteY25" fmla="*/ 33597 h 151890"/>
              <a:gd name="connsiteX26" fmla="*/ 105269 w 379802"/>
              <a:gd name="connsiteY26" fmla="*/ 33597 h 151890"/>
              <a:gd name="connsiteX27" fmla="*/ 105269 w 379802"/>
              <a:gd name="connsiteY27" fmla="*/ 68795 h 151890"/>
              <a:gd name="connsiteX28" fmla="*/ 105269 w 379802"/>
              <a:gd name="connsiteY28" fmla="*/ 89794 h 151890"/>
              <a:gd name="connsiteX29" fmla="*/ 269809 w 379802"/>
              <a:gd name="connsiteY29" fmla="*/ 89794 h 151890"/>
              <a:gd name="connsiteX30" fmla="*/ 269809 w 379802"/>
              <a:gd name="connsiteY30" fmla="*/ 68795 h 151890"/>
              <a:gd name="connsiteX31" fmla="*/ 105269 w 379802"/>
              <a:gd name="connsiteY31" fmla="*/ 68795 h 1518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379802" h="151890">
                <a:moveTo>
                  <a:pt x="279308" y="0"/>
                </a:moveTo>
                <a:lnTo>
                  <a:pt x="310781" y="22473"/>
                </a:lnTo>
                <a:lnTo>
                  <a:pt x="299782" y="33747"/>
                </a:lnTo>
                <a:cubicBezTo>
                  <a:pt x="299782" y="71545"/>
                  <a:pt x="300307" y="97544"/>
                  <a:pt x="301357" y="111743"/>
                </a:cubicBezTo>
                <a:lnTo>
                  <a:pt x="269809" y="122892"/>
                </a:lnTo>
                <a:lnTo>
                  <a:pt x="269809" y="107193"/>
                </a:lnTo>
                <a:lnTo>
                  <a:pt x="105269" y="107193"/>
                </a:lnTo>
                <a:lnTo>
                  <a:pt x="105269" y="119692"/>
                </a:lnTo>
                <a:lnTo>
                  <a:pt x="76439" y="129767"/>
                </a:lnTo>
                <a:lnTo>
                  <a:pt x="324031" y="129767"/>
                </a:lnTo>
                <a:lnTo>
                  <a:pt x="348654" y="107768"/>
                </a:lnTo>
                <a:lnTo>
                  <a:pt x="379802" y="147191"/>
                </a:lnTo>
                <a:lnTo>
                  <a:pt x="48722" y="147191"/>
                </a:lnTo>
                <a:cubicBezTo>
                  <a:pt x="40790" y="147191"/>
                  <a:pt x="30348" y="148757"/>
                  <a:pt x="17399" y="151890"/>
                </a:cubicBezTo>
                <a:lnTo>
                  <a:pt x="0" y="129767"/>
                </a:lnTo>
                <a:lnTo>
                  <a:pt x="73756" y="129767"/>
                </a:lnTo>
                <a:lnTo>
                  <a:pt x="74902" y="98515"/>
                </a:lnTo>
                <a:cubicBezTo>
                  <a:pt x="75164" y="87147"/>
                  <a:pt x="75296" y="75145"/>
                  <a:pt x="75296" y="62508"/>
                </a:cubicBezTo>
                <a:cubicBezTo>
                  <a:pt x="75296" y="37235"/>
                  <a:pt x="74771" y="17598"/>
                  <a:pt x="73721" y="3599"/>
                </a:cubicBezTo>
                <a:lnTo>
                  <a:pt x="103444" y="16174"/>
                </a:lnTo>
                <a:lnTo>
                  <a:pt x="268384" y="16174"/>
                </a:lnTo>
                <a:lnTo>
                  <a:pt x="279308" y="0"/>
                </a:lnTo>
                <a:close/>
                <a:moveTo>
                  <a:pt x="105269" y="33597"/>
                </a:moveTo>
                <a:lnTo>
                  <a:pt x="105269" y="51396"/>
                </a:lnTo>
                <a:lnTo>
                  <a:pt x="269809" y="51396"/>
                </a:lnTo>
                <a:lnTo>
                  <a:pt x="269809" y="33597"/>
                </a:lnTo>
                <a:lnTo>
                  <a:pt x="105269" y="33597"/>
                </a:lnTo>
                <a:close/>
                <a:moveTo>
                  <a:pt x="105269" y="68795"/>
                </a:moveTo>
                <a:lnTo>
                  <a:pt x="105269" y="89794"/>
                </a:lnTo>
                <a:lnTo>
                  <a:pt x="269809" y="89794"/>
                </a:lnTo>
                <a:lnTo>
                  <a:pt x="269809" y="68795"/>
                </a:lnTo>
                <a:lnTo>
                  <a:pt x="105269" y="68795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F0551105-1B67-7194-3B89-7678B227CA6B}"/>
              </a:ext>
            </a:extLst>
          </p:cNvPr>
          <p:cNvSpPr/>
          <p:nvPr/>
        </p:nvSpPr>
        <p:spPr>
          <a:xfrm>
            <a:off x="5694345" y="2825963"/>
            <a:ext cx="375077" cy="136492"/>
          </a:xfrm>
          <a:custGeom>
            <a:avLst/>
            <a:gdLst>
              <a:gd name="connsiteX0" fmla="*/ 232161 w 375077"/>
              <a:gd name="connsiteY0" fmla="*/ 0 h 136492"/>
              <a:gd name="connsiteX1" fmla="*/ 279408 w 375077"/>
              <a:gd name="connsiteY1" fmla="*/ 23824 h 136492"/>
              <a:gd name="connsiteX2" fmla="*/ 265284 w 375077"/>
              <a:gd name="connsiteY2" fmla="*/ 35548 h 136492"/>
              <a:gd name="connsiteX3" fmla="*/ 265284 w 375077"/>
              <a:gd name="connsiteY3" fmla="*/ 64172 h 136492"/>
              <a:gd name="connsiteX4" fmla="*/ 306832 w 375077"/>
              <a:gd name="connsiteY4" fmla="*/ 64172 h 136492"/>
              <a:gd name="connsiteX5" fmla="*/ 337680 w 375077"/>
              <a:gd name="connsiteY5" fmla="*/ 37473 h 136492"/>
              <a:gd name="connsiteX6" fmla="*/ 375077 w 375077"/>
              <a:gd name="connsiteY6" fmla="*/ 81595 h 136492"/>
              <a:gd name="connsiteX7" fmla="*/ 265284 w 375077"/>
              <a:gd name="connsiteY7" fmla="*/ 81595 h 136492"/>
              <a:gd name="connsiteX8" fmla="*/ 266859 w 375077"/>
              <a:gd name="connsiteY8" fmla="*/ 119043 h 136492"/>
              <a:gd name="connsiteX9" fmla="*/ 233711 w 375077"/>
              <a:gd name="connsiteY9" fmla="*/ 131792 h 136492"/>
              <a:gd name="connsiteX10" fmla="*/ 233711 w 375077"/>
              <a:gd name="connsiteY10" fmla="*/ 81595 h 136492"/>
              <a:gd name="connsiteX11" fmla="*/ 153916 w 375077"/>
              <a:gd name="connsiteY11" fmla="*/ 81595 h 136492"/>
              <a:gd name="connsiteX12" fmla="*/ 153916 w 375077"/>
              <a:gd name="connsiteY12" fmla="*/ 122068 h 136492"/>
              <a:gd name="connsiteX13" fmla="*/ 120768 w 375077"/>
              <a:gd name="connsiteY13" fmla="*/ 136492 h 136492"/>
              <a:gd name="connsiteX14" fmla="*/ 122343 w 375077"/>
              <a:gd name="connsiteY14" fmla="*/ 81595 h 136492"/>
              <a:gd name="connsiteX15" fmla="*/ 56547 w 375077"/>
              <a:gd name="connsiteY15" fmla="*/ 81595 h 136492"/>
              <a:gd name="connsiteX16" fmla="*/ 17399 w 375077"/>
              <a:gd name="connsiteY16" fmla="*/ 86295 h 136492"/>
              <a:gd name="connsiteX17" fmla="*/ 0 w 375077"/>
              <a:gd name="connsiteY17" fmla="*/ 64172 h 136492"/>
              <a:gd name="connsiteX18" fmla="*/ 122343 w 375077"/>
              <a:gd name="connsiteY18" fmla="*/ 64172 h 136492"/>
              <a:gd name="connsiteX19" fmla="*/ 120768 w 375077"/>
              <a:gd name="connsiteY19" fmla="*/ 1575 h 136492"/>
              <a:gd name="connsiteX20" fmla="*/ 166465 w 375077"/>
              <a:gd name="connsiteY20" fmla="*/ 23374 h 136492"/>
              <a:gd name="connsiteX21" fmla="*/ 153916 w 375077"/>
              <a:gd name="connsiteY21" fmla="*/ 36748 h 136492"/>
              <a:gd name="connsiteX22" fmla="*/ 153916 w 375077"/>
              <a:gd name="connsiteY22" fmla="*/ 64172 h 136492"/>
              <a:gd name="connsiteX23" fmla="*/ 233711 w 375077"/>
              <a:gd name="connsiteY23" fmla="*/ 64172 h 136492"/>
              <a:gd name="connsiteX24" fmla="*/ 232161 w 375077"/>
              <a:gd name="connsiteY24" fmla="*/ 0 h 136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375077" h="136492">
                <a:moveTo>
                  <a:pt x="232161" y="0"/>
                </a:moveTo>
                <a:lnTo>
                  <a:pt x="279408" y="23824"/>
                </a:lnTo>
                <a:lnTo>
                  <a:pt x="265284" y="35548"/>
                </a:lnTo>
                <a:lnTo>
                  <a:pt x="265284" y="64172"/>
                </a:lnTo>
                <a:lnTo>
                  <a:pt x="306832" y="64172"/>
                </a:lnTo>
                <a:lnTo>
                  <a:pt x="337680" y="37473"/>
                </a:lnTo>
                <a:lnTo>
                  <a:pt x="375077" y="81595"/>
                </a:lnTo>
                <a:lnTo>
                  <a:pt x="265284" y="81595"/>
                </a:lnTo>
                <a:cubicBezTo>
                  <a:pt x="265284" y="93411"/>
                  <a:pt x="265809" y="105894"/>
                  <a:pt x="266859" y="119043"/>
                </a:cubicBezTo>
                <a:lnTo>
                  <a:pt x="233711" y="131792"/>
                </a:lnTo>
                <a:lnTo>
                  <a:pt x="233711" y="81595"/>
                </a:lnTo>
                <a:lnTo>
                  <a:pt x="153916" y="81595"/>
                </a:lnTo>
                <a:lnTo>
                  <a:pt x="153916" y="122068"/>
                </a:lnTo>
                <a:lnTo>
                  <a:pt x="120768" y="136492"/>
                </a:lnTo>
                <a:cubicBezTo>
                  <a:pt x="121818" y="114477"/>
                  <a:pt x="122343" y="96178"/>
                  <a:pt x="122343" y="81595"/>
                </a:cubicBezTo>
                <a:lnTo>
                  <a:pt x="56547" y="81595"/>
                </a:lnTo>
                <a:cubicBezTo>
                  <a:pt x="43398" y="81595"/>
                  <a:pt x="30348" y="83162"/>
                  <a:pt x="17399" y="86295"/>
                </a:cubicBezTo>
                <a:lnTo>
                  <a:pt x="0" y="64172"/>
                </a:lnTo>
                <a:lnTo>
                  <a:pt x="122343" y="64172"/>
                </a:lnTo>
                <a:cubicBezTo>
                  <a:pt x="122343" y="42573"/>
                  <a:pt x="121818" y="21707"/>
                  <a:pt x="120768" y="1575"/>
                </a:cubicBezTo>
                <a:lnTo>
                  <a:pt x="166465" y="23374"/>
                </a:lnTo>
                <a:lnTo>
                  <a:pt x="153916" y="36748"/>
                </a:lnTo>
                <a:lnTo>
                  <a:pt x="153916" y="64172"/>
                </a:lnTo>
                <a:lnTo>
                  <a:pt x="233711" y="64172"/>
                </a:lnTo>
                <a:cubicBezTo>
                  <a:pt x="233711" y="43556"/>
                  <a:pt x="233194" y="22166"/>
                  <a:pt x="232161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8AAA38CF-9B90-B470-0722-7BCD8D504938}"/>
              </a:ext>
            </a:extLst>
          </p:cNvPr>
          <p:cNvSpPr/>
          <p:nvPr/>
        </p:nvSpPr>
        <p:spPr>
          <a:xfrm>
            <a:off x="5319170" y="2832363"/>
            <a:ext cx="66071" cy="77070"/>
          </a:xfrm>
          <a:custGeom>
            <a:avLst/>
            <a:gdLst>
              <a:gd name="connsiteX0" fmla="*/ 5874 w 66071"/>
              <a:gd name="connsiteY0" fmla="*/ 0 h 77070"/>
              <a:gd name="connsiteX1" fmla="*/ 51934 w 66071"/>
              <a:gd name="connsiteY1" fmla="*/ 27523 h 77070"/>
              <a:gd name="connsiteX2" fmla="*/ 66071 w 66071"/>
              <a:gd name="connsiteY2" fmla="*/ 54397 h 77070"/>
              <a:gd name="connsiteX3" fmla="*/ 58809 w 66071"/>
              <a:gd name="connsiteY3" fmla="*/ 72933 h 77070"/>
              <a:gd name="connsiteX4" fmla="*/ 48722 w 66071"/>
              <a:gd name="connsiteY4" fmla="*/ 77070 h 77070"/>
              <a:gd name="connsiteX5" fmla="*/ 31673 w 66071"/>
              <a:gd name="connsiteY5" fmla="*/ 56797 h 77070"/>
              <a:gd name="connsiteX6" fmla="*/ 0 w 66071"/>
              <a:gd name="connsiteY6" fmla="*/ 10399 h 77070"/>
              <a:gd name="connsiteX7" fmla="*/ 5874 w 66071"/>
              <a:gd name="connsiteY7" fmla="*/ 0 h 77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6071" h="77070">
                <a:moveTo>
                  <a:pt x="5874" y="0"/>
                </a:moveTo>
                <a:cubicBezTo>
                  <a:pt x="27156" y="10033"/>
                  <a:pt x="42510" y="19207"/>
                  <a:pt x="51934" y="27523"/>
                </a:cubicBezTo>
                <a:cubicBezTo>
                  <a:pt x="61358" y="35840"/>
                  <a:pt x="66071" y="44797"/>
                  <a:pt x="66071" y="54397"/>
                </a:cubicBezTo>
                <a:cubicBezTo>
                  <a:pt x="66071" y="63996"/>
                  <a:pt x="63650" y="70175"/>
                  <a:pt x="58809" y="72933"/>
                </a:cubicBezTo>
                <a:cubicBezTo>
                  <a:pt x="53967" y="75691"/>
                  <a:pt x="50605" y="77070"/>
                  <a:pt x="48722" y="77070"/>
                </a:cubicBezTo>
                <a:cubicBezTo>
                  <a:pt x="41022" y="77070"/>
                  <a:pt x="35339" y="70312"/>
                  <a:pt x="31673" y="56797"/>
                </a:cubicBezTo>
                <a:cubicBezTo>
                  <a:pt x="26640" y="43731"/>
                  <a:pt x="16082" y="28265"/>
                  <a:pt x="0" y="10399"/>
                </a:cubicBezTo>
                <a:lnTo>
                  <a:pt x="5874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33FC5A09-EDEA-DA18-B9BE-CACC35039D60}"/>
              </a:ext>
            </a:extLst>
          </p:cNvPr>
          <p:cNvSpPr/>
          <p:nvPr/>
        </p:nvSpPr>
        <p:spPr>
          <a:xfrm>
            <a:off x="5377189" y="2838638"/>
            <a:ext cx="260584" cy="356903"/>
          </a:xfrm>
          <a:custGeom>
            <a:avLst/>
            <a:gdLst>
              <a:gd name="connsiteX0" fmla="*/ 233711 w 260584"/>
              <a:gd name="connsiteY0" fmla="*/ 0 h 356903"/>
              <a:gd name="connsiteX1" fmla="*/ 260584 w 260584"/>
              <a:gd name="connsiteY1" fmla="*/ 27848 h 356903"/>
              <a:gd name="connsiteX2" fmla="*/ 248035 w 260584"/>
              <a:gd name="connsiteY2" fmla="*/ 38647 h 356903"/>
              <a:gd name="connsiteX3" fmla="*/ 248035 w 260584"/>
              <a:gd name="connsiteY3" fmla="*/ 314380 h 356903"/>
              <a:gd name="connsiteX4" fmla="*/ 241735 w 260584"/>
              <a:gd name="connsiteY4" fmla="*/ 339029 h 356903"/>
              <a:gd name="connsiteX5" fmla="*/ 214312 w 260584"/>
              <a:gd name="connsiteY5" fmla="*/ 356903 h 356903"/>
              <a:gd name="connsiteX6" fmla="*/ 155316 w 260584"/>
              <a:gd name="connsiteY6" fmla="*/ 324855 h 356903"/>
              <a:gd name="connsiteX7" fmla="*/ 155316 w 260584"/>
              <a:gd name="connsiteY7" fmla="*/ 308081 h 356903"/>
              <a:gd name="connsiteX8" fmla="*/ 213262 w 260584"/>
              <a:gd name="connsiteY8" fmla="*/ 314056 h 356903"/>
              <a:gd name="connsiteX9" fmla="*/ 218062 w 260584"/>
              <a:gd name="connsiteY9" fmla="*/ 305031 h 356903"/>
              <a:gd name="connsiteX10" fmla="*/ 218062 w 260584"/>
              <a:gd name="connsiteY10" fmla="*/ 150515 h 356903"/>
              <a:gd name="connsiteX11" fmla="*/ 125592 w 260584"/>
              <a:gd name="connsiteY11" fmla="*/ 150515 h 356903"/>
              <a:gd name="connsiteX12" fmla="*/ 86445 w 260584"/>
              <a:gd name="connsiteY12" fmla="*/ 155215 h 356903"/>
              <a:gd name="connsiteX13" fmla="*/ 77070 w 260584"/>
              <a:gd name="connsiteY13" fmla="*/ 143312 h 356903"/>
              <a:gd name="connsiteX14" fmla="*/ 77070 w 260584"/>
              <a:gd name="connsiteY14" fmla="*/ 162115 h 356903"/>
              <a:gd name="connsiteX15" fmla="*/ 6975 w 260584"/>
              <a:gd name="connsiteY15" fmla="*/ 356903 h 356903"/>
              <a:gd name="connsiteX16" fmla="*/ 0 w 260584"/>
              <a:gd name="connsiteY16" fmla="*/ 347853 h 356903"/>
              <a:gd name="connsiteX17" fmla="*/ 36485 w 260584"/>
              <a:gd name="connsiteY17" fmla="*/ 275161 h 356903"/>
              <a:gd name="connsiteX18" fmla="*/ 42110 w 260584"/>
              <a:gd name="connsiteY18" fmla="*/ 237684 h 356903"/>
              <a:gd name="connsiteX19" fmla="*/ 42111 w 260584"/>
              <a:gd name="connsiteY19" fmla="*/ 237682 h 356903"/>
              <a:gd name="connsiteX20" fmla="*/ 42111 w 260584"/>
              <a:gd name="connsiteY20" fmla="*/ 237682 h 356903"/>
              <a:gd name="connsiteX21" fmla="*/ 44122 w 260584"/>
              <a:gd name="connsiteY21" fmla="*/ 235011 h 356903"/>
              <a:gd name="connsiteX22" fmla="*/ 44122 w 260584"/>
              <a:gd name="connsiteY22" fmla="*/ 235011 h 356903"/>
              <a:gd name="connsiteX23" fmla="*/ 44122 w 260584"/>
              <a:gd name="connsiteY23" fmla="*/ 235010 h 356903"/>
              <a:gd name="connsiteX24" fmla="*/ 42731 w 260584"/>
              <a:gd name="connsiteY24" fmla="*/ 233552 h 356903"/>
              <a:gd name="connsiteX25" fmla="*/ 42731 w 260584"/>
              <a:gd name="connsiteY25" fmla="*/ 233551 h 356903"/>
              <a:gd name="connsiteX26" fmla="*/ 42730 w 260584"/>
              <a:gd name="connsiteY26" fmla="*/ 233550 h 356903"/>
              <a:gd name="connsiteX27" fmla="*/ 48647 w 260584"/>
              <a:gd name="connsiteY27" fmla="*/ 194125 h 356903"/>
              <a:gd name="connsiteX28" fmla="*/ 48647 w 260584"/>
              <a:gd name="connsiteY28" fmla="*/ 80795 h 356903"/>
              <a:gd name="connsiteX29" fmla="*/ 47072 w 260584"/>
              <a:gd name="connsiteY29" fmla="*/ 2150 h 356903"/>
              <a:gd name="connsiteX30" fmla="*/ 76895 w 260584"/>
              <a:gd name="connsiteY30" fmla="*/ 16299 h 356903"/>
              <a:gd name="connsiteX31" fmla="*/ 217137 w 260584"/>
              <a:gd name="connsiteY31" fmla="*/ 16299 h 356903"/>
              <a:gd name="connsiteX32" fmla="*/ 233711 w 260584"/>
              <a:gd name="connsiteY32" fmla="*/ 0 h 356903"/>
              <a:gd name="connsiteX33" fmla="*/ 77070 w 260584"/>
              <a:gd name="connsiteY33" fmla="*/ 33723 h 356903"/>
              <a:gd name="connsiteX34" fmla="*/ 77070 w 260584"/>
              <a:gd name="connsiteY34" fmla="*/ 133092 h 356903"/>
              <a:gd name="connsiteX35" fmla="*/ 131767 w 260584"/>
              <a:gd name="connsiteY35" fmla="*/ 133092 h 356903"/>
              <a:gd name="connsiteX36" fmla="*/ 131767 w 260584"/>
              <a:gd name="connsiteY36" fmla="*/ 97914 h 356903"/>
              <a:gd name="connsiteX37" fmla="*/ 115356 w 260584"/>
              <a:gd name="connsiteY37" fmla="*/ 98900 h 356903"/>
              <a:gd name="connsiteX38" fmla="*/ 95869 w 260584"/>
              <a:gd name="connsiteY38" fmla="*/ 102443 h 356903"/>
              <a:gd name="connsiteX39" fmla="*/ 78445 w 260584"/>
              <a:gd name="connsiteY39" fmla="*/ 80320 h 356903"/>
              <a:gd name="connsiteX40" fmla="*/ 131767 w 260584"/>
              <a:gd name="connsiteY40" fmla="*/ 80320 h 356903"/>
              <a:gd name="connsiteX41" fmla="*/ 130517 w 260584"/>
              <a:gd name="connsiteY41" fmla="*/ 33723 h 356903"/>
              <a:gd name="connsiteX42" fmla="*/ 77070 w 260584"/>
              <a:gd name="connsiteY42" fmla="*/ 33723 h 356903"/>
              <a:gd name="connsiteX43" fmla="*/ 144516 w 260584"/>
              <a:gd name="connsiteY43" fmla="*/ 33723 h 356903"/>
              <a:gd name="connsiteX44" fmla="*/ 171190 w 260584"/>
              <a:gd name="connsiteY44" fmla="*/ 41172 h 356903"/>
              <a:gd name="connsiteX45" fmla="*/ 160190 w 260584"/>
              <a:gd name="connsiteY45" fmla="*/ 52971 h 356903"/>
              <a:gd name="connsiteX46" fmla="*/ 160190 w 260584"/>
              <a:gd name="connsiteY46" fmla="*/ 80320 h 356903"/>
              <a:gd name="connsiteX47" fmla="*/ 170165 w 260584"/>
              <a:gd name="connsiteY47" fmla="*/ 80320 h 356903"/>
              <a:gd name="connsiteX48" fmla="*/ 188389 w 260584"/>
              <a:gd name="connsiteY48" fmla="*/ 63021 h 356903"/>
              <a:gd name="connsiteX49" fmla="*/ 216662 w 260584"/>
              <a:gd name="connsiteY49" fmla="*/ 97719 h 356903"/>
              <a:gd name="connsiteX50" fmla="*/ 160190 w 260584"/>
              <a:gd name="connsiteY50" fmla="*/ 97719 h 356903"/>
              <a:gd name="connsiteX51" fmla="*/ 160190 w 260584"/>
              <a:gd name="connsiteY51" fmla="*/ 133092 h 356903"/>
              <a:gd name="connsiteX52" fmla="*/ 176439 w 260584"/>
              <a:gd name="connsiteY52" fmla="*/ 133092 h 356903"/>
              <a:gd name="connsiteX53" fmla="*/ 196238 w 260584"/>
              <a:gd name="connsiteY53" fmla="*/ 114243 h 356903"/>
              <a:gd name="connsiteX54" fmla="*/ 218062 w 260584"/>
              <a:gd name="connsiteY54" fmla="*/ 140764 h 356903"/>
              <a:gd name="connsiteX55" fmla="*/ 218062 w 260584"/>
              <a:gd name="connsiteY55" fmla="*/ 33723 h 356903"/>
              <a:gd name="connsiteX56" fmla="*/ 144516 w 260584"/>
              <a:gd name="connsiteY56" fmla="*/ 33723 h 356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260584" h="356903">
                <a:moveTo>
                  <a:pt x="233711" y="0"/>
                </a:moveTo>
                <a:lnTo>
                  <a:pt x="260584" y="27848"/>
                </a:lnTo>
                <a:lnTo>
                  <a:pt x="248035" y="38647"/>
                </a:lnTo>
                <a:lnTo>
                  <a:pt x="248035" y="314380"/>
                </a:lnTo>
                <a:cubicBezTo>
                  <a:pt x="248035" y="324797"/>
                  <a:pt x="245935" y="333013"/>
                  <a:pt x="241735" y="339029"/>
                </a:cubicBezTo>
                <a:cubicBezTo>
                  <a:pt x="237536" y="345045"/>
                  <a:pt x="228394" y="351003"/>
                  <a:pt x="214312" y="356903"/>
                </a:cubicBezTo>
                <a:cubicBezTo>
                  <a:pt x="206296" y="340937"/>
                  <a:pt x="186630" y="330255"/>
                  <a:pt x="155316" y="324855"/>
                </a:cubicBezTo>
                <a:lnTo>
                  <a:pt x="155316" y="308081"/>
                </a:lnTo>
                <a:cubicBezTo>
                  <a:pt x="190747" y="312264"/>
                  <a:pt x="210062" y="314255"/>
                  <a:pt x="213262" y="314056"/>
                </a:cubicBezTo>
                <a:cubicBezTo>
                  <a:pt x="216462" y="313856"/>
                  <a:pt x="218062" y="310847"/>
                  <a:pt x="218062" y="305031"/>
                </a:cubicBezTo>
                <a:lnTo>
                  <a:pt x="218062" y="150515"/>
                </a:lnTo>
                <a:lnTo>
                  <a:pt x="125592" y="150515"/>
                </a:lnTo>
                <a:cubicBezTo>
                  <a:pt x="112427" y="150515"/>
                  <a:pt x="99377" y="152082"/>
                  <a:pt x="86445" y="155215"/>
                </a:cubicBezTo>
                <a:lnTo>
                  <a:pt x="77070" y="143312"/>
                </a:lnTo>
                <a:lnTo>
                  <a:pt x="77070" y="162115"/>
                </a:lnTo>
                <a:cubicBezTo>
                  <a:pt x="81253" y="248343"/>
                  <a:pt x="57888" y="313272"/>
                  <a:pt x="6975" y="356903"/>
                </a:cubicBezTo>
                <a:lnTo>
                  <a:pt x="0" y="347853"/>
                </a:lnTo>
                <a:cubicBezTo>
                  <a:pt x="16216" y="325013"/>
                  <a:pt x="28377" y="300782"/>
                  <a:pt x="36485" y="275161"/>
                </a:cubicBezTo>
                <a:lnTo>
                  <a:pt x="42110" y="237684"/>
                </a:lnTo>
                <a:lnTo>
                  <a:pt x="42111" y="237682"/>
                </a:lnTo>
                <a:lnTo>
                  <a:pt x="42111" y="237682"/>
                </a:lnTo>
                <a:lnTo>
                  <a:pt x="44122" y="235011"/>
                </a:lnTo>
                <a:lnTo>
                  <a:pt x="44122" y="235011"/>
                </a:lnTo>
                <a:lnTo>
                  <a:pt x="44122" y="235010"/>
                </a:lnTo>
                <a:lnTo>
                  <a:pt x="42731" y="233552"/>
                </a:lnTo>
                <a:lnTo>
                  <a:pt x="42731" y="233551"/>
                </a:lnTo>
                <a:lnTo>
                  <a:pt x="42730" y="233550"/>
                </a:lnTo>
                <a:lnTo>
                  <a:pt x="48647" y="194125"/>
                </a:lnTo>
                <a:cubicBezTo>
                  <a:pt x="48647" y="137320"/>
                  <a:pt x="48647" y="99544"/>
                  <a:pt x="48647" y="80795"/>
                </a:cubicBezTo>
                <a:cubicBezTo>
                  <a:pt x="48647" y="62046"/>
                  <a:pt x="48122" y="35831"/>
                  <a:pt x="47072" y="2150"/>
                </a:cubicBezTo>
                <a:lnTo>
                  <a:pt x="76895" y="16299"/>
                </a:lnTo>
                <a:lnTo>
                  <a:pt x="217137" y="16299"/>
                </a:lnTo>
                <a:lnTo>
                  <a:pt x="233711" y="0"/>
                </a:lnTo>
                <a:close/>
                <a:moveTo>
                  <a:pt x="77070" y="33723"/>
                </a:moveTo>
                <a:lnTo>
                  <a:pt x="77070" y="133092"/>
                </a:lnTo>
                <a:lnTo>
                  <a:pt x="131767" y="133092"/>
                </a:lnTo>
                <a:lnTo>
                  <a:pt x="131767" y="97914"/>
                </a:lnTo>
                <a:lnTo>
                  <a:pt x="115356" y="98900"/>
                </a:lnTo>
                <a:cubicBezTo>
                  <a:pt x="108831" y="99687"/>
                  <a:pt x="102335" y="100869"/>
                  <a:pt x="95869" y="102443"/>
                </a:cubicBezTo>
                <a:lnTo>
                  <a:pt x="78445" y="80320"/>
                </a:lnTo>
                <a:lnTo>
                  <a:pt x="131767" y="80320"/>
                </a:lnTo>
                <a:cubicBezTo>
                  <a:pt x="131767" y="61904"/>
                  <a:pt x="131350" y="46372"/>
                  <a:pt x="130517" y="33723"/>
                </a:cubicBezTo>
                <a:lnTo>
                  <a:pt x="77070" y="33723"/>
                </a:lnTo>
                <a:close/>
                <a:moveTo>
                  <a:pt x="144516" y="33723"/>
                </a:moveTo>
                <a:lnTo>
                  <a:pt x="171190" y="41172"/>
                </a:lnTo>
                <a:lnTo>
                  <a:pt x="160190" y="52971"/>
                </a:lnTo>
                <a:lnTo>
                  <a:pt x="160190" y="80320"/>
                </a:lnTo>
                <a:lnTo>
                  <a:pt x="170165" y="80320"/>
                </a:lnTo>
                <a:lnTo>
                  <a:pt x="188389" y="63021"/>
                </a:lnTo>
                <a:lnTo>
                  <a:pt x="216662" y="97719"/>
                </a:lnTo>
                <a:lnTo>
                  <a:pt x="160190" y="97719"/>
                </a:lnTo>
                <a:lnTo>
                  <a:pt x="160190" y="133092"/>
                </a:lnTo>
                <a:lnTo>
                  <a:pt x="176439" y="133092"/>
                </a:lnTo>
                <a:lnTo>
                  <a:pt x="196238" y="114243"/>
                </a:lnTo>
                <a:lnTo>
                  <a:pt x="218062" y="140764"/>
                </a:lnTo>
                <a:lnTo>
                  <a:pt x="218062" y="33723"/>
                </a:lnTo>
                <a:lnTo>
                  <a:pt x="144516" y="3372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5975F07-B851-E789-D940-05B646B2A440}"/>
              </a:ext>
            </a:extLst>
          </p:cNvPr>
          <p:cNvSpPr/>
          <p:nvPr/>
        </p:nvSpPr>
        <p:spPr>
          <a:xfrm>
            <a:off x="5278372" y="2935257"/>
            <a:ext cx="141549" cy="226086"/>
          </a:xfrm>
          <a:custGeom>
            <a:avLst/>
            <a:gdLst>
              <a:gd name="connsiteX0" fmla="*/ 78470 w 141549"/>
              <a:gd name="connsiteY0" fmla="*/ 0 h 226086"/>
              <a:gd name="connsiteX1" fmla="*/ 105294 w 141549"/>
              <a:gd name="connsiteY1" fmla="*/ 27898 h 226086"/>
              <a:gd name="connsiteX2" fmla="*/ 89595 w 141549"/>
              <a:gd name="connsiteY2" fmla="*/ 40247 h 226086"/>
              <a:gd name="connsiteX3" fmla="*/ 89595 w 141549"/>
              <a:gd name="connsiteY3" fmla="*/ 172564 h 226086"/>
              <a:gd name="connsiteX4" fmla="*/ 133642 w 141549"/>
              <a:gd name="connsiteY4" fmla="*/ 128642 h 226086"/>
              <a:gd name="connsiteX5" fmla="*/ 141548 w 141549"/>
              <a:gd name="connsiteY5" fmla="*/ 136931 h 226086"/>
              <a:gd name="connsiteX6" fmla="*/ 141548 w 141549"/>
              <a:gd name="connsiteY6" fmla="*/ 136932 h 226086"/>
              <a:gd name="connsiteX7" fmla="*/ 141549 w 141549"/>
              <a:gd name="connsiteY7" fmla="*/ 136933 h 226086"/>
              <a:gd name="connsiteX8" fmla="*/ 141549 w 141549"/>
              <a:gd name="connsiteY8" fmla="*/ 136934 h 226086"/>
              <a:gd name="connsiteX9" fmla="*/ 141548 w 141549"/>
              <a:gd name="connsiteY9" fmla="*/ 136933 h 226086"/>
              <a:gd name="connsiteX10" fmla="*/ 140928 w 141549"/>
              <a:gd name="connsiteY10" fmla="*/ 141063 h 226086"/>
              <a:gd name="connsiteX11" fmla="*/ 140928 w 141549"/>
              <a:gd name="connsiteY11" fmla="*/ 141063 h 226086"/>
              <a:gd name="connsiteX12" fmla="*/ 140928 w 141549"/>
              <a:gd name="connsiteY12" fmla="*/ 141065 h 226086"/>
              <a:gd name="connsiteX13" fmla="*/ 101812 w 141549"/>
              <a:gd name="connsiteY13" fmla="*/ 193001 h 226086"/>
              <a:gd name="connsiteX14" fmla="*/ 77570 w 141549"/>
              <a:gd name="connsiteY14" fmla="*/ 226086 h 226086"/>
              <a:gd name="connsiteX15" fmla="*/ 53347 w 141549"/>
              <a:gd name="connsiteY15" fmla="*/ 200063 h 226086"/>
              <a:gd name="connsiteX16" fmla="*/ 59621 w 141549"/>
              <a:gd name="connsiteY16" fmla="*/ 177364 h 226086"/>
              <a:gd name="connsiteX17" fmla="*/ 59621 w 141549"/>
              <a:gd name="connsiteY17" fmla="*/ 34698 h 226086"/>
              <a:gd name="connsiteX18" fmla="*/ 56572 w 141549"/>
              <a:gd name="connsiteY18" fmla="*/ 34698 h 226086"/>
              <a:gd name="connsiteX19" fmla="*/ 17424 w 141549"/>
              <a:gd name="connsiteY19" fmla="*/ 39397 h 226086"/>
              <a:gd name="connsiteX20" fmla="*/ 0 w 141549"/>
              <a:gd name="connsiteY20" fmla="*/ 17299 h 226086"/>
              <a:gd name="connsiteX21" fmla="*/ 60346 w 141549"/>
              <a:gd name="connsiteY21" fmla="*/ 17299 h 226086"/>
              <a:gd name="connsiteX22" fmla="*/ 78470 w 141549"/>
              <a:gd name="connsiteY22" fmla="*/ 0 h 226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41549" h="226086">
                <a:moveTo>
                  <a:pt x="78470" y="0"/>
                </a:moveTo>
                <a:lnTo>
                  <a:pt x="105294" y="27898"/>
                </a:lnTo>
                <a:lnTo>
                  <a:pt x="89595" y="40247"/>
                </a:lnTo>
                <a:lnTo>
                  <a:pt x="89595" y="172564"/>
                </a:lnTo>
                <a:lnTo>
                  <a:pt x="133642" y="128642"/>
                </a:lnTo>
                <a:lnTo>
                  <a:pt x="141548" y="136931"/>
                </a:lnTo>
                <a:lnTo>
                  <a:pt x="141548" y="136932"/>
                </a:lnTo>
                <a:lnTo>
                  <a:pt x="141549" y="136933"/>
                </a:lnTo>
                <a:lnTo>
                  <a:pt x="141549" y="136934"/>
                </a:lnTo>
                <a:lnTo>
                  <a:pt x="141548" y="136933"/>
                </a:lnTo>
                <a:lnTo>
                  <a:pt x="140928" y="141063"/>
                </a:lnTo>
                <a:lnTo>
                  <a:pt x="140928" y="141063"/>
                </a:lnTo>
                <a:lnTo>
                  <a:pt x="140928" y="141065"/>
                </a:lnTo>
                <a:lnTo>
                  <a:pt x="101812" y="193001"/>
                </a:lnTo>
                <a:cubicBezTo>
                  <a:pt x="90917" y="207617"/>
                  <a:pt x="82837" y="218645"/>
                  <a:pt x="77570" y="226086"/>
                </a:cubicBezTo>
                <a:lnTo>
                  <a:pt x="53347" y="200063"/>
                </a:lnTo>
                <a:cubicBezTo>
                  <a:pt x="57530" y="192880"/>
                  <a:pt x="59621" y="185313"/>
                  <a:pt x="59621" y="177364"/>
                </a:cubicBezTo>
                <a:lnTo>
                  <a:pt x="59621" y="34698"/>
                </a:lnTo>
                <a:lnTo>
                  <a:pt x="56572" y="34698"/>
                </a:lnTo>
                <a:cubicBezTo>
                  <a:pt x="43406" y="34698"/>
                  <a:pt x="30357" y="36264"/>
                  <a:pt x="17424" y="39397"/>
                </a:cubicBezTo>
                <a:lnTo>
                  <a:pt x="0" y="17299"/>
                </a:lnTo>
                <a:lnTo>
                  <a:pt x="60346" y="17299"/>
                </a:lnTo>
                <a:lnTo>
                  <a:pt x="7847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B5A7A2BA-575A-F6C9-45B1-4215E1345FE3}"/>
              </a:ext>
            </a:extLst>
          </p:cNvPr>
          <p:cNvSpPr/>
          <p:nvPr/>
        </p:nvSpPr>
        <p:spPr>
          <a:xfrm>
            <a:off x="5727268" y="2949707"/>
            <a:ext cx="298232" cy="249035"/>
          </a:xfrm>
          <a:custGeom>
            <a:avLst/>
            <a:gdLst>
              <a:gd name="connsiteX0" fmla="*/ 269709 w 298232"/>
              <a:gd name="connsiteY0" fmla="*/ 0 h 249035"/>
              <a:gd name="connsiteX1" fmla="*/ 298232 w 298232"/>
              <a:gd name="connsiteY1" fmla="*/ 27498 h 249035"/>
              <a:gd name="connsiteX2" fmla="*/ 285683 w 298232"/>
              <a:gd name="connsiteY2" fmla="*/ 39947 h 249035"/>
              <a:gd name="connsiteX3" fmla="*/ 285683 w 298232"/>
              <a:gd name="connsiteY3" fmla="*/ 145966 h 249035"/>
              <a:gd name="connsiteX4" fmla="*/ 278621 w 298232"/>
              <a:gd name="connsiteY4" fmla="*/ 173727 h 249035"/>
              <a:gd name="connsiteX5" fmla="*/ 245385 w 298232"/>
              <a:gd name="connsiteY5" fmla="*/ 194688 h 249035"/>
              <a:gd name="connsiteX6" fmla="*/ 181964 w 298232"/>
              <a:gd name="connsiteY6" fmla="*/ 157815 h 249035"/>
              <a:gd name="connsiteX7" fmla="*/ 181964 w 298232"/>
              <a:gd name="connsiteY7" fmla="*/ 141166 h 249035"/>
              <a:gd name="connsiteX8" fmla="*/ 244085 w 298232"/>
              <a:gd name="connsiteY8" fmla="*/ 149041 h 249035"/>
              <a:gd name="connsiteX9" fmla="*/ 252560 w 298232"/>
              <a:gd name="connsiteY9" fmla="*/ 139691 h 249035"/>
              <a:gd name="connsiteX10" fmla="*/ 252560 w 298232"/>
              <a:gd name="connsiteY10" fmla="*/ 36248 h 249035"/>
              <a:gd name="connsiteX11" fmla="*/ 152366 w 298232"/>
              <a:gd name="connsiteY11" fmla="*/ 36248 h 249035"/>
              <a:gd name="connsiteX12" fmla="*/ 152366 w 298232"/>
              <a:gd name="connsiteY12" fmla="*/ 178039 h 249035"/>
              <a:gd name="connsiteX13" fmla="*/ 153916 w 298232"/>
              <a:gd name="connsiteY13" fmla="*/ 232786 h 249035"/>
              <a:gd name="connsiteX14" fmla="*/ 119218 w 298232"/>
              <a:gd name="connsiteY14" fmla="*/ 249035 h 249035"/>
              <a:gd name="connsiteX15" fmla="*/ 120793 w 298232"/>
              <a:gd name="connsiteY15" fmla="*/ 174889 h 249035"/>
              <a:gd name="connsiteX16" fmla="*/ 120793 w 298232"/>
              <a:gd name="connsiteY16" fmla="*/ 36248 h 249035"/>
              <a:gd name="connsiteX17" fmla="*/ 56572 w 298232"/>
              <a:gd name="connsiteY17" fmla="*/ 36248 h 249035"/>
              <a:gd name="connsiteX18" fmla="*/ 17424 w 298232"/>
              <a:gd name="connsiteY18" fmla="*/ 40972 h 249035"/>
              <a:gd name="connsiteX19" fmla="*/ 0 w 298232"/>
              <a:gd name="connsiteY19" fmla="*/ 18849 h 249035"/>
              <a:gd name="connsiteX20" fmla="*/ 250160 w 298232"/>
              <a:gd name="connsiteY20" fmla="*/ 18849 h 249035"/>
              <a:gd name="connsiteX21" fmla="*/ 269709 w 298232"/>
              <a:gd name="connsiteY21" fmla="*/ 0 h 2490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298232" h="249035">
                <a:moveTo>
                  <a:pt x="269709" y="0"/>
                </a:moveTo>
                <a:lnTo>
                  <a:pt x="298232" y="27498"/>
                </a:lnTo>
                <a:lnTo>
                  <a:pt x="285683" y="39947"/>
                </a:lnTo>
                <a:lnTo>
                  <a:pt x="285683" y="145966"/>
                </a:lnTo>
                <a:cubicBezTo>
                  <a:pt x="285683" y="157399"/>
                  <a:pt x="283329" y="166652"/>
                  <a:pt x="278621" y="173727"/>
                </a:cubicBezTo>
                <a:cubicBezTo>
                  <a:pt x="273913" y="180801"/>
                  <a:pt x="262834" y="187788"/>
                  <a:pt x="245385" y="194688"/>
                </a:cubicBezTo>
                <a:cubicBezTo>
                  <a:pt x="237419" y="176522"/>
                  <a:pt x="216279" y="164232"/>
                  <a:pt x="181964" y="157815"/>
                </a:cubicBezTo>
                <a:lnTo>
                  <a:pt x="181964" y="141166"/>
                </a:lnTo>
                <a:cubicBezTo>
                  <a:pt x="217729" y="146416"/>
                  <a:pt x="238436" y="149041"/>
                  <a:pt x="244085" y="149041"/>
                </a:cubicBezTo>
                <a:cubicBezTo>
                  <a:pt x="249735" y="149041"/>
                  <a:pt x="252560" y="145924"/>
                  <a:pt x="252560" y="139691"/>
                </a:cubicBezTo>
                <a:lnTo>
                  <a:pt x="252560" y="36248"/>
                </a:lnTo>
                <a:lnTo>
                  <a:pt x="152366" y="36248"/>
                </a:lnTo>
                <a:lnTo>
                  <a:pt x="152366" y="178039"/>
                </a:lnTo>
                <a:cubicBezTo>
                  <a:pt x="152366" y="197588"/>
                  <a:pt x="152883" y="215837"/>
                  <a:pt x="153916" y="232786"/>
                </a:cubicBezTo>
                <a:lnTo>
                  <a:pt x="119218" y="249035"/>
                </a:lnTo>
                <a:cubicBezTo>
                  <a:pt x="120268" y="221670"/>
                  <a:pt x="120793" y="196955"/>
                  <a:pt x="120793" y="174889"/>
                </a:cubicBezTo>
                <a:lnTo>
                  <a:pt x="120793" y="36248"/>
                </a:lnTo>
                <a:lnTo>
                  <a:pt x="56572" y="36248"/>
                </a:lnTo>
                <a:cubicBezTo>
                  <a:pt x="43406" y="36248"/>
                  <a:pt x="30357" y="37823"/>
                  <a:pt x="17424" y="40972"/>
                </a:cubicBezTo>
                <a:lnTo>
                  <a:pt x="0" y="18849"/>
                </a:lnTo>
                <a:lnTo>
                  <a:pt x="250160" y="18849"/>
                </a:lnTo>
                <a:lnTo>
                  <a:pt x="269709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3A707BFE-DCF5-4A30-1C2A-9D07858549AA}"/>
              </a:ext>
            </a:extLst>
          </p:cNvPr>
          <p:cNvSpPr/>
          <p:nvPr/>
        </p:nvSpPr>
        <p:spPr>
          <a:xfrm>
            <a:off x="6529295" y="2976779"/>
            <a:ext cx="368802" cy="210662"/>
          </a:xfrm>
          <a:custGeom>
            <a:avLst/>
            <a:gdLst>
              <a:gd name="connsiteX0" fmla="*/ 62746 w 368802"/>
              <a:gd name="connsiteY0" fmla="*/ 0 h 210662"/>
              <a:gd name="connsiteX1" fmla="*/ 91019 w 368802"/>
              <a:gd name="connsiteY1" fmla="*/ 14149 h 210662"/>
              <a:gd name="connsiteX2" fmla="*/ 268534 w 368802"/>
              <a:gd name="connsiteY2" fmla="*/ 14149 h 210662"/>
              <a:gd name="connsiteX3" fmla="*/ 279683 w 368802"/>
              <a:gd name="connsiteY3" fmla="*/ 0 h 210662"/>
              <a:gd name="connsiteX4" fmla="*/ 309206 w 368802"/>
              <a:gd name="connsiteY4" fmla="*/ 22499 h 210662"/>
              <a:gd name="connsiteX5" fmla="*/ 298232 w 368802"/>
              <a:gd name="connsiteY5" fmla="*/ 33673 h 210662"/>
              <a:gd name="connsiteX6" fmla="*/ 299782 w 368802"/>
              <a:gd name="connsiteY6" fmla="*/ 116193 h 210662"/>
              <a:gd name="connsiteX7" fmla="*/ 268234 w 368802"/>
              <a:gd name="connsiteY7" fmla="*/ 127317 h 210662"/>
              <a:gd name="connsiteX8" fmla="*/ 268234 w 368802"/>
              <a:gd name="connsiteY8" fmla="*/ 114768 h 210662"/>
              <a:gd name="connsiteX9" fmla="*/ 197838 w 368802"/>
              <a:gd name="connsiteY9" fmla="*/ 114768 h 210662"/>
              <a:gd name="connsiteX10" fmla="*/ 197838 w 368802"/>
              <a:gd name="connsiteY10" fmla="*/ 142142 h 210662"/>
              <a:gd name="connsiteX11" fmla="*/ 275508 w 368802"/>
              <a:gd name="connsiteY11" fmla="*/ 142142 h 210662"/>
              <a:gd name="connsiteX12" fmla="*/ 300182 w 368802"/>
              <a:gd name="connsiteY12" fmla="*/ 121718 h 210662"/>
              <a:gd name="connsiteX13" fmla="*/ 329605 w 368802"/>
              <a:gd name="connsiteY13" fmla="*/ 159566 h 210662"/>
              <a:gd name="connsiteX14" fmla="*/ 197838 w 368802"/>
              <a:gd name="connsiteY14" fmla="*/ 159566 h 210662"/>
              <a:gd name="connsiteX15" fmla="*/ 197838 w 368802"/>
              <a:gd name="connsiteY15" fmla="*/ 188564 h 210662"/>
              <a:gd name="connsiteX16" fmla="*/ 311481 w 368802"/>
              <a:gd name="connsiteY16" fmla="*/ 188564 h 210662"/>
              <a:gd name="connsiteX17" fmla="*/ 337779 w 368802"/>
              <a:gd name="connsiteY17" fmla="*/ 164990 h 210662"/>
              <a:gd name="connsiteX18" fmla="*/ 368802 w 368802"/>
              <a:gd name="connsiteY18" fmla="*/ 205963 h 210662"/>
              <a:gd name="connsiteX19" fmla="*/ 56546 w 368802"/>
              <a:gd name="connsiteY19" fmla="*/ 205963 h 210662"/>
              <a:gd name="connsiteX20" fmla="*/ 17399 w 368802"/>
              <a:gd name="connsiteY20" fmla="*/ 210662 h 210662"/>
              <a:gd name="connsiteX21" fmla="*/ 0 w 368802"/>
              <a:gd name="connsiteY21" fmla="*/ 188564 h 210662"/>
              <a:gd name="connsiteX22" fmla="*/ 167840 w 368802"/>
              <a:gd name="connsiteY22" fmla="*/ 188564 h 210662"/>
              <a:gd name="connsiteX23" fmla="*/ 167840 w 368802"/>
              <a:gd name="connsiteY23" fmla="*/ 159566 h 210662"/>
              <a:gd name="connsiteX24" fmla="*/ 91069 w 368802"/>
              <a:gd name="connsiteY24" fmla="*/ 159566 h 210662"/>
              <a:gd name="connsiteX25" fmla="*/ 51922 w 368802"/>
              <a:gd name="connsiteY25" fmla="*/ 164265 h 210662"/>
              <a:gd name="connsiteX26" fmla="*/ 34498 w 368802"/>
              <a:gd name="connsiteY26" fmla="*/ 142142 h 210662"/>
              <a:gd name="connsiteX27" fmla="*/ 167840 w 368802"/>
              <a:gd name="connsiteY27" fmla="*/ 142142 h 210662"/>
              <a:gd name="connsiteX28" fmla="*/ 167840 w 368802"/>
              <a:gd name="connsiteY28" fmla="*/ 114768 h 210662"/>
              <a:gd name="connsiteX29" fmla="*/ 94294 w 368802"/>
              <a:gd name="connsiteY29" fmla="*/ 114768 h 210662"/>
              <a:gd name="connsiteX30" fmla="*/ 94294 w 368802"/>
              <a:gd name="connsiteY30" fmla="*/ 122793 h 210662"/>
              <a:gd name="connsiteX31" fmla="*/ 62746 w 368802"/>
              <a:gd name="connsiteY31" fmla="*/ 132017 h 210662"/>
              <a:gd name="connsiteX32" fmla="*/ 64296 w 368802"/>
              <a:gd name="connsiteY32" fmla="*/ 65384 h 210662"/>
              <a:gd name="connsiteX33" fmla="*/ 62746 w 368802"/>
              <a:gd name="connsiteY33" fmla="*/ 0 h 210662"/>
              <a:gd name="connsiteX34" fmla="*/ 94294 w 368802"/>
              <a:gd name="connsiteY34" fmla="*/ 31573 h 210662"/>
              <a:gd name="connsiteX35" fmla="*/ 94294 w 368802"/>
              <a:gd name="connsiteY35" fmla="*/ 57372 h 210662"/>
              <a:gd name="connsiteX36" fmla="*/ 167840 w 368802"/>
              <a:gd name="connsiteY36" fmla="*/ 57372 h 210662"/>
              <a:gd name="connsiteX37" fmla="*/ 167840 w 368802"/>
              <a:gd name="connsiteY37" fmla="*/ 31573 h 210662"/>
              <a:gd name="connsiteX38" fmla="*/ 94294 w 368802"/>
              <a:gd name="connsiteY38" fmla="*/ 31573 h 210662"/>
              <a:gd name="connsiteX39" fmla="*/ 197838 w 368802"/>
              <a:gd name="connsiteY39" fmla="*/ 31573 h 210662"/>
              <a:gd name="connsiteX40" fmla="*/ 197838 w 368802"/>
              <a:gd name="connsiteY40" fmla="*/ 57372 h 210662"/>
              <a:gd name="connsiteX41" fmla="*/ 268234 w 368802"/>
              <a:gd name="connsiteY41" fmla="*/ 57372 h 210662"/>
              <a:gd name="connsiteX42" fmla="*/ 268234 w 368802"/>
              <a:gd name="connsiteY42" fmla="*/ 31573 h 210662"/>
              <a:gd name="connsiteX43" fmla="*/ 197838 w 368802"/>
              <a:gd name="connsiteY43" fmla="*/ 31573 h 210662"/>
              <a:gd name="connsiteX44" fmla="*/ 94294 w 368802"/>
              <a:gd name="connsiteY44" fmla="*/ 74771 h 210662"/>
              <a:gd name="connsiteX45" fmla="*/ 94294 w 368802"/>
              <a:gd name="connsiteY45" fmla="*/ 97344 h 210662"/>
              <a:gd name="connsiteX46" fmla="*/ 167840 w 368802"/>
              <a:gd name="connsiteY46" fmla="*/ 97344 h 210662"/>
              <a:gd name="connsiteX47" fmla="*/ 167840 w 368802"/>
              <a:gd name="connsiteY47" fmla="*/ 74771 h 210662"/>
              <a:gd name="connsiteX48" fmla="*/ 94294 w 368802"/>
              <a:gd name="connsiteY48" fmla="*/ 74771 h 210662"/>
              <a:gd name="connsiteX49" fmla="*/ 197838 w 368802"/>
              <a:gd name="connsiteY49" fmla="*/ 74771 h 210662"/>
              <a:gd name="connsiteX50" fmla="*/ 197838 w 368802"/>
              <a:gd name="connsiteY50" fmla="*/ 97344 h 210662"/>
              <a:gd name="connsiteX51" fmla="*/ 268234 w 368802"/>
              <a:gd name="connsiteY51" fmla="*/ 97344 h 210662"/>
              <a:gd name="connsiteX52" fmla="*/ 268234 w 368802"/>
              <a:gd name="connsiteY52" fmla="*/ 74771 h 210662"/>
              <a:gd name="connsiteX53" fmla="*/ 197838 w 368802"/>
              <a:gd name="connsiteY53" fmla="*/ 74771 h 210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368802" h="210662">
                <a:moveTo>
                  <a:pt x="62746" y="0"/>
                </a:moveTo>
                <a:lnTo>
                  <a:pt x="91019" y="14149"/>
                </a:lnTo>
                <a:lnTo>
                  <a:pt x="268534" y="14149"/>
                </a:lnTo>
                <a:lnTo>
                  <a:pt x="279683" y="0"/>
                </a:lnTo>
                <a:lnTo>
                  <a:pt x="309206" y="22499"/>
                </a:lnTo>
                <a:lnTo>
                  <a:pt x="298232" y="33673"/>
                </a:lnTo>
                <a:cubicBezTo>
                  <a:pt x="298232" y="73537"/>
                  <a:pt x="298748" y="101044"/>
                  <a:pt x="299782" y="116193"/>
                </a:cubicBezTo>
                <a:lnTo>
                  <a:pt x="268234" y="127317"/>
                </a:lnTo>
                <a:lnTo>
                  <a:pt x="268234" y="114768"/>
                </a:lnTo>
                <a:lnTo>
                  <a:pt x="197838" y="114768"/>
                </a:lnTo>
                <a:lnTo>
                  <a:pt x="197838" y="142142"/>
                </a:lnTo>
                <a:lnTo>
                  <a:pt x="275508" y="142142"/>
                </a:lnTo>
                <a:lnTo>
                  <a:pt x="300182" y="121718"/>
                </a:lnTo>
                <a:lnTo>
                  <a:pt x="329605" y="159566"/>
                </a:lnTo>
                <a:lnTo>
                  <a:pt x="197838" y="159566"/>
                </a:lnTo>
                <a:lnTo>
                  <a:pt x="197838" y="188564"/>
                </a:lnTo>
                <a:lnTo>
                  <a:pt x="311481" y="188564"/>
                </a:lnTo>
                <a:lnTo>
                  <a:pt x="337779" y="164990"/>
                </a:lnTo>
                <a:lnTo>
                  <a:pt x="368802" y="205963"/>
                </a:lnTo>
                <a:lnTo>
                  <a:pt x="56546" y="205963"/>
                </a:lnTo>
                <a:cubicBezTo>
                  <a:pt x="43397" y="205963"/>
                  <a:pt x="30348" y="207529"/>
                  <a:pt x="17399" y="210662"/>
                </a:cubicBezTo>
                <a:lnTo>
                  <a:pt x="0" y="188564"/>
                </a:lnTo>
                <a:lnTo>
                  <a:pt x="167840" y="188564"/>
                </a:lnTo>
                <a:lnTo>
                  <a:pt x="167840" y="159566"/>
                </a:lnTo>
                <a:lnTo>
                  <a:pt x="91069" y="159566"/>
                </a:lnTo>
                <a:cubicBezTo>
                  <a:pt x="77903" y="159566"/>
                  <a:pt x="64854" y="161132"/>
                  <a:pt x="51922" y="164265"/>
                </a:cubicBezTo>
                <a:lnTo>
                  <a:pt x="34498" y="142142"/>
                </a:lnTo>
                <a:lnTo>
                  <a:pt x="167840" y="142142"/>
                </a:lnTo>
                <a:lnTo>
                  <a:pt x="167840" y="114768"/>
                </a:lnTo>
                <a:lnTo>
                  <a:pt x="94294" y="114768"/>
                </a:lnTo>
                <a:lnTo>
                  <a:pt x="94294" y="122793"/>
                </a:lnTo>
                <a:lnTo>
                  <a:pt x="62746" y="132017"/>
                </a:lnTo>
                <a:cubicBezTo>
                  <a:pt x="63779" y="107902"/>
                  <a:pt x="64296" y="85691"/>
                  <a:pt x="64296" y="65384"/>
                </a:cubicBezTo>
                <a:cubicBezTo>
                  <a:pt x="64296" y="45077"/>
                  <a:pt x="63779" y="23282"/>
                  <a:pt x="62746" y="0"/>
                </a:cubicBezTo>
                <a:close/>
                <a:moveTo>
                  <a:pt x="94294" y="31573"/>
                </a:moveTo>
                <a:lnTo>
                  <a:pt x="94294" y="57372"/>
                </a:lnTo>
                <a:lnTo>
                  <a:pt x="167840" y="57372"/>
                </a:lnTo>
                <a:lnTo>
                  <a:pt x="167840" y="31573"/>
                </a:lnTo>
                <a:lnTo>
                  <a:pt x="94294" y="31573"/>
                </a:lnTo>
                <a:close/>
                <a:moveTo>
                  <a:pt x="197838" y="31573"/>
                </a:moveTo>
                <a:lnTo>
                  <a:pt x="197838" y="57372"/>
                </a:lnTo>
                <a:lnTo>
                  <a:pt x="268234" y="57372"/>
                </a:lnTo>
                <a:lnTo>
                  <a:pt x="268234" y="31573"/>
                </a:lnTo>
                <a:lnTo>
                  <a:pt x="197838" y="31573"/>
                </a:lnTo>
                <a:close/>
                <a:moveTo>
                  <a:pt x="94294" y="74771"/>
                </a:moveTo>
                <a:lnTo>
                  <a:pt x="94294" y="97344"/>
                </a:lnTo>
                <a:lnTo>
                  <a:pt x="167840" y="97344"/>
                </a:lnTo>
                <a:lnTo>
                  <a:pt x="167840" y="74771"/>
                </a:lnTo>
                <a:lnTo>
                  <a:pt x="94294" y="74771"/>
                </a:lnTo>
                <a:close/>
                <a:moveTo>
                  <a:pt x="197838" y="74771"/>
                </a:moveTo>
                <a:lnTo>
                  <a:pt x="197838" y="97344"/>
                </a:lnTo>
                <a:lnTo>
                  <a:pt x="268234" y="97344"/>
                </a:lnTo>
                <a:lnTo>
                  <a:pt x="268234" y="74771"/>
                </a:lnTo>
                <a:lnTo>
                  <a:pt x="197838" y="7477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2" name="任意多边形: 形状 21">
            <a:extLst>
              <a:ext uri="{FF2B5EF4-FFF2-40B4-BE49-F238E27FC236}">
                <a16:creationId xmlns:a16="http://schemas.microsoft.com/office/drawing/2014/main" id="{AB5F52D2-F01B-4491-67B9-317764354AA7}"/>
              </a:ext>
            </a:extLst>
          </p:cNvPr>
          <p:cNvSpPr/>
          <p:nvPr/>
        </p:nvSpPr>
        <p:spPr>
          <a:xfrm>
            <a:off x="6174617" y="2998453"/>
            <a:ext cx="280982" cy="200288"/>
          </a:xfrm>
          <a:custGeom>
            <a:avLst/>
            <a:gdLst>
              <a:gd name="connsiteX0" fmla="*/ 134891 w 280982"/>
              <a:gd name="connsiteY0" fmla="*/ 0 h 200288"/>
              <a:gd name="connsiteX1" fmla="*/ 179014 w 280982"/>
              <a:gd name="connsiteY1" fmla="*/ 21974 h 200288"/>
              <a:gd name="connsiteX2" fmla="*/ 166289 w 280982"/>
              <a:gd name="connsiteY2" fmla="*/ 35548 h 200288"/>
              <a:gd name="connsiteX3" fmla="*/ 154815 w 280982"/>
              <a:gd name="connsiteY3" fmla="*/ 98700 h 200288"/>
              <a:gd name="connsiteX4" fmla="*/ 151700 w 280982"/>
              <a:gd name="connsiteY4" fmla="*/ 105133 h 200288"/>
              <a:gd name="connsiteX5" fmla="*/ 215080 w 280982"/>
              <a:gd name="connsiteY5" fmla="*/ 123552 h 200288"/>
              <a:gd name="connsiteX6" fmla="*/ 252734 w 280982"/>
              <a:gd name="connsiteY6" fmla="*/ 136929 h 200288"/>
              <a:gd name="connsiteX7" fmla="*/ 279220 w 280982"/>
              <a:gd name="connsiteY7" fmla="*/ 157515 h 200288"/>
              <a:gd name="connsiteX8" fmla="*/ 280982 w 280982"/>
              <a:gd name="connsiteY8" fmla="*/ 171739 h 200288"/>
              <a:gd name="connsiteX9" fmla="*/ 277783 w 280982"/>
              <a:gd name="connsiteY9" fmla="*/ 188063 h 200288"/>
              <a:gd name="connsiteX10" fmla="*/ 269908 w 280982"/>
              <a:gd name="connsiteY10" fmla="*/ 195563 h 200288"/>
              <a:gd name="connsiteX11" fmla="*/ 253084 w 280982"/>
              <a:gd name="connsiteY11" fmla="*/ 185364 h 200288"/>
              <a:gd name="connsiteX12" fmla="*/ 219861 w 280982"/>
              <a:gd name="connsiteY12" fmla="*/ 157340 h 200288"/>
              <a:gd name="connsiteX13" fmla="*/ 149015 w 280982"/>
              <a:gd name="connsiteY13" fmla="*/ 118943 h 200288"/>
              <a:gd name="connsiteX14" fmla="*/ 151471 w 280982"/>
              <a:gd name="connsiteY14" fmla="*/ 105605 h 200288"/>
              <a:gd name="connsiteX15" fmla="*/ 142835 w 280982"/>
              <a:gd name="connsiteY15" fmla="*/ 123438 h 200288"/>
              <a:gd name="connsiteX16" fmla="*/ 126692 w 280982"/>
              <a:gd name="connsiteY16" fmla="*/ 143616 h 200288"/>
              <a:gd name="connsiteX17" fmla="*/ 3199 w 280982"/>
              <a:gd name="connsiteY17" fmla="*/ 200288 h 200288"/>
              <a:gd name="connsiteX18" fmla="*/ 0 w 280982"/>
              <a:gd name="connsiteY18" fmla="*/ 189163 h 200288"/>
              <a:gd name="connsiteX19" fmla="*/ 71133 w 280982"/>
              <a:gd name="connsiteY19" fmla="*/ 154703 h 200288"/>
              <a:gd name="connsiteX20" fmla="*/ 117992 w 280982"/>
              <a:gd name="connsiteY20" fmla="*/ 106906 h 200288"/>
              <a:gd name="connsiteX21" fmla="*/ 133341 w 280982"/>
              <a:gd name="connsiteY21" fmla="*/ 52634 h 200288"/>
              <a:gd name="connsiteX22" fmla="*/ 134891 w 280982"/>
              <a:gd name="connsiteY22" fmla="*/ 0 h 200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280982" h="200288">
                <a:moveTo>
                  <a:pt x="134891" y="0"/>
                </a:moveTo>
                <a:lnTo>
                  <a:pt x="179014" y="21974"/>
                </a:lnTo>
                <a:lnTo>
                  <a:pt x="166289" y="35548"/>
                </a:lnTo>
                <a:cubicBezTo>
                  <a:pt x="165239" y="59638"/>
                  <a:pt x="161415" y="80689"/>
                  <a:pt x="154815" y="98700"/>
                </a:cubicBezTo>
                <a:lnTo>
                  <a:pt x="151700" y="105133"/>
                </a:lnTo>
                <a:lnTo>
                  <a:pt x="215080" y="123552"/>
                </a:lnTo>
                <a:cubicBezTo>
                  <a:pt x="231942" y="128858"/>
                  <a:pt x="244493" y="133317"/>
                  <a:pt x="252734" y="136929"/>
                </a:cubicBezTo>
                <a:cubicBezTo>
                  <a:pt x="269216" y="144154"/>
                  <a:pt x="278045" y="151016"/>
                  <a:pt x="279220" y="157515"/>
                </a:cubicBezTo>
                <a:cubicBezTo>
                  <a:pt x="280395" y="164015"/>
                  <a:pt x="280982" y="168756"/>
                  <a:pt x="280982" y="171739"/>
                </a:cubicBezTo>
                <a:cubicBezTo>
                  <a:pt x="280982" y="177622"/>
                  <a:pt x="279916" y="183064"/>
                  <a:pt x="277783" y="188063"/>
                </a:cubicBezTo>
                <a:cubicBezTo>
                  <a:pt x="275649" y="193063"/>
                  <a:pt x="273025" y="195563"/>
                  <a:pt x="269908" y="195563"/>
                </a:cubicBezTo>
                <a:cubicBezTo>
                  <a:pt x="265392" y="195563"/>
                  <a:pt x="259784" y="192163"/>
                  <a:pt x="253084" y="185364"/>
                </a:cubicBezTo>
                <a:cubicBezTo>
                  <a:pt x="245301" y="176531"/>
                  <a:pt x="234227" y="167190"/>
                  <a:pt x="219861" y="157340"/>
                </a:cubicBezTo>
                <a:cubicBezTo>
                  <a:pt x="205495" y="147491"/>
                  <a:pt x="181880" y="134692"/>
                  <a:pt x="149015" y="118943"/>
                </a:cubicBezTo>
                <a:lnTo>
                  <a:pt x="151471" y="105605"/>
                </a:lnTo>
                <a:lnTo>
                  <a:pt x="142835" y="123438"/>
                </a:lnTo>
                <a:cubicBezTo>
                  <a:pt x="138147" y="130924"/>
                  <a:pt x="132766" y="137650"/>
                  <a:pt x="126692" y="143616"/>
                </a:cubicBezTo>
                <a:cubicBezTo>
                  <a:pt x="102393" y="167481"/>
                  <a:pt x="61229" y="186372"/>
                  <a:pt x="3199" y="200288"/>
                </a:cubicBezTo>
                <a:lnTo>
                  <a:pt x="0" y="189163"/>
                </a:lnTo>
                <a:cubicBezTo>
                  <a:pt x="25381" y="180097"/>
                  <a:pt x="49092" y="168610"/>
                  <a:pt x="71133" y="154703"/>
                </a:cubicBezTo>
                <a:cubicBezTo>
                  <a:pt x="93173" y="140796"/>
                  <a:pt x="108793" y="124863"/>
                  <a:pt x="117992" y="106906"/>
                </a:cubicBezTo>
                <a:cubicBezTo>
                  <a:pt x="127192" y="88949"/>
                  <a:pt x="132308" y="70858"/>
                  <a:pt x="133341" y="52634"/>
                </a:cubicBezTo>
                <a:cubicBezTo>
                  <a:pt x="134375" y="34410"/>
                  <a:pt x="134891" y="16866"/>
                  <a:pt x="134891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D919235E-F2C6-38EF-5D9C-5002ED402DD9}"/>
              </a:ext>
            </a:extLst>
          </p:cNvPr>
          <p:cNvSpPr/>
          <p:nvPr/>
        </p:nvSpPr>
        <p:spPr>
          <a:xfrm>
            <a:off x="5472885" y="3004028"/>
            <a:ext cx="108419" cy="133316"/>
          </a:xfrm>
          <a:custGeom>
            <a:avLst/>
            <a:gdLst>
              <a:gd name="connsiteX0" fmla="*/ 0 w 108419"/>
              <a:gd name="connsiteY0" fmla="*/ 0 h 133316"/>
              <a:gd name="connsiteX1" fmla="*/ 27049 w 108419"/>
              <a:gd name="connsiteY1" fmla="*/ 15724 h 133316"/>
              <a:gd name="connsiteX2" fmla="*/ 69746 w 108419"/>
              <a:gd name="connsiteY2" fmla="*/ 15724 h 133316"/>
              <a:gd name="connsiteX3" fmla="*/ 84745 w 108419"/>
              <a:gd name="connsiteY3" fmla="*/ 1574 h 133316"/>
              <a:gd name="connsiteX4" fmla="*/ 108419 w 108419"/>
              <a:gd name="connsiteY4" fmla="*/ 25973 h 133316"/>
              <a:gd name="connsiteX5" fmla="*/ 97444 w 108419"/>
              <a:gd name="connsiteY5" fmla="*/ 36772 h 133316"/>
              <a:gd name="connsiteX6" fmla="*/ 99019 w 108419"/>
              <a:gd name="connsiteY6" fmla="*/ 112743 h 133316"/>
              <a:gd name="connsiteX7" fmla="*/ 69021 w 108419"/>
              <a:gd name="connsiteY7" fmla="*/ 123917 h 133316"/>
              <a:gd name="connsiteX8" fmla="*/ 69021 w 108419"/>
              <a:gd name="connsiteY8" fmla="*/ 103518 h 133316"/>
              <a:gd name="connsiteX9" fmla="*/ 29998 w 108419"/>
              <a:gd name="connsiteY9" fmla="*/ 103518 h 133316"/>
              <a:gd name="connsiteX10" fmla="*/ 29998 w 108419"/>
              <a:gd name="connsiteY10" fmla="*/ 122217 h 133316"/>
              <a:gd name="connsiteX11" fmla="*/ 0 w 108419"/>
              <a:gd name="connsiteY11" fmla="*/ 133316 h 133316"/>
              <a:gd name="connsiteX12" fmla="*/ 1575 w 108419"/>
              <a:gd name="connsiteY12" fmla="*/ 67570 h 133316"/>
              <a:gd name="connsiteX13" fmla="*/ 0 w 108419"/>
              <a:gd name="connsiteY13" fmla="*/ 0 h 133316"/>
              <a:gd name="connsiteX14" fmla="*/ 29998 w 108419"/>
              <a:gd name="connsiteY14" fmla="*/ 33123 h 133316"/>
              <a:gd name="connsiteX15" fmla="*/ 29998 w 108419"/>
              <a:gd name="connsiteY15" fmla="*/ 86119 h 133316"/>
              <a:gd name="connsiteX16" fmla="*/ 69021 w 108419"/>
              <a:gd name="connsiteY16" fmla="*/ 86119 h 133316"/>
              <a:gd name="connsiteX17" fmla="*/ 69021 w 108419"/>
              <a:gd name="connsiteY17" fmla="*/ 33123 h 133316"/>
              <a:gd name="connsiteX18" fmla="*/ 29998 w 108419"/>
              <a:gd name="connsiteY18" fmla="*/ 33123 h 133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08419" h="133316">
                <a:moveTo>
                  <a:pt x="0" y="0"/>
                </a:moveTo>
                <a:lnTo>
                  <a:pt x="27049" y="15724"/>
                </a:lnTo>
                <a:lnTo>
                  <a:pt x="69746" y="15724"/>
                </a:lnTo>
                <a:lnTo>
                  <a:pt x="84745" y="1574"/>
                </a:lnTo>
                <a:lnTo>
                  <a:pt x="108419" y="25973"/>
                </a:lnTo>
                <a:lnTo>
                  <a:pt x="97444" y="36772"/>
                </a:lnTo>
                <a:cubicBezTo>
                  <a:pt x="97444" y="71337"/>
                  <a:pt x="97969" y="96660"/>
                  <a:pt x="99019" y="112743"/>
                </a:cubicBezTo>
                <a:lnTo>
                  <a:pt x="69021" y="123917"/>
                </a:lnTo>
                <a:lnTo>
                  <a:pt x="69021" y="103518"/>
                </a:lnTo>
                <a:lnTo>
                  <a:pt x="29998" y="103518"/>
                </a:lnTo>
                <a:lnTo>
                  <a:pt x="29998" y="122217"/>
                </a:lnTo>
                <a:lnTo>
                  <a:pt x="0" y="133316"/>
                </a:lnTo>
                <a:cubicBezTo>
                  <a:pt x="1050" y="110251"/>
                  <a:pt x="1575" y="88336"/>
                  <a:pt x="1575" y="67570"/>
                </a:cubicBezTo>
                <a:cubicBezTo>
                  <a:pt x="1575" y="46805"/>
                  <a:pt x="1050" y="24281"/>
                  <a:pt x="0" y="0"/>
                </a:cubicBezTo>
                <a:close/>
                <a:moveTo>
                  <a:pt x="29998" y="33123"/>
                </a:moveTo>
                <a:lnTo>
                  <a:pt x="29998" y="86119"/>
                </a:lnTo>
                <a:lnTo>
                  <a:pt x="69021" y="86119"/>
                </a:lnTo>
                <a:lnTo>
                  <a:pt x="69021" y="33123"/>
                </a:lnTo>
                <a:lnTo>
                  <a:pt x="29998" y="3312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4" name="任意多边形: 形状 23">
            <a:extLst>
              <a:ext uri="{FF2B5EF4-FFF2-40B4-BE49-F238E27FC236}">
                <a16:creationId xmlns:a16="http://schemas.microsoft.com/office/drawing/2014/main" id="{F8B7BBFE-52E7-9A82-7D31-F600280EA94E}"/>
              </a:ext>
            </a:extLst>
          </p:cNvPr>
          <p:cNvSpPr/>
          <p:nvPr/>
        </p:nvSpPr>
        <p:spPr>
          <a:xfrm>
            <a:off x="5419301" y="3072192"/>
            <a:ext cx="2011" cy="4127"/>
          </a:xfrm>
          <a:custGeom>
            <a:avLst/>
            <a:gdLst>
              <a:gd name="connsiteX0" fmla="*/ 620 w 2011"/>
              <a:gd name="connsiteY0" fmla="*/ 0 h 4127"/>
              <a:gd name="connsiteX1" fmla="*/ 2011 w 2011"/>
              <a:gd name="connsiteY1" fmla="*/ 1458 h 4127"/>
              <a:gd name="connsiteX2" fmla="*/ 0 w 2011"/>
              <a:gd name="connsiteY2" fmla="*/ 4127 h 4127"/>
              <a:gd name="connsiteX3" fmla="*/ 620 w 2011"/>
              <a:gd name="connsiteY3" fmla="*/ 0 h 4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11" h="4127">
                <a:moveTo>
                  <a:pt x="620" y="0"/>
                </a:moveTo>
                <a:lnTo>
                  <a:pt x="2011" y="1458"/>
                </a:lnTo>
                <a:lnTo>
                  <a:pt x="0" y="4127"/>
                </a:lnTo>
                <a:lnTo>
                  <a:pt x="62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EDE7D3B-F5EE-4F13-227D-EEDDB501D3BB}"/>
              </a:ext>
            </a:extLst>
          </p:cNvPr>
          <p:cNvSpPr txBox="1"/>
          <p:nvPr/>
        </p:nvSpPr>
        <p:spPr>
          <a:xfrm>
            <a:off x="5385241" y="5159033"/>
            <a:ext cx="14296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指标赋权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CD236A31-7728-4F94-FD3A-2D9A83916AE6}"/>
              </a:ext>
            </a:extLst>
          </p:cNvPr>
          <p:cNvSpPr txBox="1"/>
          <p:nvPr/>
        </p:nvSpPr>
        <p:spPr>
          <a:xfrm>
            <a:off x="4266465" y="7492161"/>
            <a:ext cx="60007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模糊层次分析法（</a:t>
            </a:r>
            <a:r>
              <a:rPr lang="en-US" altLang="zh-CN" sz="18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Fuzzy Analytic Hierarchy Process</a:t>
            </a:r>
            <a:r>
              <a:rPr lang="zh-CN" altLang="zh-CN" sz="18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8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FAHP</a:t>
            </a:r>
            <a:r>
              <a:rPr lang="zh-CN" altLang="en-US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）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8809F86B-DDD8-925E-0850-4DE5328BB946}"/>
              </a:ext>
            </a:extLst>
          </p:cNvPr>
          <p:cNvSpPr txBox="1"/>
          <p:nvPr/>
        </p:nvSpPr>
        <p:spPr>
          <a:xfrm>
            <a:off x="2871065" y="6882711"/>
            <a:ext cx="4201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熵权法（</a:t>
            </a:r>
            <a:r>
              <a:rPr lang="en-US" altLang="zh-CN" sz="18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Entropy Weight Method</a:t>
            </a:r>
            <a:r>
              <a:rPr lang="zh-CN" altLang="zh-CN" sz="18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8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EWM</a:t>
            </a:r>
            <a:r>
              <a:rPr lang="zh-CN" altLang="en-US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）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7528C853-E331-7A0F-96C0-6EEF87D997EE}"/>
              </a:ext>
            </a:extLst>
          </p:cNvPr>
          <p:cNvSpPr txBox="1"/>
          <p:nvPr/>
        </p:nvSpPr>
        <p:spPr>
          <a:xfrm>
            <a:off x="5924550" y="7199255"/>
            <a:ext cx="342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&amp;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48506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>
            <a:extLst>
              <a:ext uri="{FF2B5EF4-FFF2-40B4-BE49-F238E27FC236}">
                <a16:creationId xmlns:a16="http://schemas.microsoft.com/office/drawing/2014/main" id="{1D3C0C96-BA45-B69C-0575-7059C521B768}"/>
              </a:ext>
            </a:extLst>
          </p:cNvPr>
          <p:cNvGrpSpPr/>
          <p:nvPr/>
        </p:nvGrpSpPr>
        <p:grpSpPr>
          <a:xfrm>
            <a:off x="460323" y="486494"/>
            <a:ext cx="11309346" cy="4672539"/>
            <a:chOff x="414749" y="2467146"/>
            <a:chExt cx="11309346" cy="4672539"/>
          </a:xfrm>
        </p:grpSpPr>
        <p:pic>
          <p:nvPicPr>
            <p:cNvPr id="25" name="图片 24" descr="图示&#10;&#10;描述已自动生成">
              <a:extLst>
                <a:ext uri="{FF2B5EF4-FFF2-40B4-BE49-F238E27FC236}">
                  <a16:creationId xmlns:a16="http://schemas.microsoft.com/office/drawing/2014/main" id="{3B941E91-AEDA-6464-25D7-8037BF29743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419"/>
            <a:stretch/>
          </p:blipFill>
          <p:spPr bwMode="auto">
            <a:xfrm>
              <a:off x="414749" y="2467146"/>
              <a:ext cx="11309346" cy="4672539"/>
            </a:xfrm>
            <a:prstGeom prst="rect">
              <a:avLst/>
            </a:prstGeom>
            <a:noFill/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B1350694-9105-509B-47D2-3A1DEE1D9A2C}"/>
                </a:ext>
              </a:extLst>
            </p:cNvPr>
            <p:cNvSpPr/>
            <p:nvPr/>
          </p:nvSpPr>
          <p:spPr>
            <a:xfrm>
              <a:off x="4896466" y="4543621"/>
              <a:ext cx="2355464" cy="98519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7BBB5AD6-4B1F-6CE4-CED9-0CABFD42697E}"/>
              </a:ext>
            </a:extLst>
          </p:cNvPr>
          <p:cNvSpPr txBox="1"/>
          <p:nvPr/>
        </p:nvSpPr>
        <p:spPr>
          <a:xfrm>
            <a:off x="95250" y="362899"/>
            <a:ext cx="6997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虚拟电厂与传统电厂的调节质量评价体系</a:t>
            </a:r>
            <a:endParaRPr lang="zh-CN" altLang="en-US" sz="28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1D0C114-722D-725D-9953-FD7AA326D3D3}"/>
              </a:ext>
            </a:extLst>
          </p:cNvPr>
          <p:cNvSpPr txBox="1"/>
          <p:nvPr/>
        </p:nvSpPr>
        <p:spPr>
          <a:xfrm>
            <a:off x="7729443" y="507556"/>
            <a:ext cx="5261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bg1">
                    <a:lumMod val="75000"/>
                  </a:schemeClr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lang="zh-CN" altLang="en-US" sz="1600" dirty="0">
                <a:solidFill>
                  <a:schemeClr val="bg1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计及市场主体调节质量的调峰出清机制</a:t>
            </a:r>
            <a:endParaRPr lang="zh-CN" altLang="en-US" sz="1600" dirty="0">
              <a:solidFill>
                <a:schemeClr val="bg1">
                  <a:lumMod val="7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363EBEF-4C60-70C8-3A1D-213A10AEA77A}"/>
              </a:ext>
            </a:extLst>
          </p:cNvPr>
          <p:cNvSpPr txBox="1"/>
          <p:nvPr/>
        </p:nvSpPr>
        <p:spPr>
          <a:xfrm>
            <a:off x="11896662" y="507556"/>
            <a:ext cx="5261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bg1">
                    <a:lumMod val="75000"/>
                  </a:schemeClr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lang="zh-CN" altLang="en-US" sz="1600" dirty="0">
                <a:solidFill>
                  <a:schemeClr val="bg1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面向虚拟电厂集群的电网调度框架</a:t>
            </a:r>
            <a:endParaRPr lang="zh-CN" altLang="en-US" sz="1600" dirty="0">
              <a:solidFill>
                <a:schemeClr val="bg1">
                  <a:lumMod val="7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AFF5040-EC1D-4A63-4137-B28DC686C01F}"/>
              </a:ext>
            </a:extLst>
          </p:cNvPr>
          <p:cNvSpPr/>
          <p:nvPr/>
        </p:nvSpPr>
        <p:spPr>
          <a:xfrm>
            <a:off x="577850" y="971550"/>
            <a:ext cx="6311900" cy="50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1A0AF6BE-A3D5-09B8-F58B-D05E83EC4331}"/>
              </a:ext>
            </a:extLst>
          </p:cNvPr>
          <p:cNvSpPr/>
          <p:nvPr/>
        </p:nvSpPr>
        <p:spPr>
          <a:xfrm>
            <a:off x="5419921" y="3072191"/>
            <a:ext cx="1391" cy="1459"/>
          </a:xfrm>
          <a:custGeom>
            <a:avLst/>
            <a:gdLst>
              <a:gd name="connsiteX0" fmla="*/ 0 w 1391"/>
              <a:gd name="connsiteY0" fmla="*/ 0 h 1459"/>
              <a:gd name="connsiteX1" fmla="*/ 1391 w 1391"/>
              <a:gd name="connsiteY1" fmla="*/ 1458 h 1459"/>
              <a:gd name="connsiteX2" fmla="*/ 1391 w 1391"/>
              <a:gd name="connsiteY2" fmla="*/ 1459 h 1459"/>
              <a:gd name="connsiteX3" fmla="*/ 0 w 1391"/>
              <a:gd name="connsiteY3" fmla="*/ 1 h 1459"/>
              <a:gd name="connsiteX4" fmla="*/ 0 w 1391"/>
              <a:gd name="connsiteY4" fmla="*/ 0 h 14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91" h="1459">
                <a:moveTo>
                  <a:pt x="0" y="0"/>
                </a:moveTo>
                <a:lnTo>
                  <a:pt x="1391" y="1458"/>
                </a:lnTo>
                <a:lnTo>
                  <a:pt x="1391" y="1459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E781ABD2-13B5-5AF3-99C6-287A69EA46E1}"/>
              </a:ext>
            </a:extLst>
          </p:cNvPr>
          <p:cNvSpPr/>
          <p:nvPr/>
        </p:nvSpPr>
        <p:spPr>
          <a:xfrm>
            <a:off x="5419300" y="3072190"/>
            <a:ext cx="621" cy="4130"/>
          </a:xfrm>
          <a:custGeom>
            <a:avLst/>
            <a:gdLst>
              <a:gd name="connsiteX0" fmla="*/ 620 w 621"/>
              <a:gd name="connsiteY0" fmla="*/ 0 h 4130"/>
              <a:gd name="connsiteX1" fmla="*/ 621 w 621"/>
              <a:gd name="connsiteY1" fmla="*/ 1 h 4130"/>
              <a:gd name="connsiteX2" fmla="*/ 1 w 621"/>
              <a:gd name="connsiteY2" fmla="*/ 4128 h 4130"/>
              <a:gd name="connsiteX3" fmla="*/ 0 w 621"/>
              <a:gd name="connsiteY3" fmla="*/ 4130 h 4130"/>
              <a:gd name="connsiteX4" fmla="*/ 620 w 621"/>
              <a:gd name="connsiteY4" fmla="*/ 0 h 4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1" h="4130">
                <a:moveTo>
                  <a:pt x="620" y="0"/>
                </a:moveTo>
                <a:lnTo>
                  <a:pt x="621" y="1"/>
                </a:lnTo>
                <a:lnTo>
                  <a:pt x="1" y="4128"/>
                </a:lnTo>
                <a:lnTo>
                  <a:pt x="0" y="4130"/>
                </a:lnTo>
                <a:lnTo>
                  <a:pt x="62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D4C918DE-93C5-BA07-4BD6-0166D78110BC}"/>
              </a:ext>
            </a:extLst>
          </p:cNvPr>
          <p:cNvSpPr/>
          <p:nvPr/>
        </p:nvSpPr>
        <p:spPr>
          <a:xfrm>
            <a:off x="5419301" y="3073650"/>
            <a:ext cx="2011" cy="2671"/>
          </a:xfrm>
          <a:custGeom>
            <a:avLst/>
            <a:gdLst>
              <a:gd name="connsiteX0" fmla="*/ 2011 w 2011"/>
              <a:gd name="connsiteY0" fmla="*/ 0 h 2671"/>
              <a:gd name="connsiteX1" fmla="*/ 2011 w 2011"/>
              <a:gd name="connsiteY1" fmla="*/ 0 h 2671"/>
              <a:gd name="connsiteX2" fmla="*/ 0 w 2011"/>
              <a:gd name="connsiteY2" fmla="*/ 2671 h 2671"/>
              <a:gd name="connsiteX3" fmla="*/ 0 w 2011"/>
              <a:gd name="connsiteY3" fmla="*/ 2669 h 2671"/>
              <a:gd name="connsiteX4" fmla="*/ 2011 w 2011"/>
              <a:gd name="connsiteY4" fmla="*/ 0 h 2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" h="2671">
                <a:moveTo>
                  <a:pt x="2011" y="0"/>
                </a:moveTo>
                <a:lnTo>
                  <a:pt x="2011" y="0"/>
                </a:lnTo>
                <a:lnTo>
                  <a:pt x="0" y="2671"/>
                </a:lnTo>
                <a:lnTo>
                  <a:pt x="0" y="2669"/>
                </a:lnTo>
                <a:lnTo>
                  <a:pt x="2011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27613ED8-716F-4E91-5D0A-FCCBA910E687}"/>
              </a:ext>
            </a:extLst>
          </p:cNvPr>
          <p:cNvSpPr/>
          <p:nvPr/>
        </p:nvSpPr>
        <p:spPr>
          <a:xfrm>
            <a:off x="6114996" y="2822764"/>
            <a:ext cx="348429" cy="365677"/>
          </a:xfrm>
          <a:custGeom>
            <a:avLst/>
            <a:gdLst>
              <a:gd name="connsiteX0" fmla="*/ 300507 w 348429"/>
              <a:gd name="connsiteY0" fmla="*/ 0 h 365677"/>
              <a:gd name="connsiteX1" fmla="*/ 331180 w 348429"/>
              <a:gd name="connsiteY1" fmla="*/ 35422 h 365677"/>
              <a:gd name="connsiteX2" fmla="*/ 223386 w 348429"/>
              <a:gd name="connsiteY2" fmla="*/ 47247 h 365677"/>
              <a:gd name="connsiteX3" fmla="*/ 196304 w 348429"/>
              <a:gd name="connsiteY3" fmla="*/ 49928 h 365677"/>
              <a:gd name="connsiteX4" fmla="*/ 237061 w 348429"/>
              <a:gd name="connsiteY4" fmla="*/ 67720 h 365677"/>
              <a:gd name="connsiteX5" fmla="*/ 226086 w 348429"/>
              <a:gd name="connsiteY5" fmla="*/ 79670 h 365677"/>
              <a:gd name="connsiteX6" fmla="*/ 226086 w 348429"/>
              <a:gd name="connsiteY6" fmla="*/ 99369 h 365677"/>
              <a:gd name="connsiteX7" fmla="*/ 294207 w 348429"/>
              <a:gd name="connsiteY7" fmla="*/ 99369 h 365677"/>
              <a:gd name="connsiteX8" fmla="*/ 317181 w 348429"/>
              <a:gd name="connsiteY8" fmla="*/ 78945 h 365677"/>
              <a:gd name="connsiteX9" fmla="*/ 348429 w 348429"/>
              <a:gd name="connsiteY9" fmla="*/ 116793 h 365677"/>
              <a:gd name="connsiteX10" fmla="*/ 226086 w 348429"/>
              <a:gd name="connsiteY10" fmla="*/ 116793 h 365677"/>
              <a:gd name="connsiteX11" fmla="*/ 226086 w 348429"/>
              <a:gd name="connsiteY11" fmla="*/ 152190 h 365677"/>
              <a:gd name="connsiteX12" fmla="*/ 282608 w 348429"/>
              <a:gd name="connsiteY12" fmla="*/ 152190 h 365677"/>
              <a:gd name="connsiteX13" fmla="*/ 295307 w 348429"/>
              <a:gd name="connsiteY13" fmla="*/ 134891 h 365677"/>
              <a:gd name="connsiteX14" fmla="*/ 326480 w 348429"/>
              <a:gd name="connsiteY14" fmla="*/ 158965 h 365677"/>
              <a:gd name="connsiteX15" fmla="*/ 313931 w 348429"/>
              <a:gd name="connsiteY15" fmla="*/ 171739 h 365677"/>
              <a:gd name="connsiteX16" fmla="*/ 315506 w 348429"/>
              <a:gd name="connsiteY16" fmla="*/ 280683 h 365677"/>
              <a:gd name="connsiteX17" fmla="*/ 283933 w 348429"/>
              <a:gd name="connsiteY17" fmla="*/ 293532 h 365677"/>
              <a:gd name="connsiteX18" fmla="*/ 283933 w 348429"/>
              <a:gd name="connsiteY18" fmla="*/ 169589 h 365677"/>
              <a:gd name="connsiteX19" fmla="*/ 142941 w 348429"/>
              <a:gd name="connsiteY19" fmla="*/ 169589 h 365677"/>
              <a:gd name="connsiteX20" fmla="*/ 142941 w 348429"/>
              <a:gd name="connsiteY20" fmla="*/ 288757 h 365677"/>
              <a:gd name="connsiteX21" fmla="*/ 111393 w 348429"/>
              <a:gd name="connsiteY21" fmla="*/ 299806 h 365677"/>
              <a:gd name="connsiteX22" fmla="*/ 112943 w 348429"/>
              <a:gd name="connsiteY22" fmla="*/ 211224 h 365677"/>
              <a:gd name="connsiteX23" fmla="*/ 111393 w 348429"/>
              <a:gd name="connsiteY23" fmla="*/ 138041 h 365677"/>
              <a:gd name="connsiteX24" fmla="*/ 139667 w 348429"/>
              <a:gd name="connsiteY24" fmla="*/ 152190 h 365677"/>
              <a:gd name="connsiteX25" fmla="*/ 196088 w 348429"/>
              <a:gd name="connsiteY25" fmla="*/ 152190 h 365677"/>
              <a:gd name="connsiteX26" fmla="*/ 196088 w 348429"/>
              <a:gd name="connsiteY26" fmla="*/ 116793 h 365677"/>
              <a:gd name="connsiteX27" fmla="*/ 135017 w 348429"/>
              <a:gd name="connsiteY27" fmla="*/ 116793 h 365677"/>
              <a:gd name="connsiteX28" fmla="*/ 98994 w 348429"/>
              <a:gd name="connsiteY28" fmla="*/ 121492 h 365677"/>
              <a:gd name="connsiteX29" fmla="*/ 83345 w 348429"/>
              <a:gd name="connsiteY29" fmla="*/ 101622 h 365677"/>
              <a:gd name="connsiteX30" fmla="*/ 83345 w 348429"/>
              <a:gd name="connsiteY30" fmla="*/ 160315 h 365677"/>
              <a:gd name="connsiteX31" fmla="*/ 8075 w 348429"/>
              <a:gd name="connsiteY31" fmla="*/ 365677 h 365677"/>
              <a:gd name="connsiteX32" fmla="*/ 0 w 348429"/>
              <a:gd name="connsiteY32" fmla="*/ 358853 h 365677"/>
              <a:gd name="connsiteX33" fmla="*/ 53347 w 348429"/>
              <a:gd name="connsiteY33" fmla="*/ 142841 h 365677"/>
              <a:gd name="connsiteX34" fmla="*/ 51772 w 348429"/>
              <a:gd name="connsiteY34" fmla="*/ 28223 h 365677"/>
              <a:gd name="connsiteX35" fmla="*/ 80045 w 348429"/>
              <a:gd name="connsiteY35" fmla="*/ 42347 h 365677"/>
              <a:gd name="connsiteX36" fmla="*/ 225874 w 348429"/>
              <a:gd name="connsiteY36" fmla="*/ 24561 h 365677"/>
              <a:gd name="connsiteX37" fmla="*/ 300507 w 348429"/>
              <a:gd name="connsiteY37" fmla="*/ 0 h 365677"/>
              <a:gd name="connsiteX38" fmla="*/ 194555 w 348429"/>
              <a:gd name="connsiteY38" fmla="*/ 50102 h 365677"/>
              <a:gd name="connsiteX39" fmla="*/ 161090 w 348429"/>
              <a:gd name="connsiteY39" fmla="*/ 53415 h 365677"/>
              <a:gd name="connsiteX40" fmla="*/ 83345 w 348429"/>
              <a:gd name="connsiteY40" fmla="*/ 59471 h 365677"/>
              <a:gd name="connsiteX41" fmla="*/ 83345 w 348429"/>
              <a:gd name="connsiteY41" fmla="*/ 99369 h 365677"/>
              <a:gd name="connsiteX42" fmla="*/ 196088 w 348429"/>
              <a:gd name="connsiteY42" fmla="*/ 99369 h 365677"/>
              <a:gd name="connsiteX43" fmla="*/ 195694 w 348429"/>
              <a:gd name="connsiteY43" fmla="*/ 76051 h 365677"/>
              <a:gd name="connsiteX44" fmla="*/ 194555 w 348429"/>
              <a:gd name="connsiteY44" fmla="*/ 50102 h 365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348429" h="365677">
                <a:moveTo>
                  <a:pt x="300507" y="0"/>
                </a:moveTo>
                <a:lnTo>
                  <a:pt x="331180" y="35422"/>
                </a:lnTo>
                <a:cubicBezTo>
                  <a:pt x="295565" y="39039"/>
                  <a:pt x="259634" y="42980"/>
                  <a:pt x="223386" y="47247"/>
                </a:cubicBezTo>
                <a:lnTo>
                  <a:pt x="196304" y="49928"/>
                </a:lnTo>
                <a:lnTo>
                  <a:pt x="237061" y="67720"/>
                </a:lnTo>
                <a:lnTo>
                  <a:pt x="226086" y="79670"/>
                </a:lnTo>
                <a:lnTo>
                  <a:pt x="226086" y="99369"/>
                </a:lnTo>
                <a:lnTo>
                  <a:pt x="294207" y="99369"/>
                </a:lnTo>
                <a:lnTo>
                  <a:pt x="317181" y="78945"/>
                </a:lnTo>
                <a:lnTo>
                  <a:pt x="348429" y="116793"/>
                </a:lnTo>
                <a:lnTo>
                  <a:pt x="226086" y="116793"/>
                </a:lnTo>
                <a:lnTo>
                  <a:pt x="226086" y="152190"/>
                </a:lnTo>
                <a:lnTo>
                  <a:pt x="282608" y="152190"/>
                </a:lnTo>
                <a:lnTo>
                  <a:pt x="295307" y="134891"/>
                </a:lnTo>
                <a:lnTo>
                  <a:pt x="326480" y="158965"/>
                </a:lnTo>
                <a:lnTo>
                  <a:pt x="313931" y="171739"/>
                </a:lnTo>
                <a:cubicBezTo>
                  <a:pt x="313931" y="224386"/>
                  <a:pt x="314456" y="260700"/>
                  <a:pt x="315506" y="280683"/>
                </a:cubicBezTo>
                <a:lnTo>
                  <a:pt x="283933" y="293532"/>
                </a:lnTo>
                <a:lnTo>
                  <a:pt x="283933" y="169589"/>
                </a:lnTo>
                <a:lnTo>
                  <a:pt x="142941" y="169589"/>
                </a:lnTo>
                <a:lnTo>
                  <a:pt x="142941" y="288757"/>
                </a:lnTo>
                <a:lnTo>
                  <a:pt x="111393" y="299806"/>
                </a:lnTo>
                <a:cubicBezTo>
                  <a:pt x="112427" y="265225"/>
                  <a:pt x="112943" y="235698"/>
                  <a:pt x="112943" y="211224"/>
                </a:cubicBezTo>
                <a:cubicBezTo>
                  <a:pt x="112943" y="186751"/>
                  <a:pt x="112427" y="162356"/>
                  <a:pt x="111393" y="138041"/>
                </a:cubicBezTo>
                <a:lnTo>
                  <a:pt x="139667" y="152190"/>
                </a:lnTo>
                <a:lnTo>
                  <a:pt x="196088" y="152190"/>
                </a:lnTo>
                <a:lnTo>
                  <a:pt x="196088" y="116793"/>
                </a:lnTo>
                <a:lnTo>
                  <a:pt x="135017" y="116793"/>
                </a:lnTo>
                <a:cubicBezTo>
                  <a:pt x="123934" y="116793"/>
                  <a:pt x="111927" y="118359"/>
                  <a:pt x="98994" y="121492"/>
                </a:cubicBezTo>
                <a:lnTo>
                  <a:pt x="83345" y="101622"/>
                </a:lnTo>
                <a:lnTo>
                  <a:pt x="83345" y="160315"/>
                </a:lnTo>
                <a:cubicBezTo>
                  <a:pt x="86478" y="239810"/>
                  <a:pt x="61388" y="308264"/>
                  <a:pt x="8075" y="365677"/>
                </a:cubicBezTo>
                <a:lnTo>
                  <a:pt x="0" y="358853"/>
                </a:lnTo>
                <a:cubicBezTo>
                  <a:pt x="37648" y="297090"/>
                  <a:pt x="55430" y="225086"/>
                  <a:pt x="53347" y="142841"/>
                </a:cubicBezTo>
                <a:cubicBezTo>
                  <a:pt x="53347" y="90744"/>
                  <a:pt x="52822" y="52538"/>
                  <a:pt x="51772" y="28223"/>
                </a:cubicBezTo>
                <a:lnTo>
                  <a:pt x="80045" y="42347"/>
                </a:lnTo>
                <a:cubicBezTo>
                  <a:pt x="141092" y="38247"/>
                  <a:pt x="189701" y="32318"/>
                  <a:pt x="225874" y="24561"/>
                </a:cubicBezTo>
                <a:cubicBezTo>
                  <a:pt x="262047" y="16803"/>
                  <a:pt x="286924" y="8616"/>
                  <a:pt x="300507" y="0"/>
                </a:cubicBezTo>
                <a:close/>
                <a:moveTo>
                  <a:pt x="194555" y="50102"/>
                </a:moveTo>
                <a:lnTo>
                  <a:pt x="161090" y="53415"/>
                </a:lnTo>
                <a:cubicBezTo>
                  <a:pt x="137750" y="55452"/>
                  <a:pt x="111835" y="57471"/>
                  <a:pt x="83345" y="59471"/>
                </a:cubicBezTo>
                <a:lnTo>
                  <a:pt x="83345" y="99369"/>
                </a:lnTo>
                <a:lnTo>
                  <a:pt x="196088" y="99369"/>
                </a:lnTo>
                <a:cubicBezTo>
                  <a:pt x="196088" y="92194"/>
                  <a:pt x="195957" y="84422"/>
                  <a:pt x="195694" y="76051"/>
                </a:cubicBezTo>
                <a:lnTo>
                  <a:pt x="194555" y="5010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1711D464-6626-7CF0-67B3-52F08A174AE0}"/>
              </a:ext>
            </a:extLst>
          </p:cNvPr>
          <p:cNvSpPr/>
          <p:nvPr/>
        </p:nvSpPr>
        <p:spPr>
          <a:xfrm>
            <a:off x="6523020" y="2824364"/>
            <a:ext cx="379802" cy="151890"/>
          </a:xfrm>
          <a:custGeom>
            <a:avLst/>
            <a:gdLst>
              <a:gd name="connsiteX0" fmla="*/ 279308 w 379802"/>
              <a:gd name="connsiteY0" fmla="*/ 0 h 151890"/>
              <a:gd name="connsiteX1" fmla="*/ 310781 w 379802"/>
              <a:gd name="connsiteY1" fmla="*/ 22473 h 151890"/>
              <a:gd name="connsiteX2" fmla="*/ 299782 w 379802"/>
              <a:gd name="connsiteY2" fmla="*/ 33747 h 151890"/>
              <a:gd name="connsiteX3" fmla="*/ 301357 w 379802"/>
              <a:gd name="connsiteY3" fmla="*/ 111743 h 151890"/>
              <a:gd name="connsiteX4" fmla="*/ 269809 w 379802"/>
              <a:gd name="connsiteY4" fmla="*/ 122892 h 151890"/>
              <a:gd name="connsiteX5" fmla="*/ 269809 w 379802"/>
              <a:gd name="connsiteY5" fmla="*/ 107193 h 151890"/>
              <a:gd name="connsiteX6" fmla="*/ 105269 w 379802"/>
              <a:gd name="connsiteY6" fmla="*/ 107193 h 151890"/>
              <a:gd name="connsiteX7" fmla="*/ 105269 w 379802"/>
              <a:gd name="connsiteY7" fmla="*/ 119692 h 151890"/>
              <a:gd name="connsiteX8" fmla="*/ 76439 w 379802"/>
              <a:gd name="connsiteY8" fmla="*/ 129767 h 151890"/>
              <a:gd name="connsiteX9" fmla="*/ 324031 w 379802"/>
              <a:gd name="connsiteY9" fmla="*/ 129767 h 151890"/>
              <a:gd name="connsiteX10" fmla="*/ 348654 w 379802"/>
              <a:gd name="connsiteY10" fmla="*/ 107768 h 151890"/>
              <a:gd name="connsiteX11" fmla="*/ 379802 w 379802"/>
              <a:gd name="connsiteY11" fmla="*/ 147191 h 151890"/>
              <a:gd name="connsiteX12" fmla="*/ 48722 w 379802"/>
              <a:gd name="connsiteY12" fmla="*/ 147191 h 151890"/>
              <a:gd name="connsiteX13" fmla="*/ 17399 w 379802"/>
              <a:gd name="connsiteY13" fmla="*/ 151890 h 151890"/>
              <a:gd name="connsiteX14" fmla="*/ 0 w 379802"/>
              <a:gd name="connsiteY14" fmla="*/ 129767 h 151890"/>
              <a:gd name="connsiteX15" fmla="*/ 73756 w 379802"/>
              <a:gd name="connsiteY15" fmla="*/ 129767 h 151890"/>
              <a:gd name="connsiteX16" fmla="*/ 74902 w 379802"/>
              <a:gd name="connsiteY16" fmla="*/ 98515 h 151890"/>
              <a:gd name="connsiteX17" fmla="*/ 75296 w 379802"/>
              <a:gd name="connsiteY17" fmla="*/ 62508 h 151890"/>
              <a:gd name="connsiteX18" fmla="*/ 73721 w 379802"/>
              <a:gd name="connsiteY18" fmla="*/ 3599 h 151890"/>
              <a:gd name="connsiteX19" fmla="*/ 103444 w 379802"/>
              <a:gd name="connsiteY19" fmla="*/ 16174 h 151890"/>
              <a:gd name="connsiteX20" fmla="*/ 268384 w 379802"/>
              <a:gd name="connsiteY20" fmla="*/ 16174 h 151890"/>
              <a:gd name="connsiteX21" fmla="*/ 279308 w 379802"/>
              <a:gd name="connsiteY21" fmla="*/ 0 h 151890"/>
              <a:gd name="connsiteX22" fmla="*/ 105269 w 379802"/>
              <a:gd name="connsiteY22" fmla="*/ 33597 h 151890"/>
              <a:gd name="connsiteX23" fmla="*/ 105269 w 379802"/>
              <a:gd name="connsiteY23" fmla="*/ 51396 h 151890"/>
              <a:gd name="connsiteX24" fmla="*/ 269809 w 379802"/>
              <a:gd name="connsiteY24" fmla="*/ 51396 h 151890"/>
              <a:gd name="connsiteX25" fmla="*/ 269809 w 379802"/>
              <a:gd name="connsiteY25" fmla="*/ 33597 h 151890"/>
              <a:gd name="connsiteX26" fmla="*/ 105269 w 379802"/>
              <a:gd name="connsiteY26" fmla="*/ 33597 h 151890"/>
              <a:gd name="connsiteX27" fmla="*/ 105269 w 379802"/>
              <a:gd name="connsiteY27" fmla="*/ 68795 h 151890"/>
              <a:gd name="connsiteX28" fmla="*/ 105269 w 379802"/>
              <a:gd name="connsiteY28" fmla="*/ 89794 h 151890"/>
              <a:gd name="connsiteX29" fmla="*/ 269809 w 379802"/>
              <a:gd name="connsiteY29" fmla="*/ 89794 h 151890"/>
              <a:gd name="connsiteX30" fmla="*/ 269809 w 379802"/>
              <a:gd name="connsiteY30" fmla="*/ 68795 h 151890"/>
              <a:gd name="connsiteX31" fmla="*/ 105269 w 379802"/>
              <a:gd name="connsiteY31" fmla="*/ 68795 h 1518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379802" h="151890">
                <a:moveTo>
                  <a:pt x="279308" y="0"/>
                </a:moveTo>
                <a:lnTo>
                  <a:pt x="310781" y="22473"/>
                </a:lnTo>
                <a:lnTo>
                  <a:pt x="299782" y="33747"/>
                </a:lnTo>
                <a:cubicBezTo>
                  <a:pt x="299782" y="71545"/>
                  <a:pt x="300307" y="97544"/>
                  <a:pt x="301357" y="111743"/>
                </a:cubicBezTo>
                <a:lnTo>
                  <a:pt x="269809" y="122892"/>
                </a:lnTo>
                <a:lnTo>
                  <a:pt x="269809" y="107193"/>
                </a:lnTo>
                <a:lnTo>
                  <a:pt x="105269" y="107193"/>
                </a:lnTo>
                <a:lnTo>
                  <a:pt x="105269" y="119692"/>
                </a:lnTo>
                <a:lnTo>
                  <a:pt x="76439" y="129767"/>
                </a:lnTo>
                <a:lnTo>
                  <a:pt x="324031" y="129767"/>
                </a:lnTo>
                <a:lnTo>
                  <a:pt x="348654" y="107768"/>
                </a:lnTo>
                <a:lnTo>
                  <a:pt x="379802" y="147191"/>
                </a:lnTo>
                <a:lnTo>
                  <a:pt x="48722" y="147191"/>
                </a:lnTo>
                <a:cubicBezTo>
                  <a:pt x="40790" y="147191"/>
                  <a:pt x="30348" y="148757"/>
                  <a:pt x="17399" y="151890"/>
                </a:cubicBezTo>
                <a:lnTo>
                  <a:pt x="0" y="129767"/>
                </a:lnTo>
                <a:lnTo>
                  <a:pt x="73756" y="129767"/>
                </a:lnTo>
                <a:lnTo>
                  <a:pt x="74902" y="98515"/>
                </a:lnTo>
                <a:cubicBezTo>
                  <a:pt x="75164" y="87147"/>
                  <a:pt x="75296" y="75145"/>
                  <a:pt x="75296" y="62508"/>
                </a:cubicBezTo>
                <a:cubicBezTo>
                  <a:pt x="75296" y="37235"/>
                  <a:pt x="74771" y="17598"/>
                  <a:pt x="73721" y="3599"/>
                </a:cubicBezTo>
                <a:lnTo>
                  <a:pt x="103444" y="16174"/>
                </a:lnTo>
                <a:lnTo>
                  <a:pt x="268384" y="16174"/>
                </a:lnTo>
                <a:lnTo>
                  <a:pt x="279308" y="0"/>
                </a:lnTo>
                <a:close/>
                <a:moveTo>
                  <a:pt x="105269" y="33597"/>
                </a:moveTo>
                <a:lnTo>
                  <a:pt x="105269" y="51396"/>
                </a:lnTo>
                <a:lnTo>
                  <a:pt x="269809" y="51396"/>
                </a:lnTo>
                <a:lnTo>
                  <a:pt x="269809" y="33597"/>
                </a:lnTo>
                <a:lnTo>
                  <a:pt x="105269" y="33597"/>
                </a:lnTo>
                <a:close/>
                <a:moveTo>
                  <a:pt x="105269" y="68795"/>
                </a:moveTo>
                <a:lnTo>
                  <a:pt x="105269" y="89794"/>
                </a:lnTo>
                <a:lnTo>
                  <a:pt x="269809" y="89794"/>
                </a:lnTo>
                <a:lnTo>
                  <a:pt x="269809" y="68795"/>
                </a:lnTo>
                <a:lnTo>
                  <a:pt x="105269" y="68795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F0551105-1B67-7194-3B89-7678B227CA6B}"/>
              </a:ext>
            </a:extLst>
          </p:cNvPr>
          <p:cNvSpPr/>
          <p:nvPr/>
        </p:nvSpPr>
        <p:spPr>
          <a:xfrm>
            <a:off x="5694345" y="2825963"/>
            <a:ext cx="375077" cy="136492"/>
          </a:xfrm>
          <a:custGeom>
            <a:avLst/>
            <a:gdLst>
              <a:gd name="connsiteX0" fmla="*/ 232161 w 375077"/>
              <a:gd name="connsiteY0" fmla="*/ 0 h 136492"/>
              <a:gd name="connsiteX1" fmla="*/ 279408 w 375077"/>
              <a:gd name="connsiteY1" fmla="*/ 23824 h 136492"/>
              <a:gd name="connsiteX2" fmla="*/ 265284 w 375077"/>
              <a:gd name="connsiteY2" fmla="*/ 35548 h 136492"/>
              <a:gd name="connsiteX3" fmla="*/ 265284 w 375077"/>
              <a:gd name="connsiteY3" fmla="*/ 64172 h 136492"/>
              <a:gd name="connsiteX4" fmla="*/ 306832 w 375077"/>
              <a:gd name="connsiteY4" fmla="*/ 64172 h 136492"/>
              <a:gd name="connsiteX5" fmla="*/ 337680 w 375077"/>
              <a:gd name="connsiteY5" fmla="*/ 37473 h 136492"/>
              <a:gd name="connsiteX6" fmla="*/ 375077 w 375077"/>
              <a:gd name="connsiteY6" fmla="*/ 81595 h 136492"/>
              <a:gd name="connsiteX7" fmla="*/ 265284 w 375077"/>
              <a:gd name="connsiteY7" fmla="*/ 81595 h 136492"/>
              <a:gd name="connsiteX8" fmla="*/ 266859 w 375077"/>
              <a:gd name="connsiteY8" fmla="*/ 119043 h 136492"/>
              <a:gd name="connsiteX9" fmla="*/ 233711 w 375077"/>
              <a:gd name="connsiteY9" fmla="*/ 131792 h 136492"/>
              <a:gd name="connsiteX10" fmla="*/ 233711 w 375077"/>
              <a:gd name="connsiteY10" fmla="*/ 81595 h 136492"/>
              <a:gd name="connsiteX11" fmla="*/ 153916 w 375077"/>
              <a:gd name="connsiteY11" fmla="*/ 81595 h 136492"/>
              <a:gd name="connsiteX12" fmla="*/ 153916 w 375077"/>
              <a:gd name="connsiteY12" fmla="*/ 122068 h 136492"/>
              <a:gd name="connsiteX13" fmla="*/ 120768 w 375077"/>
              <a:gd name="connsiteY13" fmla="*/ 136492 h 136492"/>
              <a:gd name="connsiteX14" fmla="*/ 122343 w 375077"/>
              <a:gd name="connsiteY14" fmla="*/ 81595 h 136492"/>
              <a:gd name="connsiteX15" fmla="*/ 56547 w 375077"/>
              <a:gd name="connsiteY15" fmla="*/ 81595 h 136492"/>
              <a:gd name="connsiteX16" fmla="*/ 17399 w 375077"/>
              <a:gd name="connsiteY16" fmla="*/ 86295 h 136492"/>
              <a:gd name="connsiteX17" fmla="*/ 0 w 375077"/>
              <a:gd name="connsiteY17" fmla="*/ 64172 h 136492"/>
              <a:gd name="connsiteX18" fmla="*/ 122343 w 375077"/>
              <a:gd name="connsiteY18" fmla="*/ 64172 h 136492"/>
              <a:gd name="connsiteX19" fmla="*/ 120768 w 375077"/>
              <a:gd name="connsiteY19" fmla="*/ 1575 h 136492"/>
              <a:gd name="connsiteX20" fmla="*/ 166465 w 375077"/>
              <a:gd name="connsiteY20" fmla="*/ 23374 h 136492"/>
              <a:gd name="connsiteX21" fmla="*/ 153916 w 375077"/>
              <a:gd name="connsiteY21" fmla="*/ 36748 h 136492"/>
              <a:gd name="connsiteX22" fmla="*/ 153916 w 375077"/>
              <a:gd name="connsiteY22" fmla="*/ 64172 h 136492"/>
              <a:gd name="connsiteX23" fmla="*/ 233711 w 375077"/>
              <a:gd name="connsiteY23" fmla="*/ 64172 h 136492"/>
              <a:gd name="connsiteX24" fmla="*/ 232161 w 375077"/>
              <a:gd name="connsiteY24" fmla="*/ 0 h 136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375077" h="136492">
                <a:moveTo>
                  <a:pt x="232161" y="0"/>
                </a:moveTo>
                <a:lnTo>
                  <a:pt x="279408" y="23824"/>
                </a:lnTo>
                <a:lnTo>
                  <a:pt x="265284" y="35548"/>
                </a:lnTo>
                <a:lnTo>
                  <a:pt x="265284" y="64172"/>
                </a:lnTo>
                <a:lnTo>
                  <a:pt x="306832" y="64172"/>
                </a:lnTo>
                <a:lnTo>
                  <a:pt x="337680" y="37473"/>
                </a:lnTo>
                <a:lnTo>
                  <a:pt x="375077" y="81595"/>
                </a:lnTo>
                <a:lnTo>
                  <a:pt x="265284" y="81595"/>
                </a:lnTo>
                <a:cubicBezTo>
                  <a:pt x="265284" y="93411"/>
                  <a:pt x="265809" y="105894"/>
                  <a:pt x="266859" y="119043"/>
                </a:cubicBezTo>
                <a:lnTo>
                  <a:pt x="233711" y="131792"/>
                </a:lnTo>
                <a:lnTo>
                  <a:pt x="233711" y="81595"/>
                </a:lnTo>
                <a:lnTo>
                  <a:pt x="153916" y="81595"/>
                </a:lnTo>
                <a:lnTo>
                  <a:pt x="153916" y="122068"/>
                </a:lnTo>
                <a:lnTo>
                  <a:pt x="120768" y="136492"/>
                </a:lnTo>
                <a:cubicBezTo>
                  <a:pt x="121818" y="114477"/>
                  <a:pt x="122343" y="96178"/>
                  <a:pt x="122343" y="81595"/>
                </a:cubicBezTo>
                <a:lnTo>
                  <a:pt x="56547" y="81595"/>
                </a:lnTo>
                <a:cubicBezTo>
                  <a:pt x="43398" y="81595"/>
                  <a:pt x="30348" y="83162"/>
                  <a:pt x="17399" y="86295"/>
                </a:cubicBezTo>
                <a:lnTo>
                  <a:pt x="0" y="64172"/>
                </a:lnTo>
                <a:lnTo>
                  <a:pt x="122343" y="64172"/>
                </a:lnTo>
                <a:cubicBezTo>
                  <a:pt x="122343" y="42573"/>
                  <a:pt x="121818" y="21707"/>
                  <a:pt x="120768" y="1575"/>
                </a:cubicBezTo>
                <a:lnTo>
                  <a:pt x="166465" y="23374"/>
                </a:lnTo>
                <a:lnTo>
                  <a:pt x="153916" y="36748"/>
                </a:lnTo>
                <a:lnTo>
                  <a:pt x="153916" y="64172"/>
                </a:lnTo>
                <a:lnTo>
                  <a:pt x="233711" y="64172"/>
                </a:lnTo>
                <a:cubicBezTo>
                  <a:pt x="233711" y="43556"/>
                  <a:pt x="233194" y="22166"/>
                  <a:pt x="232161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8AAA38CF-9B90-B470-0722-7BCD8D504938}"/>
              </a:ext>
            </a:extLst>
          </p:cNvPr>
          <p:cNvSpPr/>
          <p:nvPr/>
        </p:nvSpPr>
        <p:spPr>
          <a:xfrm>
            <a:off x="5319170" y="2832363"/>
            <a:ext cx="66071" cy="77070"/>
          </a:xfrm>
          <a:custGeom>
            <a:avLst/>
            <a:gdLst>
              <a:gd name="connsiteX0" fmla="*/ 5874 w 66071"/>
              <a:gd name="connsiteY0" fmla="*/ 0 h 77070"/>
              <a:gd name="connsiteX1" fmla="*/ 51934 w 66071"/>
              <a:gd name="connsiteY1" fmla="*/ 27523 h 77070"/>
              <a:gd name="connsiteX2" fmla="*/ 66071 w 66071"/>
              <a:gd name="connsiteY2" fmla="*/ 54397 h 77070"/>
              <a:gd name="connsiteX3" fmla="*/ 58809 w 66071"/>
              <a:gd name="connsiteY3" fmla="*/ 72933 h 77070"/>
              <a:gd name="connsiteX4" fmla="*/ 48722 w 66071"/>
              <a:gd name="connsiteY4" fmla="*/ 77070 h 77070"/>
              <a:gd name="connsiteX5" fmla="*/ 31673 w 66071"/>
              <a:gd name="connsiteY5" fmla="*/ 56797 h 77070"/>
              <a:gd name="connsiteX6" fmla="*/ 0 w 66071"/>
              <a:gd name="connsiteY6" fmla="*/ 10399 h 77070"/>
              <a:gd name="connsiteX7" fmla="*/ 5874 w 66071"/>
              <a:gd name="connsiteY7" fmla="*/ 0 h 77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6071" h="77070">
                <a:moveTo>
                  <a:pt x="5874" y="0"/>
                </a:moveTo>
                <a:cubicBezTo>
                  <a:pt x="27156" y="10033"/>
                  <a:pt x="42510" y="19207"/>
                  <a:pt x="51934" y="27523"/>
                </a:cubicBezTo>
                <a:cubicBezTo>
                  <a:pt x="61358" y="35840"/>
                  <a:pt x="66071" y="44797"/>
                  <a:pt x="66071" y="54397"/>
                </a:cubicBezTo>
                <a:cubicBezTo>
                  <a:pt x="66071" y="63996"/>
                  <a:pt x="63650" y="70175"/>
                  <a:pt x="58809" y="72933"/>
                </a:cubicBezTo>
                <a:cubicBezTo>
                  <a:pt x="53967" y="75691"/>
                  <a:pt x="50605" y="77070"/>
                  <a:pt x="48722" y="77070"/>
                </a:cubicBezTo>
                <a:cubicBezTo>
                  <a:pt x="41022" y="77070"/>
                  <a:pt x="35339" y="70312"/>
                  <a:pt x="31673" y="56797"/>
                </a:cubicBezTo>
                <a:cubicBezTo>
                  <a:pt x="26640" y="43731"/>
                  <a:pt x="16082" y="28265"/>
                  <a:pt x="0" y="10399"/>
                </a:cubicBezTo>
                <a:lnTo>
                  <a:pt x="5874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33FC5A09-EDEA-DA18-B9BE-CACC35039D60}"/>
              </a:ext>
            </a:extLst>
          </p:cNvPr>
          <p:cNvSpPr/>
          <p:nvPr/>
        </p:nvSpPr>
        <p:spPr>
          <a:xfrm>
            <a:off x="5377189" y="2838638"/>
            <a:ext cx="260584" cy="356903"/>
          </a:xfrm>
          <a:custGeom>
            <a:avLst/>
            <a:gdLst>
              <a:gd name="connsiteX0" fmla="*/ 233711 w 260584"/>
              <a:gd name="connsiteY0" fmla="*/ 0 h 356903"/>
              <a:gd name="connsiteX1" fmla="*/ 260584 w 260584"/>
              <a:gd name="connsiteY1" fmla="*/ 27848 h 356903"/>
              <a:gd name="connsiteX2" fmla="*/ 248035 w 260584"/>
              <a:gd name="connsiteY2" fmla="*/ 38647 h 356903"/>
              <a:gd name="connsiteX3" fmla="*/ 248035 w 260584"/>
              <a:gd name="connsiteY3" fmla="*/ 314380 h 356903"/>
              <a:gd name="connsiteX4" fmla="*/ 241735 w 260584"/>
              <a:gd name="connsiteY4" fmla="*/ 339029 h 356903"/>
              <a:gd name="connsiteX5" fmla="*/ 214312 w 260584"/>
              <a:gd name="connsiteY5" fmla="*/ 356903 h 356903"/>
              <a:gd name="connsiteX6" fmla="*/ 155316 w 260584"/>
              <a:gd name="connsiteY6" fmla="*/ 324855 h 356903"/>
              <a:gd name="connsiteX7" fmla="*/ 155316 w 260584"/>
              <a:gd name="connsiteY7" fmla="*/ 308081 h 356903"/>
              <a:gd name="connsiteX8" fmla="*/ 213262 w 260584"/>
              <a:gd name="connsiteY8" fmla="*/ 314056 h 356903"/>
              <a:gd name="connsiteX9" fmla="*/ 218062 w 260584"/>
              <a:gd name="connsiteY9" fmla="*/ 305031 h 356903"/>
              <a:gd name="connsiteX10" fmla="*/ 218062 w 260584"/>
              <a:gd name="connsiteY10" fmla="*/ 150515 h 356903"/>
              <a:gd name="connsiteX11" fmla="*/ 125592 w 260584"/>
              <a:gd name="connsiteY11" fmla="*/ 150515 h 356903"/>
              <a:gd name="connsiteX12" fmla="*/ 86445 w 260584"/>
              <a:gd name="connsiteY12" fmla="*/ 155215 h 356903"/>
              <a:gd name="connsiteX13" fmla="*/ 77070 w 260584"/>
              <a:gd name="connsiteY13" fmla="*/ 143312 h 356903"/>
              <a:gd name="connsiteX14" fmla="*/ 77070 w 260584"/>
              <a:gd name="connsiteY14" fmla="*/ 162115 h 356903"/>
              <a:gd name="connsiteX15" fmla="*/ 6975 w 260584"/>
              <a:gd name="connsiteY15" fmla="*/ 356903 h 356903"/>
              <a:gd name="connsiteX16" fmla="*/ 0 w 260584"/>
              <a:gd name="connsiteY16" fmla="*/ 347853 h 356903"/>
              <a:gd name="connsiteX17" fmla="*/ 36485 w 260584"/>
              <a:gd name="connsiteY17" fmla="*/ 275161 h 356903"/>
              <a:gd name="connsiteX18" fmla="*/ 42110 w 260584"/>
              <a:gd name="connsiteY18" fmla="*/ 237684 h 356903"/>
              <a:gd name="connsiteX19" fmla="*/ 42111 w 260584"/>
              <a:gd name="connsiteY19" fmla="*/ 237682 h 356903"/>
              <a:gd name="connsiteX20" fmla="*/ 42111 w 260584"/>
              <a:gd name="connsiteY20" fmla="*/ 237682 h 356903"/>
              <a:gd name="connsiteX21" fmla="*/ 44122 w 260584"/>
              <a:gd name="connsiteY21" fmla="*/ 235011 h 356903"/>
              <a:gd name="connsiteX22" fmla="*/ 44122 w 260584"/>
              <a:gd name="connsiteY22" fmla="*/ 235011 h 356903"/>
              <a:gd name="connsiteX23" fmla="*/ 44122 w 260584"/>
              <a:gd name="connsiteY23" fmla="*/ 235010 h 356903"/>
              <a:gd name="connsiteX24" fmla="*/ 42731 w 260584"/>
              <a:gd name="connsiteY24" fmla="*/ 233552 h 356903"/>
              <a:gd name="connsiteX25" fmla="*/ 42731 w 260584"/>
              <a:gd name="connsiteY25" fmla="*/ 233551 h 356903"/>
              <a:gd name="connsiteX26" fmla="*/ 42730 w 260584"/>
              <a:gd name="connsiteY26" fmla="*/ 233550 h 356903"/>
              <a:gd name="connsiteX27" fmla="*/ 48647 w 260584"/>
              <a:gd name="connsiteY27" fmla="*/ 194125 h 356903"/>
              <a:gd name="connsiteX28" fmla="*/ 48647 w 260584"/>
              <a:gd name="connsiteY28" fmla="*/ 80795 h 356903"/>
              <a:gd name="connsiteX29" fmla="*/ 47072 w 260584"/>
              <a:gd name="connsiteY29" fmla="*/ 2150 h 356903"/>
              <a:gd name="connsiteX30" fmla="*/ 76895 w 260584"/>
              <a:gd name="connsiteY30" fmla="*/ 16299 h 356903"/>
              <a:gd name="connsiteX31" fmla="*/ 217137 w 260584"/>
              <a:gd name="connsiteY31" fmla="*/ 16299 h 356903"/>
              <a:gd name="connsiteX32" fmla="*/ 233711 w 260584"/>
              <a:gd name="connsiteY32" fmla="*/ 0 h 356903"/>
              <a:gd name="connsiteX33" fmla="*/ 77070 w 260584"/>
              <a:gd name="connsiteY33" fmla="*/ 33723 h 356903"/>
              <a:gd name="connsiteX34" fmla="*/ 77070 w 260584"/>
              <a:gd name="connsiteY34" fmla="*/ 133092 h 356903"/>
              <a:gd name="connsiteX35" fmla="*/ 131767 w 260584"/>
              <a:gd name="connsiteY35" fmla="*/ 133092 h 356903"/>
              <a:gd name="connsiteX36" fmla="*/ 131767 w 260584"/>
              <a:gd name="connsiteY36" fmla="*/ 97914 h 356903"/>
              <a:gd name="connsiteX37" fmla="*/ 115356 w 260584"/>
              <a:gd name="connsiteY37" fmla="*/ 98900 h 356903"/>
              <a:gd name="connsiteX38" fmla="*/ 95869 w 260584"/>
              <a:gd name="connsiteY38" fmla="*/ 102443 h 356903"/>
              <a:gd name="connsiteX39" fmla="*/ 78445 w 260584"/>
              <a:gd name="connsiteY39" fmla="*/ 80320 h 356903"/>
              <a:gd name="connsiteX40" fmla="*/ 131767 w 260584"/>
              <a:gd name="connsiteY40" fmla="*/ 80320 h 356903"/>
              <a:gd name="connsiteX41" fmla="*/ 130517 w 260584"/>
              <a:gd name="connsiteY41" fmla="*/ 33723 h 356903"/>
              <a:gd name="connsiteX42" fmla="*/ 77070 w 260584"/>
              <a:gd name="connsiteY42" fmla="*/ 33723 h 356903"/>
              <a:gd name="connsiteX43" fmla="*/ 144516 w 260584"/>
              <a:gd name="connsiteY43" fmla="*/ 33723 h 356903"/>
              <a:gd name="connsiteX44" fmla="*/ 171190 w 260584"/>
              <a:gd name="connsiteY44" fmla="*/ 41172 h 356903"/>
              <a:gd name="connsiteX45" fmla="*/ 160190 w 260584"/>
              <a:gd name="connsiteY45" fmla="*/ 52971 h 356903"/>
              <a:gd name="connsiteX46" fmla="*/ 160190 w 260584"/>
              <a:gd name="connsiteY46" fmla="*/ 80320 h 356903"/>
              <a:gd name="connsiteX47" fmla="*/ 170165 w 260584"/>
              <a:gd name="connsiteY47" fmla="*/ 80320 h 356903"/>
              <a:gd name="connsiteX48" fmla="*/ 188389 w 260584"/>
              <a:gd name="connsiteY48" fmla="*/ 63021 h 356903"/>
              <a:gd name="connsiteX49" fmla="*/ 216662 w 260584"/>
              <a:gd name="connsiteY49" fmla="*/ 97719 h 356903"/>
              <a:gd name="connsiteX50" fmla="*/ 160190 w 260584"/>
              <a:gd name="connsiteY50" fmla="*/ 97719 h 356903"/>
              <a:gd name="connsiteX51" fmla="*/ 160190 w 260584"/>
              <a:gd name="connsiteY51" fmla="*/ 133092 h 356903"/>
              <a:gd name="connsiteX52" fmla="*/ 176439 w 260584"/>
              <a:gd name="connsiteY52" fmla="*/ 133092 h 356903"/>
              <a:gd name="connsiteX53" fmla="*/ 196238 w 260584"/>
              <a:gd name="connsiteY53" fmla="*/ 114243 h 356903"/>
              <a:gd name="connsiteX54" fmla="*/ 218062 w 260584"/>
              <a:gd name="connsiteY54" fmla="*/ 140764 h 356903"/>
              <a:gd name="connsiteX55" fmla="*/ 218062 w 260584"/>
              <a:gd name="connsiteY55" fmla="*/ 33723 h 356903"/>
              <a:gd name="connsiteX56" fmla="*/ 144516 w 260584"/>
              <a:gd name="connsiteY56" fmla="*/ 33723 h 356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260584" h="356903">
                <a:moveTo>
                  <a:pt x="233711" y="0"/>
                </a:moveTo>
                <a:lnTo>
                  <a:pt x="260584" y="27848"/>
                </a:lnTo>
                <a:lnTo>
                  <a:pt x="248035" y="38647"/>
                </a:lnTo>
                <a:lnTo>
                  <a:pt x="248035" y="314380"/>
                </a:lnTo>
                <a:cubicBezTo>
                  <a:pt x="248035" y="324797"/>
                  <a:pt x="245935" y="333013"/>
                  <a:pt x="241735" y="339029"/>
                </a:cubicBezTo>
                <a:cubicBezTo>
                  <a:pt x="237536" y="345045"/>
                  <a:pt x="228394" y="351003"/>
                  <a:pt x="214312" y="356903"/>
                </a:cubicBezTo>
                <a:cubicBezTo>
                  <a:pt x="206296" y="340937"/>
                  <a:pt x="186630" y="330255"/>
                  <a:pt x="155316" y="324855"/>
                </a:cubicBezTo>
                <a:lnTo>
                  <a:pt x="155316" y="308081"/>
                </a:lnTo>
                <a:cubicBezTo>
                  <a:pt x="190747" y="312264"/>
                  <a:pt x="210062" y="314255"/>
                  <a:pt x="213262" y="314056"/>
                </a:cubicBezTo>
                <a:cubicBezTo>
                  <a:pt x="216462" y="313856"/>
                  <a:pt x="218062" y="310847"/>
                  <a:pt x="218062" y="305031"/>
                </a:cubicBezTo>
                <a:lnTo>
                  <a:pt x="218062" y="150515"/>
                </a:lnTo>
                <a:lnTo>
                  <a:pt x="125592" y="150515"/>
                </a:lnTo>
                <a:cubicBezTo>
                  <a:pt x="112427" y="150515"/>
                  <a:pt x="99377" y="152082"/>
                  <a:pt x="86445" y="155215"/>
                </a:cubicBezTo>
                <a:lnTo>
                  <a:pt x="77070" y="143312"/>
                </a:lnTo>
                <a:lnTo>
                  <a:pt x="77070" y="162115"/>
                </a:lnTo>
                <a:cubicBezTo>
                  <a:pt x="81253" y="248343"/>
                  <a:pt x="57888" y="313272"/>
                  <a:pt x="6975" y="356903"/>
                </a:cubicBezTo>
                <a:lnTo>
                  <a:pt x="0" y="347853"/>
                </a:lnTo>
                <a:cubicBezTo>
                  <a:pt x="16216" y="325013"/>
                  <a:pt x="28377" y="300782"/>
                  <a:pt x="36485" y="275161"/>
                </a:cubicBezTo>
                <a:lnTo>
                  <a:pt x="42110" y="237684"/>
                </a:lnTo>
                <a:lnTo>
                  <a:pt x="42111" y="237682"/>
                </a:lnTo>
                <a:lnTo>
                  <a:pt x="42111" y="237682"/>
                </a:lnTo>
                <a:lnTo>
                  <a:pt x="44122" y="235011"/>
                </a:lnTo>
                <a:lnTo>
                  <a:pt x="44122" y="235011"/>
                </a:lnTo>
                <a:lnTo>
                  <a:pt x="44122" y="235010"/>
                </a:lnTo>
                <a:lnTo>
                  <a:pt x="42731" y="233552"/>
                </a:lnTo>
                <a:lnTo>
                  <a:pt x="42731" y="233551"/>
                </a:lnTo>
                <a:lnTo>
                  <a:pt x="42730" y="233550"/>
                </a:lnTo>
                <a:lnTo>
                  <a:pt x="48647" y="194125"/>
                </a:lnTo>
                <a:cubicBezTo>
                  <a:pt x="48647" y="137320"/>
                  <a:pt x="48647" y="99544"/>
                  <a:pt x="48647" y="80795"/>
                </a:cubicBezTo>
                <a:cubicBezTo>
                  <a:pt x="48647" y="62046"/>
                  <a:pt x="48122" y="35831"/>
                  <a:pt x="47072" y="2150"/>
                </a:cubicBezTo>
                <a:lnTo>
                  <a:pt x="76895" y="16299"/>
                </a:lnTo>
                <a:lnTo>
                  <a:pt x="217137" y="16299"/>
                </a:lnTo>
                <a:lnTo>
                  <a:pt x="233711" y="0"/>
                </a:lnTo>
                <a:close/>
                <a:moveTo>
                  <a:pt x="77070" y="33723"/>
                </a:moveTo>
                <a:lnTo>
                  <a:pt x="77070" y="133092"/>
                </a:lnTo>
                <a:lnTo>
                  <a:pt x="131767" y="133092"/>
                </a:lnTo>
                <a:lnTo>
                  <a:pt x="131767" y="97914"/>
                </a:lnTo>
                <a:lnTo>
                  <a:pt x="115356" y="98900"/>
                </a:lnTo>
                <a:cubicBezTo>
                  <a:pt x="108831" y="99687"/>
                  <a:pt x="102335" y="100869"/>
                  <a:pt x="95869" y="102443"/>
                </a:cubicBezTo>
                <a:lnTo>
                  <a:pt x="78445" y="80320"/>
                </a:lnTo>
                <a:lnTo>
                  <a:pt x="131767" y="80320"/>
                </a:lnTo>
                <a:cubicBezTo>
                  <a:pt x="131767" y="61904"/>
                  <a:pt x="131350" y="46372"/>
                  <a:pt x="130517" y="33723"/>
                </a:cubicBezTo>
                <a:lnTo>
                  <a:pt x="77070" y="33723"/>
                </a:lnTo>
                <a:close/>
                <a:moveTo>
                  <a:pt x="144516" y="33723"/>
                </a:moveTo>
                <a:lnTo>
                  <a:pt x="171190" y="41172"/>
                </a:lnTo>
                <a:lnTo>
                  <a:pt x="160190" y="52971"/>
                </a:lnTo>
                <a:lnTo>
                  <a:pt x="160190" y="80320"/>
                </a:lnTo>
                <a:lnTo>
                  <a:pt x="170165" y="80320"/>
                </a:lnTo>
                <a:lnTo>
                  <a:pt x="188389" y="63021"/>
                </a:lnTo>
                <a:lnTo>
                  <a:pt x="216662" y="97719"/>
                </a:lnTo>
                <a:lnTo>
                  <a:pt x="160190" y="97719"/>
                </a:lnTo>
                <a:lnTo>
                  <a:pt x="160190" y="133092"/>
                </a:lnTo>
                <a:lnTo>
                  <a:pt x="176439" y="133092"/>
                </a:lnTo>
                <a:lnTo>
                  <a:pt x="196238" y="114243"/>
                </a:lnTo>
                <a:lnTo>
                  <a:pt x="218062" y="140764"/>
                </a:lnTo>
                <a:lnTo>
                  <a:pt x="218062" y="33723"/>
                </a:lnTo>
                <a:lnTo>
                  <a:pt x="144516" y="3372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5975F07-B851-E789-D940-05B646B2A440}"/>
              </a:ext>
            </a:extLst>
          </p:cNvPr>
          <p:cNvSpPr/>
          <p:nvPr/>
        </p:nvSpPr>
        <p:spPr>
          <a:xfrm>
            <a:off x="5278372" y="2935257"/>
            <a:ext cx="141549" cy="226086"/>
          </a:xfrm>
          <a:custGeom>
            <a:avLst/>
            <a:gdLst>
              <a:gd name="connsiteX0" fmla="*/ 78470 w 141549"/>
              <a:gd name="connsiteY0" fmla="*/ 0 h 226086"/>
              <a:gd name="connsiteX1" fmla="*/ 105294 w 141549"/>
              <a:gd name="connsiteY1" fmla="*/ 27898 h 226086"/>
              <a:gd name="connsiteX2" fmla="*/ 89595 w 141549"/>
              <a:gd name="connsiteY2" fmla="*/ 40247 h 226086"/>
              <a:gd name="connsiteX3" fmla="*/ 89595 w 141549"/>
              <a:gd name="connsiteY3" fmla="*/ 172564 h 226086"/>
              <a:gd name="connsiteX4" fmla="*/ 133642 w 141549"/>
              <a:gd name="connsiteY4" fmla="*/ 128642 h 226086"/>
              <a:gd name="connsiteX5" fmla="*/ 141548 w 141549"/>
              <a:gd name="connsiteY5" fmla="*/ 136931 h 226086"/>
              <a:gd name="connsiteX6" fmla="*/ 141548 w 141549"/>
              <a:gd name="connsiteY6" fmla="*/ 136932 h 226086"/>
              <a:gd name="connsiteX7" fmla="*/ 141549 w 141549"/>
              <a:gd name="connsiteY7" fmla="*/ 136933 h 226086"/>
              <a:gd name="connsiteX8" fmla="*/ 141549 w 141549"/>
              <a:gd name="connsiteY8" fmla="*/ 136934 h 226086"/>
              <a:gd name="connsiteX9" fmla="*/ 141548 w 141549"/>
              <a:gd name="connsiteY9" fmla="*/ 136933 h 226086"/>
              <a:gd name="connsiteX10" fmla="*/ 140928 w 141549"/>
              <a:gd name="connsiteY10" fmla="*/ 141063 h 226086"/>
              <a:gd name="connsiteX11" fmla="*/ 140928 w 141549"/>
              <a:gd name="connsiteY11" fmla="*/ 141063 h 226086"/>
              <a:gd name="connsiteX12" fmla="*/ 140928 w 141549"/>
              <a:gd name="connsiteY12" fmla="*/ 141065 h 226086"/>
              <a:gd name="connsiteX13" fmla="*/ 101812 w 141549"/>
              <a:gd name="connsiteY13" fmla="*/ 193001 h 226086"/>
              <a:gd name="connsiteX14" fmla="*/ 77570 w 141549"/>
              <a:gd name="connsiteY14" fmla="*/ 226086 h 226086"/>
              <a:gd name="connsiteX15" fmla="*/ 53347 w 141549"/>
              <a:gd name="connsiteY15" fmla="*/ 200063 h 226086"/>
              <a:gd name="connsiteX16" fmla="*/ 59621 w 141549"/>
              <a:gd name="connsiteY16" fmla="*/ 177364 h 226086"/>
              <a:gd name="connsiteX17" fmla="*/ 59621 w 141549"/>
              <a:gd name="connsiteY17" fmla="*/ 34698 h 226086"/>
              <a:gd name="connsiteX18" fmla="*/ 56572 w 141549"/>
              <a:gd name="connsiteY18" fmla="*/ 34698 h 226086"/>
              <a:gd name="connsiteX19" fmla="*/ 17424 w 141549"/>
              <a:gd name="connsiteY19" fmla="*/ 39397 h 226086"/>
              <a:gd name="connsiteX20" fmla="*/ 0 w 141549"/>
              <a:gd name="connsiteY20" fmla="*/ 17299 h 226086"/>
              <a:gd name="connsiteX21" fmla="*/ 60346 w 141549"/>
              <a:gd name="connsiteY21" fmla="*/ 17299 h 226086"/>
              <a:gd name="connsiteX22" fmla="*/ 78470 w 141549"/>
              <a:gd name="connsiteY22" fmla="*/ 0 h 226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41549" h="226086">
                <a:moveTo>
                  <a:pt x="78470" y="0"/>
                </a:moveTo>
                <a:lnTo>
                  <a:pt x="105294" y="27898"/>
                </a:lnTo>
                <a:lnTo>
                  <a:pt x="89595" y="40247"/>
                </a:lnTo>
                <a:lnTo>
                  <a:pt x="89595" y="172564"/>
                </a:lnTo>
                <a:lnTo>
                  <a:pt x="133642" y="128642"/>
                </a:lnTo>
                <a:lnTo>
                  <a:pt x="141548" y="136931"/>
                </a:lnTo>
                <a:lnTo>
                  <a:pt x="141548" y="136932"/>
                </a:lnTo>
                <a:lnTo>
                  <a:pt x="141549" y="136933"/>
                </a:lnTo>
                <a:lnTo>
                  <a:pt x="141549" y="136934"/>
                </a:lnTo>
                <a:lnTo>
                  <a:pt x="141548" y="136933"/>
                </a:lnTo>
                <a:lnTo>
                  <a:pt x="140928" y="141063"/>
                </a:lnTo>
                <a:lnTo>
                  <a:pt x="140928" y="141063"/>
                </a:lnTo>
                <a:lnTo>
                  <a:pt x="140928" y="141065"/>
                </a:lnTo>
                <a:lnTo>
                  <a:pt x="101812" y="193001"/>
                </a:lnTo>
                <a:cubicBezTo>
                  <a:pt x="90917" y="207617"/>
                  <a:pt x="82837" y="218645"/>
                  <a:pt x="77570" y="226086"/>
                </a:cubicBezTo>
                <a:lnTo>
                  <a:pt x="53347" y="200063"/>
                </a:lnTo>
                <a:cubicBezTo>
                  <a:pt x="57530" y="192880"/>
                  <a:pt x="59621" y="185313"/>
                  <a:pt x="59621" y="177364"/>
                </a:cubicBezTo>
                <a:lnTo>
                  <a:pt x="59621" y="34698"/>
                </a:lnTo>
                <a:lnTo>
                  <a:pt x="56572" y="34698"/>
                </a:lnTo>
                <a:cubicBezTo>
                  <a:pt x="43406" y="34698"/>
                  <a:pt x="30357" y="36264"/>
                  <a:pt x="17424" y="39397"/>
                </a:cubicBezTo>
                <a:lnTo>
                  <a:pt x="0" y="17299"/>
                </a:lnTo>
                <a:lnTo>
                  <a:pt x="60346" y="17299"/>
                </a:lnTo>
                <a:lnTo>
                  <a:pt x="7847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B5A7A2BA-575A-F6C9-45B1-4215E1345FE3}"/>
              </a:ext>
            </a:extLst>
          </p:cNvPr>
          <p:cNvSpPr/>
          <p:nvPr/>
        </p:nvSpPr>
        <p:spPr>
          <a:xfrm>
            <a:off x="5727268" y="2949707"/>
            <a:ext cx="298232" cy="249035"/>
          </a:xfrm>
          <a:custGeom>
            <a:avLst/>
            <a:gdLst>
              <a:gd name="connsiteX0" fmla="*/ 269709 w 298232"/>
              <a:gd name="connsiteY0" fmla="*/ 0 h 249035"/>
              <a:gd name="connsiteX1" fmla="*/ 298232 w 298232"/>
              <a:gd name="connsiteY1" fmla="*/ 27498 h 249035"/>
              <a:gd name="connsiteX2" fmla="*/ 285683 w 298232"/>
              <a:gd name="connsiteY2" fmla="*/ 39947 h 249035"/>
              <a:gd name="connsiteX3" fmla="*/ 285683 w 298232"/>
              <a:gd name="connsiteY3" fmla="*/ 145966 h 249035"/>
              <a:gd name="connsiteX4" fmla="*/ 278621 w 298232"/>
              <a:gd name="connsiteY4" fmla="*/ 173727 h 249035"/>
              <a:gd name="connsiteX5" fmla="*/ 245385 w 298232"/>
              <a:gd name="connsiteY5" fmla="*/ 194688 h 249035"/>
              <a:gd name="connsiteX6" fmla="*/ 181964 w 298232"/>
              <a:gd name="connsiteY6" fmla="*/ 157815 h 249035"/>
              <a:gd name="connsiteX7" fmla="*/ 181964 w 298232"/>
              <a:gd name="connsiteY7" fmla="*/ 141166 h 249035"/>
              <a:gd name="connsiteX8" fmla="*/ 244085 w 298232"/>
              <a:gd name="connsiteY8" fmla="*/ 149041 h 249035"/>
              <a:gd name="connsiteX9" fmla="*/ 252560 w 298232"/>
              <a:gd name="connsiteY9" fmla="*/ 139691 h 249035"/>
              <a:gd name="connsiteX10" fmla="*/ 252560 w 298232"/>
              <a:gd name="connsiteY10" fmla="*/ 36248 h 249035"/>
              <a:gd name="connsiteX11" fmla="*/ 152366 w 298232"/>
              <a:gd name="connsiteY11" fmla="*/ 36248 h 249035"/>
              <a:gd name="connsiteX12" fmla="*/ 152366 w 298232"/>
              <a:gd name="connsiteY12" fmla="*/ 178039 h 249035"/>
              <a:gd name="connsiteX13" fmla="*/ 153916 w 298232"/>
              <a:gd name="connsiteY13" fmla="*/ 232786 h 249035"/>
              <a:gd name="connsiteX14" fmla="*/ 119218 w 298232"/>
              <a:gd name="connsiteY14" fmla="*/ 249035 h 249035"/>
              <a:gd name="connsiteX15" fmla="*/ 120793 w 298232"/>
              <a:gd name="connsiteY15" fmla="*/ 174889 h 249035"/>
              <a:gd name="connsiteX16" fmla="*/ 120793 w 298232"/>
              <a:gd name="connsiteY16" fmla="*/ 36248 h 249035"/>
              <a:gd name="connsiteX17" fmla="*/ 56572 w 298232"/>
              <a:gd name="connsiteY17" fmla="*/ 36248 h 249035"/>
              <a:gd name="connsiteX18" fmla="*/ 17424 w 298232"/>
              <a:gd name="connsiteY18" fmla="*/ 40972 h 249035"/>
              <a:gd name="connsiteX19" fmla="*/ 0 w 298232"/>
              <a:gd name="connsiteY19" fmla="*/ 18849 h 249035"/>
              <a:gd name="connsiteX20" fmla="*/ 250160 w 298232"/>
              <a:gd name="connsiteY20" fmla="*/ 18849 h 249035"/>
              <a:gd name="connsiteX21" fmla="*/ 269709 w 298232"/>
              <a:gd name="connsiteY21" fmla="*/ 0 h 2490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298232" h="249035">
                <a:moveTo>
                  <a:pt x="269709" y="0"/>
                </a:moveTo>
                <a:lnTo>
                  <a:pt x="298232" y="27498"/>
                </a:lnTo>
                <a:lnTo>
                  <a:pt x="285683" y="39947"/>
                </a:lnTo>
                <a:lnTo>
                  <a:pt x="285683" y="145966"/>
                </a:lnTo>
                <a:cubicBezTo>
                  <a:pt x="285683" y="157399"/>
                  <a:pt x="283329" y="166652"/>
                  <a:pt x="278621" y="173727"/>
                </a:cubicBezTo>
                <a:cubicBezTo>
                  <a:pt x="273913" y="180801"/>
                  <a:pt x="262834" y="187788"/>
                  <a:pt x="245385" y="194688"/>
                </a:cubicBezTo>
                <a:cubicBezTo>
                  <a:pt x="237419" y="176522"/>
                  <a:pt x="216279" y="164232"/>
                  <a:pt x="181964" y="157815"/>
                </a:cubicBezTo>
                <a:lnTo>
                  <a:pt x="181964" y="141166"/>
                </a:lnTo>
                <a:cubicBezTo>
                  <a:pt x="217729" y="146416"/>
                  <a:pt x="238436" y="149041"/>
                  <a:pt x="244085" y="149041"/>
                </a:cubicBezTo>
                <a:cubicBezTo>
                  <a:pt x="249735" y="149041"/>
                  <a:pt x="252560" y="145924"/>
                  <a:pt x="252560" y="139691"/>
                </a:cubicBezTo>
                <a:lnTo>
                  <a:pt x="252560" y="36248"/>
                </a:lnTo>
                <a:lnTo>
                  <a:pt x="152366" y="36248"/>
                </a:lnTo>
                <a:lnTo>
                  <a:pt x="152366" y="178039"/>
                </a:lnTo>
                <a:cubicBezTo>
                  <a:pt x="152366" y="197588"/>
                  <a:pt x="152883" y="215837"/>
                  <a:pt x="153916" y="232786"/>
                </a:cubicBezTo>
                <a:lnTo>
                  <a:pt x="119218" y="249035"/>
                </a:lnTo>
                <a:cubicBezTo>
                  <a:pt x="120268" y="221670"/>
                  <a:pt x="120793" y="196955"/>
                  <a:pt x="120793" y="174889"/>
                </a:cubicBezTo>
                <a:lnTo>
                  <a:pt x="120793" y="36248"/>
                </a:lnTo>
                <a:lnTo>
                  <a:pt x="56572" y="36248"/>
                </a:lnTo>
                <a:cubicBezTo>
                  <a:pt x="43406" y="36248"/>
                  <a:pt x="30357" y="37823"/>
                  <a:pt x="17424" y="40972"/>
                </a:cubicBezTo>
                <a:lnTo>
                  <a:pt x="0" y="18849"/>
                </a:lnTo>
                <a:lnTo>
                  <a:pt x="250160" y="18849"/>
                </a:lnTo>
                <a:lnTo>
                  <a:pt x="269709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3A707BFE-DCF5-4A30-1C2A-9D07858549AA}"/>
              </a:ext>
            </a:extLst>
          </p:cNvPr>
          <p:cNvSpPr/>
          <p:nvPr/>
        </p:nvSpPr>
        <p:spPr>
          <a:xfrm>
            <a:off x="6529295" y="2976779"/>
            <a:ext cx="368802" cy="210662"/>
          </a:xfrm>
          <a:custGeom>
            <a:avLst/>
            <a:gdLst>
              <a:gd name="connsiteX0" fmla="*/ 62746 w 368802"/>
              <a:gd name="connsiteY0" fmla="*/ 0 h 210662"/>
              <a:gd name="connsiteX1" fmla="*/ 91019 w 368802"/>
              <a:gd name="connsiteY1" fmla="*/ 14149 h 210662"/>
              <a:gd name="connsiteX2" fmla="*/ 268534 w 368802"/>
              <a:gd name="connsiteY2" fmla="*/ 14149 h 210662"/>
              <a:gd name="connsiteX3" fmla="*/ 279683 w 368802"/>
              <a:gd name="connsiteY3" fmla="*/ 0 h 210662"/>
              <a:gd name="connsiteX4" fmla="*/ 309206 w 368802"/>
              <a:gd name="connsiteY4" fmla="*/ 22499 h 210662"/>
              <a:gd name="connsiteX5" fmla="*/ 298232 w 368802"/>
              <a:gd name="connsiteY5" fmla="*/ 33673 h 210662"/>
              <a:gd name="connsiteX6" fmla="*/ 299782 w 368802"/>
              <a:gd name="connsiteY6" fmla="*/ 116193 h 210662"/>
              <a:gd name="connsiteX7" fmla="*/ 268234 w 368802"/>
              <a:gd name="connsiteY7" fmla="*/ 127317 h 210662"/>
              <a:gd name="connsiteX8" fmla="*/ 268234 w 368802"/>
              <a:gd name="connsiteY8" fmla="*/ 114768 h 210662"/>
              <a:gd name="connsiteX9" fmla="*/ 197838 w 368802"/>
              <a:gd name="connsiteY9" fmla="*/ 114768 h 210662"/>
              <a:gd name="connsiteX10" fmla="*/ 197838 w 368802"/>
              <a:gd name="connsiteY10" fmla="*/ 142142 h 210662"/>
              <a:gd name="connsiteX11" fmla="*/ 275508 w 368802"/>
              <a:gd name="connsiteY11" fmla="*/ 142142 h 210662"/>
              <a:gd name="connsiteX12" fmla="*/ 300182 w 368802"/>
              <a:gd name="connsiteY12" fmla="*/ 121718 h 210662"/>
              <a:gd name="connsiteX13" fmla="*/ 329605 w 368802"/>
              <a:gd name="connsiteY13" fmla="*/ 159566 h 210662"/>
              <a:gd name="connsiteX14" fmla="*/ 197838 w 368802"/>
              <a:gd name="connsiteY14" fmla="*/ 159566 h 210662"/>
              <a:gd name="connsiteX15" fmla="*/ 197838 w 368802"/>
              <a:gd name="connsiteY15" fmla="*/ 188564 h 210662"/>
              <a:gd name="connsiteX16" fmla="*/ 311481 w 368802"/>
              <a:gd name="connsiteY16" fmla="*/ 188564 h 210662"/>
              <a:gd name="connsiteX17" fmla="*/ 337779 w 368802"/>
              <a:gd name="connsiteY17" fmla="*/ 164990 h 210662"/>
              <a:gd name="connsiteX18" fmla="*/ 368802 w 368802"/>
              <a:gd name="connsiteY18" fmla="*/ 205963 h 210662"/>
              <a:gd name="connsiteX19" fmla="*/ 56546 w 368802"/>
              <a:gd name="connsiteY19" fmla="*/ 205963 h 210662"/>
              <a:gd name="connsiteX20" fmla="*/ 17399 w 368802"/>
              <a:gd name="connsiteY20" fmla="*/ 210662 h 210662"/>
              <a:gd name="connsiteX21" fmla="*/ 0 w 368802"/>
              <a:gd name="connsiteY21" fmla="*/ 188564 h 210662"/>
              <a:gd name="connsiteX22" fmla="*/ 167840 w 368802"/>
              <a:gd name="connsiteY22" fmla="*/ 188564 h 210662"/>
              <a:gd name="connsiteX23" fmla="*/ 167840 w 368802"/>
              <a:gd name="connsiteY23" fmla="*/ 159566 h 210662"/>
              <a:gd name="connsiteX24" fmla="*/ 91069 w 368802"/>
              <a:gd name="connsiteY24" fmla="*/ 159566 h 210662"/>
              <a:gd name="connsiteX25" fmla="*/ 51922 w 368802"/>
              <a:gd name="connsiteY25" fmla="*/ 164265 h 210662"/>
              <a:gd name="connsiteX26" fmla="*/ 34498 w 368802"/>
              <a:gd name="connsiteY26" fmla="*/ 142142 h 210662"/>
              <a:gd name="connsiteX27" fmla="*/ 167840 w 368802"/>
              <a:gd name="connsiteY27" fmla="*/ 142142 h 210662"/>
              <a:gd name="connsiteX28" fmla="*/ 167840 w 368802"/>
              <a:gd name="connsiteY28" fmla="*/ 114768 h 210662"/>
              <a:gd name="connsiteX29" fmla="*/ 94294 w 368802"/>
              <a:gd name="connsiteY29" fmla="*/ 114768 h 210662"/>
              <a:gd name="connsiteX30" fmla="*/ 94294 w 368802"/>
              <a:gd name="connsiteY30" fmla="*/ 122793 h 210662"/>
              <a:gd name="connsiteX31" fmla="*/ 62746 w 368802"/>
              <a:gd name="connsiteY31" fmla="*/ 132017 h 210662"/>
              <a:gd name="connsiteX32" fmla="*/ 64296 w 368802"/>
              <a:gd name="connsiteY32" fmla="*/ 65384 h 210662"/>
              <a:gd name="connsiteX33" fmla="*/ 62746 w 368802"/>
              <a:gd name="connsiteY33" fmla="*/ 0 h 210662"/>
              <a:gd name="connsiteX34" fmla="*/ 94294 w 368802"/>
              <a:gd name="connsiteY34" fmla="*/ 31573 h 210662"/>
              <a:gd name="connsiteX35" fmla="*/ 94294 w 368802"/>
              <a:gd name="connsiteY35" fmla="*/ 57372 h 210662"/>
              <a:gd name="connsiteX36" fmla="*/ 167840 w 368802"/>
              <a:gd name="connsiteY36" fmla="*/ 57372 h 210662"/>
              <a:gd name="connsiteX37" fmla="*/ 167840 w 368802"/>
              <a:gd name="connsiteY37" fmla="*/ 31573 h 210662"/>
              <a:gd name="connsiteX38" fmla="*/ 94294 w 368802"/>
              <a:gd name="connsiteY38" fmla="*/ 31573 h 210662"/>
              <a:gd name="connsiteX39" fmla="*/ 197838 w 368802"/>
              <a:gd name="connsiteY39" fmla="*/ 31573 h 210662"/>
              <a:gd name="connsiteX40" fmla="*/ 197838 w 368802"/>
              <a:gd name="connsiteY40" fmla="*/ 57372 h 210662"/>
              <a:gd name="connsiteX41" fmla="*/ 268234 w 368802"/>
              <a:gd name="connsiteY41" fmla="*/ 57372 h 210662"/>
              <a:gd name="connsiteX42" fmla="*/ 268234 w 368802"/>
              <a:gd name="connsiteY42" fmla="*/ 31573 h 210662"/>
              <a:gd name="connsiteX43" fmla="*/ 197838 w 368802"/>
              <a:gd name="connsiteY43" fmla="*/ 31573 h 210662"/>
              <a:gd name="connsiteX44" fmla="*/ 94294 w 368802"/>
              <a:gd name="connsiteY44" fmla="*/ 74771 h 210662"/>
              <a:gd name="connsiteX45" fmla="*/ 94294 w 368802"/>
              <a:gd name="connsiteY45" fmla="*/ 97344 h 210662"/>
              <a:gd name="connsiteX46" fmla="*/ 167840 w 368802"/>
              <a:gd name="connsiteY46" fmla="*/ 97344 h 210662"/>
              <a:gd name="connsiteX47" fmla="*/ 167840 w 368802"/>
              <a:gd name="connsiteY47" fmla="*/ 74771 h 210662"/>
              <a:gd name="connsiteX48" fmla="*/ 94294 w 368802"/>
              <a:gd name="connsiteY48" fmla="*/ 74771 h 210662"/>
              <a:gd name="connsiteX49" fmla="*/ 197838 w 368802"/>
              <a:gd name="connsiteY49" fmla="*/ 74771 h 210662"/>
              <a:gd name="connsiteX50" fmla="*/ 197838 w 368802"/>
              <a:gd name="connsiteY50" fmla="*/ 97344 h 210662"/>
              <a:gd name="connsiteX51" fmla="*/ 268234 w 368802"/>
              <a:gd name="connsiteY51" fmla="*/ 97344 h 210662"/>
              <a:gd name="connsiteX52" fmla="*/ 268234 w 368802"/>
              <a:gd name="connsiteY52" fmla="*/ 74771 h 210662"/>
              <a:gd name="connsiteX53" fmla="*/ 197838 w 368802"/>
              <a:gd name="connsiteY53" fmla="*/ 74771 h 210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368802" h="210662">
                <a:moveTo>
                  <a:pt x="62746" y="0"/>
                </a:moveTo>
                <a:lnTo>
                  <a:pt x="91019" y="14149"/>
                </a:lnTo>
                <a:lnTo>
                  <a:pt x="268534" y="14149"/>
                </a:lnTo>
                <a:lnTo>
                  <a:pt x="279683" y="0"/>
                </a:lnTo>
                <a:lnTo>
                  <a:pt x="309206" y="22499"/>
                </a:lnTo>
                <a:lnTo>
                  <a:pt x="298232" y="33673"/>
                </a:lnTo>
                <a:cubicBezTo>
                  <a:pt x="298232" y="73537"/>
                  <a:pt x="298748" y="101044"/>
                  <a:pt x="299782" y="116193"/>
                </a:cubicBezTo>
                <a:lnTo>
                  <a:pt x="268234" y="127317"/>
                </a:lnTo>
                <a:lnTo>
                  <a:pt x="268234" y="114768"/>
                </a:lnTo>
                <a:lnTo>
                  <a:pt x="197838" y="114768"/>
                </a:lnTo>
                <a:lnTo>
                  <a:pt x="197838" y="142142"/>
                </a:lnTo>
                <a:lnTo>
                  <a:pt x="275508" y="142142"/>
                </a:lnTo>
                <a:lnTo>
                  <a:pt x="300182" y="121718"/>
                </a:lnTo>
                <a:lnTo>
                  <a:pt x="329605" y="159566"/>
                </a:lnTo>
                <a:lnTo>
                  <a:pt x="197838" y="159566"/>
                </a:lnTo>
                <a:lnTo>
                  <a:pt x="197838" y="188564"/>
                </a:lnTo>
                <a:lnTo>
                  <a:pt x="311481" y="188564"/>
                </a:lnTo>
                <a:lnTo>
                  <a:pt x="337779" y="164990"/>
                </a:lnTo>
                <a:lnTo>
                  <a:pt x="368802" y="205963"/>
                </a:lnTo>
                <a:lnTo>
                  <a:pt x="56546" y="205963"/>
                </a:lnTo>
                <a:cubicBezTo>
                  <a:pt x="43397" y="205963"/>
                  <a:pt x="30348" y="207529"/>
                  <a:pt x="17399" y="210662"/>
                </a:cubicBezTo>
                <a:lnTo>
                  <a:pt x="0" y="188564"/>
                </a:lnTo>
                <a:lnTo>
                  <a:pt x="167840" y="188564"/>
                </a:lnTo>
                <a:lnTo>
                  <a:pt x="167840" y="159566"/>
                </a:lnTo>
                <a:lnTo>
                  <a:pt x="91069" y="159566"/>
                </a:lnTo>
                <a:cubicBezTo>
                  <a:pt x="77903" y="159566"/>
                  <a:pt x="64854" y="161132"/>
                  <a:pt x="51922" y="164265"/>
                </a:cubicBezTo>
                <a:lnTo>
                  <a:pt x="34498" y="142142"/>
                </a:lnTo>
                <a:lnTo>
                  <a:pt x="167840" y="142142"/>
                </a:lnTo>
                <a:lnTo>
                  <a:pt x="167840" y="114768"/>
                </a:lnTo>
                <a:lnTo>
                  <a:pt x="94294" y="114768"/>
                </a:lnTo>
                <a:lnTo>
                  <a:pt x="94294" y="122793"/>
                </a:lnTo>
                <a:lnTo>
                  <a:pt x="62746" y="132017"/>
                </a:lnTo>
                <a:cubicBezTo>
                  <a:pt x="63779" y="107902"/>
                  <a:pt x="64296" y="85691"/>
                  <a:pt x="64296" y="65384"/>
                </a:cubicBezTo>
                <a:cubicBezTo>
                  <a:pt x="64296" y="45077"/>
                  <a:pt x="63779" y="23282"/>
                  <a:pt x="62746" y="0"/>
                </a:cubicBezTo>
                <a:close/>
                <a:moveTo>
                  <a:pt x="94294" y="31573"/>
                </a:moveTo>
                <a:lnTo>
                  <a:pt x="94294" y="57372"/>
                </a:lnTo>
                <a:lnTo>
                  <a:pt x="167840" y="57372"/>
                </a:lnTo>
                <a:lnTo>
                  <a:pt x="167840" y="31573"/>
                </a:lnTo>
                <a:lnTo>
                  <a:pt x="94294" y="31573"/>
                </a:lnTo>
                <a:close/>
                <a:moveTo>
                  <a:pt x="197838" y="31573"/>
                </a:moveTo>
                <a:lnTo>
                  <a:pt x="197838" y="57372"/>
                </a:lnTo>
                <a:lnTo>
                  <a:pt x="268234" y="57372"/>
                </a:lnTo>
                <a:lnTo>
                  <a:pt x="268234" y="31573"/>
                </a:lnTo>
                <a:lnTo>
                  <a:pt x="197838" y="31573"/>
                </a:lnTo>
                <a:close/>
                <a:moveTo>
                  <a:pt x="94294" y="74771"/>
                </a:moveTo>
                <a:lnTo>
                  <a:pt x="94294" y="97344"/>
                </a:lnTo>
                <a:lnTo>
                  <a:pt x="167840" y="97344"/>
                </a:lnTo>
                <a:lnTo>
                  <a:pt x="167840" y="74771"/>
                </a:lnTo>
                <a:lnTo>
                  <a:pt x="94294" y="74771"/>
                </a:lnTo>
                <a:close/>
                <a:moveTo>
                  <a:pt x="197838" y="74771"/>
                </a:moveTo>
                <a:lnTo>
                  <a:pt x="197838" y="97344"/>
                </a:lnTo>
                <a:lnTo>
                  <a:pt x="268234" y="97344"/>
                </a:lnTo>
                <a:lnTo>
                  <a:pt x="268234" y="74771"/>
                </a:lnTo>
                <a:lnTo>
                  <a:pt x="197838" y="7477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2" name="任意多边形: 形状 21">
            <a:extLst>
              <a:ext uri="{FF2B5EF4-FFF2-40B4-BE49-F238E27FC236}">
                <a16:creationId xmlns:a16="http://schemas.microsoft.com/office/drawing/2014/main" id="{AB5F52D2-F01B-4491-67B9-317764354AA7}"/>
              </a:ext>
            </a:extLst>
          </p:cNvPr>
          <p:cNvSpPr/>
          <p:nvPr/>
        </p:nvSpPr>
        <p:spPr>
          <a:xfrm>
            <a:off x="6174617" y="2998453"/>
            <a:ext cx="280982" cy="200288"/>
          </a:xfrm>
          <a:custGeom>
            <a:avLst/>
            <a:gdLst>
              <a:gd name="connsiteX0" fmla="*/ 134891 w 280982"/>
              <a:gd name="connsiteY0" fmla="*/ 0 h 200288"/>
              <a:gd name="connsiteX1" fmla="*/ 179014 w 280982"/>
              <a:gd name="connsiteY1" fmla="*/ 21974 h 200288"/>
              <a:gd name="connsiteX2" fmla="*/ 166289 w 280982"/>
              <a:gd name="connsiteY2" fmla="*/ 35548 h 200288"/>
              <a:gd name="connsiteX3" fmla="*/ 154815 w 280982"/>
              <a:gd name="connsiteY3" fmla="*/ 98700 h 200288"/>
              <a:gd name="connsiteX4" fmla="*/ 151700 w 280982"/>
              <a:gd name="connsiteY4" fmla="*/ 105133 h 200288"/>
              <a:gd name="connsiteX5" fmla="*/ 215080 w 280982"/>
              <a:gd name="connsiteY5" fmla="*/ 123552 h 200288"/>
              <a:gd name="connsiteX6" fmla="*/ 252734 w 280982"/>
              <a:gd name="connsiteY6" fmla="*/ 136929 h 200288"/>
              <a:gd name="connsiteX7" fmla="*/ 279220 w 280982"/>
              <a:gd name="connsiteY7" fmla="*/ 157515 h 200288"/>
              <a:gd name="connsiteX8" fmla="*/ 280982 w 280982"/>
              <a:gd name="connsiteY8" fmla="*/ 171739 h 200288"/>
              <a:gd name="connsiteX9" fmla="*/ 277783 w 280982"/>
              <a:gd name="connsiteY9" fmla="*/ 188063 h 200288"/>
              <a:gd name="connsiteX10" fmla="*/ 269908 w 280982"/>
              <a:gd name="connsiteY10" fmla="*/ 195563 h 200288"/>
              <a:gd name="connsiteX11" fmla="*/ 253084 w 280982"/>
              <a:gd name="connsiteY11" fmla="*/ 185364 h 200288"/>
              <a:gd name="connsiteX12" fmla="*/ 219861 w 280982"/>
              <a:gd name="connsiteY12" fmla="*/ 157340 h 200288"/>
              <a:gd name="connsiteX13" fmla="*/ 149015 w 280982"/>
              <a:gd name="connsiteY13" fmla="*/ 118943 h 200288"/>
              <a:gd name="connsiteX14" fmla="*/ 151471 w 280982"/>
              <a:gd name="connsiteY14" fmla="*/ 105605 h 200288"/>
              <a:gd name="connsiteX15" fmla="*/ 142835 w 280982"/>
              <a:gd name="connsiteY15" fmla="*/ 123438 h 200288"/>
              <a:gd name="connsiteX16" fmla="*/ 126692 w 280982"/>
              <a:gd name="connsiteY16" fmla="*/ 143616 h 200288"/>
              <a:gd name="connsiteX17" fmla="*/ 3199 w 280982"/>
              <a:gd name="connsiteY17" fmla="*/ 200288 h 200288"/>
              <a:gd name="connsiteX18" fmla="*/ 0 w 280982"/>
              <a:gd name="connsiteY18" fmla="*/ 189163 h 200288"/>
              <a:gd name="connsiteX19" fmla="*/ 71133 w 280982"/>
              <a:gd name="connsiteY19" fmla="*/ 154703 h 200288"/>
              <a:gd name="connsiteX20" fmla="*/ 117992 w 280982"/>
              <a:gd name="connsiteY20" fmla="*/ 106906 h 200288"/>
              <a:gd name="connsiteX21" fmla="*/ 133341 w 280982"/>
              <a:gd name="connsiteY21" fmla="*/ 52634 h 200288"/>
              <a:gd name="connsiteX22" fmla="*/ 134891 w 280982"/>
              <a:gd name="connsiteY22" fmla="*/ 0 h 200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280982" h="200288">
                <a:moveTo>
                  <a:pt x="134891" y="0"/>
                </a:moveTo>
                <a:lnTo>
                  <a:pt x="179014" y="21974"/>
                </a:lnTo>
                <a:lnTo>
                  <a:pt x="166289" y="35548"/>
                </a:lnTo>
                <a:cubicBezTo>
                  <a:pt x="165239" y="59638"/>
                  <a:pt x="161415" y="80689"/>
                  <a:pt x="154815" y="98700"/>
                </a:cubicBezTo>
                <a:lnTo>
                  <a:pt x="151700" y="105133"/>
                </a:lnTo>
                <a:lnTo>
                  <a:pt x="215080" y="123552"/>
                </a:lnTo>
                <a:cubicBezTo>
                  <a:pt x="231942" y="128858"/>
                  <a:pt x="244493" y="133317"/>
                  <a:pt x="252734" y="136929"/>
                </a:cubicBezTo>
                <a:cubicBezTo>
                  <a:pt x="269216" y="144154"/>
                  <a:pt x="278045" y="151016"/>
                  <a:pt x="279220" y="157515"/>
                </a:cubicBezTo>
                <a:cubicBezTo>
                  <a:pt x="280395" y="164015"/>
                  <a:pt x="280982" y="168756"/>
                  <a:pt x="280982" y="171739"/>
                </a:cubicBezTo>
                <a:cubicBezTo>
                  <a:pt x="280982" y="177622"/>
                  <a:pt x="279916" y="183064"/>
                  <a:pt x="277783" y="188063"/>
                </a:cubicBezTo>
                <a:cubicBezTo>
                  <a:pt x="275649" y="193063"/>
                  <a:pt x="273025" y="195563"/>
                  <a:pt x="269908" y="195563"/>
                </a:cubicBezTo>
                <a:cubicBezTo>
                  <a:pt x="265392" y="195563"/>
                  <a:pt x="259784" y="192163"/>
                  <a:pt x="253084" y="185364"/>
                </a:cubicBezTo>
                <a:cubicBezTo>
                  <a:pt x="245301" y="176531"/>
                  <a:pt x="234227" y="167190"/>
                  <a:pt x="219861" y="157340"/>
                </a:cubicBezTo>
                <a:cubicBezTo>
                  <a:pt x="205495" y="147491"/>
                  <a:pt x="181880" y="134692"/>
                  <a:pt x="149015" y="118943"/>
                </a:cubicBezTo>
                <a:lnTo>
                  <a:pt x="151471" y="105605"/>
                </a:lnTo>
                <a:lnTo>
                  <a:pt x="142835" y="123438"/>
                </a:lnTo>
                <a:cubicBezTo>
                  <a:pt x="138147" y="130924"/>
                  <a:pt x="132766" y="137650"/>
                  <a:pt x="126692" y="143616"/>
                </a:cubicBezTo>
                <a:cubicBezTo>
                  <a:pt x="102393" y="167481"/>
                  <a:pt x="61229" y="186372"/>
                  <a:pt x="3199" y="200288"/>
                </a:cubicBezTo>
                <a:lnTo>
                  <a:pt x="0" y="189163"/>
                </a:lnTo>
                <a:cubicBezTo>
                  <a:pt x="25381" y="180097"/>
                  <a:pt x="49092" y="168610"/>
                  <a:pt x="71133" y="154703"/>
                </a:cubicBezTo>
                <a:cubicBezTo>
                  <a:pt x="93173" y="140796"/>
                  <a:pt x="108793" y="124863"/>
                  <a:pt x="117992" y="106906"/>
                </a:cubicBezTo>
                <a:cubicBezTo>
                  <a:pt x="127192" y="88949"/>
                  <a:pt x="132308" y="70858"/>
                  <a:pt x="133341" y="52634"/>
                </a:cubicBezTo>
                <a:cubicBezTo>
                  <a:pt x="134375" y="34410"/>
                  <a:pt x="134891" y="16866"/>
                  <a:pt x="134891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D919235E-F2C6-38EF-5D9C-5002ED402DD9}"/>
              </a:ext>
            </a:extLst>
          </p:cNvPr>
          <p:cNvSpPr/>
          <p:nvPr/>
        </p:nvSpPr>
        <p:spPr>
          <a:xfrm>
            <a:off x="5472885" y="3004028"/>
            <a:ext cx="108419" cy="133316"/>
          </a:xfrm>
          <a:custGeom>
            <a:avLst/>
            <a:gdLst>
              <a:gd name="connsiteX0" fmla="*/ 0 w 108419"/>
              <a:gd name="connsiteY0" fmla="*/ 0 h 133316"/>
              <a:gd name="connsiteX1" fmla="*/ 27049 w 108419"/>
              <a:gd name="connsiteY1" fmla="*/ 15724 h 133316"/>
              <a:gd name="connsiteX2" fmla="*/ 69746 w 108419"/>
              <a:gd name="connsiteY2" fmla="*/ 15724 h 133316"/>
              <a:gd name="connsiteX3" fmla="*/ 84745 w 108419"/>
              <a:gd name="connsiteY3" fmla="*/ 1574 h 133316"/>
              <a:gd name="connsiteX4" fmla="*/ 108419 w 108419"/>
              <a:gd name="connsiteY4" fmla="*/ 25973 h 133316"/>
              <a:gd name="connsiteX5" fmla="*/ 97444 w 108419"/>
              <a:gd name="connsiteY5" fmla="*/ 36772 h 133316"/>
              <a:gd name="connsiteX6" fmla="*/ 99019 w 108419"/>
              <a:gd name="connsiteY6" fmla="*/ 112743 h 133316"/>
              <a:gd name="connsiteX7" fmla="*/ 69021 w 108419"/>
              <a:gd name="connsiteY7" fmla="*/ 123917 h 133316"/>
              <a:gd name="connsiteX8" fmla="*/ 69021 w 108419"/>
              <a:gd name="connsiteY8" fmla="*/ 103518 h 133316"/>
              <a:gd name="connsiteX9" fmla="*/ 29998 w 108419"/>
              <a:gd name="connsiteY9" fmla="*/ 103518 h 133316"/>
              <a:gd name="connsiteX10" fmla="*/ 29998 w 108419"/>
              <a:gd name="connsiteY10" fmla="*/ 122217 h 133316"/>
              <a:gd name="connsiteX11" fmla="*/ 0 w 108419"/>
              <a:gd name="connsiteY11" fmla="*/ 133316 h 133316"/>
              <a:gd name="connsiteX12" fmla="*/ 1575 w 108419"/>
              <a:gd name="connsiteY12" fmla="*/ 67570 h 133316"/>
              <a:gd name="connsiteX13" fmla="*/ 0 w 108419"/>
              <a:gd name="connsiteY13" fmla="*/ 0 h 133316"/>
              <a:gd name="connsiteX14" fmla="*/ 29998 w 108419"/>
              <a:gd name="connsiteY14" fmla="*/ 33123 h 133316"/>
              <a:gd name="connsiteX15" fmla="*/ 29998 w 108419"/>
              <a:gd name="connsiteY15" fmla="*/ 86119 h 133316"/>
              <a:gd name="connsiteX16" fmla="*/ 69021 w 108419"/>
              <a:gd name="connsiteY16" fmla="*/ 86119 h 133316"/>
              <a:gd name="connsiteX17" fmla="*/ 69021 w 108419"/>
              <a:gd name="connsiteY17" fmla="*/ 33123 h 133316"/>
              <a:gd name="connsiteX18" fmla="*/ 29998 w 108419"/>
              <a:gd name="connsiteY18" fmla="*/ 33123 h 133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08419" h="133316">
                <a:moveTo>
                  <a:pt x="0" y="0"/>
                </a:moveTo>
                <a:lnTo>
                  <a:pt x="27049" y="15724"/>
                </a:lnTo>
                <a:lnTo>
                  <a:pt x="69746" y="15724"/>
                </a:lnTo>
                <a:lnTo>
                  <a:pt x="84745" y="1574"/>
                </a:lnTo>
                <a:lnTo>
                  <a:pt x="108419" y="25973"/>
                </a:lnTo>
                <a:lnTo>
                  <a:pt x="97444" y="36772"/>
                </a:lnTo>
                <a:cubicBezTo>
                  <a:pt x="97444" y="71337"/>
                  <a:pt x="97969" y="96660"/>
                  <a:pt x="99019" y="112743"/>
                </a:cubicBezTo>
                <a:lnTo>
                  <a:pt x="69021" y="123917"/>
                </a:lnTo>
                <a:lnTo>
                  <a:pt x="69021" y="103518"/>
                </a:lnTo>
                <a:lnTo>
                  <a:pt x="29998" y="103518"/>
                </a:lnTo>
                <a:lnTo>
                  <a:pt x="29998" y="122217"/>
                </a:lnTo>
                <a:lnTo>
                  <a:pt x="0" y="133316"/>
                </a:lnTo>
                <a:cubicBezTo>
                  <a:pt x="1050" y="110251"/>
                  <a:pt x="1575" y="88336"/>
                  <a:pt x="1575" y="67570"/>
                </a:cubicBezTo>
                <a:cubicBezTo>
                  <a:pt x="1575" y="46805"/>
                  <a:pt x="1050" y="24281"/>
                  <a:pt x="0" y="0"/>
                </a:cubicBezTo>
                <a:close/>
                <a:moveTo>
                  <a:pt x="29998" y="33123"/>
                </a:moveTo>
                <a:lnTo>
                  <a:pt x="29998" y="86119"/>
                </a:lnTo>
                <a:lnTo>
                  <a:pt x="69021" y="86119"/>
                </a:lnTo>
                <a:lnTo>
                  <a:pt x="69021" y="33123"/>
                </a:lnTo>
                <a:lnTo>
                  <a:pt x="29998" y="3312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4" name="任意多边形: 形状 23">
            <a:extLst>
              <a:ext uri="{FF2B5EF4-FFF2-40B4-BE49-F238E27FC236}">
                <a16:creationId xmlns:a16="http://schemas.microsoft.com/office/drawing/2014/main" id="{F8B7BBFE-52E7-9A82-7D31-F600280EA94E}"/>
              </a:ext>
            </a:extLst>
          </p:cNvPr>
          <p:cNvSpPr/>
          <p:nvPr/>
        </p:nvSpPr>
        <p:spPr>
          <a:xfrm>
            <a:off x="5419301" y="3072192"/>
            <a:ext cx="2011" cy="4127"/>
          </a:xfrm>
          <a:custGeom>
            <a:avLst/>
            <a:gdLst>
              <a:gd name="connsiteX0" fmla="*/ 620 w 2011"/>
              <a:gd name="connsiteY0" fmla="*/ 0 h 4127"/>
              <a:gd name="connsiteX1" fmla="*/ 2011 w 2011"/>
              <a:gd name="connsiteY1" fmla="*/ 1458 h 4127"/>
              <a:gd name="connsiteX2" fmla="*/ 0 w 2011"/>
              <a:gd name="connsiteY2" fmla="*/ 4127 h 4127"/>
              <a:gd name="connsiteX3" fmla="*/ 620 w 2011"/>
              <a:gd name="connsiteY3" fmla="*/ 0 h 4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11" h="4127">
                <a:moveTo>
                  <a:pt x="620" y="0"/>
                </a:moveTo>
                <a:lnTo>
                  <a:pt x="2011" y="1458"/>
                </a:lnTo>
                <a:lnTo>
                  <a:pt x="0" y="4127"/>
                </a:lnTo>
                <a:lnTo>
                  <a:pt x="62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EDE7D3B-F5EE-4F13-227D-EEDDB501D3BB}"/>
              </a:ext>
            </a:extLst>
          </p:cNvPr>
          <p:cNvSpPr txBox="1"/>
          <p:nvPr/>
        </p:nvSpPr>
        <p:spPr>
          <a:xfrm>
            <a:off x="2016536" y="5144512"/>
            <a:ext cx="17090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bg1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指标赋权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C8C5DA0-A2C2-EE04-71D1-22DAB111F5E1}"/>
              </a:ext>
            </a:extLst>
          </p:cNvPr>
          <p:cNvSpPr txBox="1"/>
          <p:nvPr/>
        </p:nvSpPr>
        <p:spPr>
          <a:xfrm>
            <a:off x="4266465" y="6004452"/>
            <a:ext cx="60007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模糊层次分析法（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Fuzzy Analytic Hierarchy Process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FAHP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）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387DE82-4E58-0C74-371E-B42EB9DA87F5}"/>
              </a:ext>
            </a:extLst>
          </p:cNvPr>
          <p:cNvSpPr txBox="1"/>
          <p:nvPr/>
        </p:nvSpPr>
        <p:spPr>
          <a:xfrm>
            <a:off x="2871065" y="5395002"/>
            <a:ext cx="4201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熵权法（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Entropy Weight Method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EWM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）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1FBB064-68B1-E3FB-8D1C-B194045E25C3}"/>
              </a:ext>
            </a:extLst>
          </p:cNvPr>
          <p:cNvSpPr txBox="1"/>
          <p:nvPr/>
        </p:nvSpPr>
        <p:spPr>
          <a:xfrm>
            <a:off x="5924550" y="5711546"/>
            <a:ext cx="342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&amp;</a:t>
            </a:r>
            <a:endParaRPr lang="zh-CN" altLang="en-US" dirty="0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B3EF1160-DCBB-BD38-312D-7F9626106F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1646" y="7112556"/>
            <a:ext cx="3305942" cy="4601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03711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7BBB5AD6-4B1F-6CE4-CED9-0CABFD42697E}"/>
              </a:ext>
            </a:extLst>
          </p:cNvPr>
          <p:cNvSpPr txBox="1"/>
          <p:nvPr/>
        </p:nvSpPr>
        <p:spPr>
          <a:xfrm>
            <a:off x="95250" y="362899"/>
            <a:ext cx="6997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虚拟电厂与传统电厂的调节质量评价体系</a:t>
            </a:r>
            <a:endParaRPr lang="zh-CN" altLang="en-US" sz="28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1D0C114-722D-725D-9953-FD7AA326D3D3}"/>
              </a:ext>
            </a:extLst>
          </p:cNvPr>
          <p:cNvSpPr txBox="1"/>
          <p:nvPr/>
        </p:nvSpPr>
        <p:spPr>
          <a:xfrm>
            <a:off x="7729443" y="507556"/>
            <a:ext cx="5261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bg1">
                    <a:lumMod val="75000"/>
                  </a:schemeClr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lang="zh-CN" altLang="en-US" sz="1600" dirty="0">
                <a:solidFill>
                  <a:schemeClr val="bg1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计及市场主体调节质量的调峰出清机制</a:t>
            </a:r>
            <a:endParaRPr lang="zh-CN" altLang="en-US" sz="1600" dirty="0">
              <a:solidFill>
                <a:schemeClr val="bg1">
                  <a:lumMod val="7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363EBEF-4C60-70C8-3A1D-213A10AEA77A}"/>
              </a:ext>
            </a:extLst>
          </p:cNvPr>
          <p:cNvSpPr txBox="1"/>
          <p:nvPr/>
        </p:nvSpPr>
        <p:spPr>
          <a:xfrm>
            <a:off x="11896662" y="507556"/>
            <a:ext cx="5261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bg1">
                    <a:lumMod val="75000"/>
                  </a:schemeClr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lang="zh-CN" altLang="en-US" sz="1600" dirty="0">
                <a:solidFill>
                  <a:schemeClr val="bg1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面向虚拟电厂集群的电网调度框架</a:t>
            </a:r>
            <a:endParaRPr lang="zh-CN" altLang="en-US" sz="1600" dirty="0">
              <a:solidFill>
                <a:schemeClr val="bg1">
                  <a:lumMod val="7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AFF5040-EC1D-4A63-4137-B28DC686C01F}"/>
              </a:ext>
            </a:extLst>
          </p:cNvPr>
          <p:cNvSpPr/>
          <p:nvPr/>
        </p:nvSpPr>
        <p:spPr>
          <a:xfrm>
            <a:off x="577850" y="971550"/>
            <a:ext cx="6311900" cy="50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1A0AF6BE-A3D5-09B8-F58B-D05E83EC4331}"/>
              </a:ext>
            </a:extLst>
          </p:cNvPr>
          <p:cNvSpPr/>
          <p:nvPr/>
        </p:nvSpPr>
        <p:spPr>
          <a:xfrm>
            <a:off x="5419921" y="1259266"/>
            <a:ext cx="1391" cy="1459"/>
          </a:xfrm>
          <a:custGeom>
            <a:avLst/>
            <a:gdLst>
              <a:gd name="connsiteX0" fmla="*/ 0 w 1391"/>
              <a:gd name="connsiteY0" fmla="*/ 0 h 1459"/>
              <a:gd name="connsiteX1" fmla="*/ 1391 w 1391"/>
              <a:gd name="connsiteY1" fmla="*/ 1458 h 1459"/>
              <a:gd name="connsiteX2" fmla="*/ 1391 w 1391"/>
              <a:gd name="connsiteY2" fmla="*/ 1459 h 1459"/>
              <a:gd name="connsiteX3" fmla="*/ 0 w 1391"/>
              <a:gd name="connsiteY3" fmla="*/ 1 h 1459"/>
              <a:gd name="connsiteX4" fmla="*/ 0 w 1391"/>
              <a:gd name="connsiteY4" fmla="*/ 0 h 14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91" h="1459">
                <a:moveTo>
                  <a:pt x="0" y="0"/>
                </a:moveTo>
                <a:lnTo>
                  <a:pt x="1391" y="1458"/>
                </a:lnTo>
                <a:lnTo>
                  <a:pt x="1391" y="1459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E781ABD2-13B5-5AF3-99C6-287A69EA46E1}"/>
              </a:ext>
            </a:extLst>
          </p:cNvPr>
          <p:cNvSpPr/>
          <p:nvPr/>
        </p:nvSpPr>
        <p:spPr>
          <a:xfrm>
            <a:off x="5419300" y="1259265"/>
            <a:ext cx="621" cy="4130"/>
          </a:xfrm>
          <a:custGeom>
            <a:avLst/>
            <a:gdLst>
              <a:gd name="connsiteX0" fmla="*/ 620 w 621"/>
              <a:gd name="connsiteY0" fmla="*/ 0 h 4130"/>
              <a:gd name="connsiteX1" fmla="*/ 621 w 621"/>
              <a:gd name="connsiteY1" fmla="*/ 1 h 4130"/>
              <a:gd name="connsiteX2" fmla="*/ 1 w 621"/>
              <a:gd name="connsiteY2" fmla="*/ 4128 h 4130"/>
              <a:gd name="connsiteX3" fmla="*/ 0 w 621"/>
              <a:gd name="connsiteY3" fmla="*/ 4130 h 4130"/>
              <a:gd name="connsiteX4" fmla="*/ 620 w 621"/>
              <a:gd name="connsiteY4" fmla="*/ 0 h 4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1" h="4130">
                <a:moveTo>
                  <a:pt x="620" y="0"/>
                </a:moveTo>
                <a:lnTo>
                  <a:pt x="621" y="1"/>
                </a:lnTo>
                <a:lnTo>
                  <a:pt x="1" y="4128"/>
                </a:lnTo>
                <a:lnTo>
                  <a:pt x="0" y="4130"/>
                </a:lnTo>
                <a:lnTo>
                  <a:pt x="62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D4C918DE-93C5-BA07-4BD6-0166D78110BC}"/>
              </a:ext>
            </a:extLst>
          </p:cNvPr>
          <p:cNvSpPr/>
          <p:nvPr/>
        </p:nvSpPr>
        <p:spPr>
          <a:xfrm>
            <a:off x="5419301" y="1260725"/>
            <a:ext cx="2011" cy="2671"/>
          </a:xfrm>
          <a:custGeom>
            <a:avLst/>
            <a:gdLst>
              <a:gd name="connsiteX0" fmla="*/ 2011 w 2011"/>
              <a:gd name="connsiteY0" fmla="*/ 0 h 2671"/>
              <a:gd name="connsiteX1" fmla="*/ 2011 w 2011"/>
              <a:gd name="connsiteY1" fmla="*/ 0 h 2671"/>
              <a:gd name="connsiteX2" fmla="*/ 0 w 2011"/>
              <a:gd name="connsiteY2" fmla="*/ 2671 h 2671"/>
              <a:gd name="connsiteX3" fmla="*/ 0 w 2011"/>
              <a:gd name="connsiteY3" fmla="*/ 2669 h 2671"/>
              <a:gd name="connsiteX4" fmla="*/ 2011 w 2011"/>
              <a:gd name="connsiteY4" fmla="*/ 0 h 2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" h="2671">
                <a:moveTo>
                  <a:pt x="2011" y="0"/>
                </a:moveTo>
                <a:lnTo>
                  <a:pt x="2011" y="0"/>
                </a:lnTo>
                <a:lnTo>
                  <a:pt x="0" y="2671"/>
                </a:lnTo>
                <a:lnTo>
                  <a:pt x="0" y="2669"/>
                </a:lnTo>
                <a:lnTo>
                  <a:pt x="2011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27613ED8-716F-4E91-5D0A-FCCBA910E687}"/>
              </a:ext>
            </a:extLst>
          </p:cNvPr>
          <p:cNvSpPr/>
          <p:nvPr/>
        </p:nvSpPr>
        <p:spPr>
          <a:xfrm>
            <a:off x="6114996" y="1009839"/>
            <a:ext cx="348429" cy="365677"/>
          </a:xfrm>
          <a:custGeom>
            <a:avLst/>
            <a:gdLst>
              <a:gd name="connsiteX0" fmla="*/ 300507 w 348429"/>
              <a:gd name="connsiteY0" fmla="*/ 0 h 365677"/>
              <a:gd name="connsiteX1" fmla="*/ 331180 w 348429"/>
              <a:gd name="connsiteY1" fmla="*/ 35422 h 365677"/>
              <a:gd name="connsiteX2" fmla="*/ 223386 w 348429"/>
              <a:gd name="connsiteY2" fmla="*/ 47247 h 365677"/>
              <a:gd name="connsiteX3" fmla="*/ 196304 w 348429"/>
              <a:gd name="connsiteY3" fmla="*/ 49928 h 365677"/>
              <a:gd name="connsiteX4" fmla="*/ 237061 w 348429"/>
              <a:gd name="connsiteY4" fmla="*/ 67720 h 365677"/>
              <a:gd name="connsiteX5" fmla="*/ 226086 w 348429"/>
              <a:gd name="connsiteY5" fmla="*/ 79670 h 365677"/>
              <a:gd name="connsiteX6" fmla="*/ 226086 w 348429"/>
              <a:gd name="connsiteY6" fmla="*/ 99369 h 365677"/>
              <a:gd name="connsiteX7" fmla="*/ 294207 w 348429"/>
              <a:gd name="connsiteY7" fmla="*/ 99369 h 365677"/>
              <a:gd name="connsiteX8" fmla="*/ 317181 w 348429"/>
              <a:gd name="connsiteY8" fmla="*/ 78945 h 365677"/>
              <a:gd name="connsiteX9" fmla="*/ 348429 w 348429"/>
              <a:gd name="connsiteY9" fmla="*/ 116793 h 365677"/>
              <a:gd name="connsiteX10" fmla="*/ 226086 w 348429"/>
              <a:gd name="connsiteY10" fmla="*/ 116793 h 365677"/>
              <a:gd name="connsiteX11" fmla="*/ 226086 w 348429"/>
              <a:gd name="connsiteY11" fmla="*/ 152190 h 365677"/>
              <a:gd name="connsiteX12" fmla="*/ 282608 w 348429"/>
              <a:gd name="connsiteY12" fmla="*/ 152190 h 365677"/>
              <a:gd name="connsiteX13" fmla="*/ 295307 w 348429"/>
              <a:gd name="connsiteY13" fmla="*/ 134891 h 365677"/>
              <a:gd name="connsiteX14" fmla="*/ 326480 w 348429"/>
              <a:gd name="connsiteY14" fmla="*/ 158965 h 365677"/>
              <a:gd name="connsiteX15" fmla="*/ 313931 w 348429"/>
              <a:gd name="connsiteY15" fmla="*/ 171739 h 365677"/>
              <a:gd name="connsiteX16" fmla="*/ 315506 w 348429"/>
              <a:gd name="connsiteY16" fmla="*/ 280683 h 365677"/>
              <a:gd name="connsiteX17" fmla="*/ 283933 w 348429"/>
              <a:gd name="connsiteY17" fmla="*/ 293532 h 365677"/>
              <a:gd name="connsiteX18" fmla="*/ 283933 w 348429"/>
              <a:gd name="connsiteY18" fmla="*/ 169589 h 365677"/>
              <a:gd name="connsiteX19" fmla="*/ 142941 w 348429"/>
              <a:gd name="connsiteY19" fmla="*/ 169589 h 365677"/>
              <a:gd name="connsiteX20" fmla="*/ 142941 w 348429"/>
              <a:gd name="connsiteY20" fmla="*/ 288757 h 365677"/>
              <a:gd name="connsiteX21" fmla="*/ 111393 w 348429"/>
              <a:gd name="connsiteY21" fmla="*/ 299806 h 365677"/>
              <a:gd name="connsiteX22" fmla="*/ 112943 w 348429"/>
              <a:gd name="connsiteY22" fmla="*/ 211224 h 365677"/>
              <a:gd name="connsiteX23" fmla="*/ 111393 w 348429"/>
              <a:gd name="connsiteY23" fmla="*/ 138041 h 365677"/>
              <a:gd name="connsiteX24" fmla="*/ 139667 w 348429"/>
              <a:gd name="connsiteY24" fmla="*/ 152190 h 365677"/>
              <a:gd name="connsiteX25" fmla="*/ 196088 w 348429"/>
              <a:gd name="connsiteY25" fmla="*/ 152190 h 365677"/>
              <a:gd name="connsiteX26" fmla="*/ 196088 w 348429"/>
              <a:gd name="connsiteY26" fmla="*/ 116793 h 365677"/>
              <a:gd name="connsiteX27" fmla="*/ 135017 w 348429"/>
              <a:gd name="connsiteY27" fmla="*/ 116793 h 365677"/>
              <a:gd name="connsiteX28" fmla="*/ 98994 w 348429"/>
              <a:gd name="connsiteY28" fmla="*/ 121492 h 365677"/>
              <a:gd name="connsiteX29" fmla="*/ 83345 w 348429"/>
              <a:gd name="connsiteY29" fmla="*/ 101622 h 365677"/>
              <a:gd name="connsiteX30" fmla="*/ 83345 w 348429"/>
              <a:gd name="connsiteY30" fmla="*/ 160315 h 365677"/>
              <a:gd name="connsiteX31" fmla="*/ 8075 w 348429"/>
              <a:gd name="connsiteY31" fmla="*/ 365677 h 365677"/>
              <a:gd name="connsiteX32" fmla="*/ 0 w 348429"/>
              <a:gd name="connsiteY32" fmla="*/ 358853 h 365677"/>
              <a:gd name="connsiteX33" fmla="*/ 53347 w 348429"/>
              <a:gd name="connsiteY33" fmla="*/ 142841 h 365677"/>
              <a:gd name="connsiteX34" fmla="*/ 51772 w 348429"/>
              <a:gd name="connsiteY34" fmla="*/ 28223 h 365677"/>
              <a:gd name="connsiteX35" fmla="*/ 80045 w 348429"/>
              <a:gd name="connsiteY35" fmla="*/ 42347 h 365677"/>
              <a:gd name="connsiteX36" fmla="*/ 225874 w 348429"/>
              <a:gd name="connsiteY36" fmla="*/ 24561 h 365677"/>
              <a:gd name="connsiteX37" fmla="*/ 300507 w 348429"/>
              <a:gd name="connsiteY37" fmla="*/ 0 h 365677"/>
              <a:gd name="connsiteX38" fmla="*/ 194555 w 348429"/>
              <a:gd name="connsiteY38" fmla="*/ 50102 h 365677"/>
              <a:gd name="connsiteX39" fmla="*/ 161090 w 348429"/>
              <a:gd name="connsiteY39" fmla="*/ 53415 h 365677"/>
              <a:gd name="connsiteX40" fmla="*/ 83345 w 348429"/>
              <a:gd name="connsiteY40" fmla="*/ 59471 h 365677"/>
              <a:gd name="connsiteX41" fmla="*/ 83345 w 348429"/>
              <a:gd name="connsiteY41" fmla="*/ 99369 h 365677"/>
              <a:gd name="connsiteX42" fmla="*/ 196088 w 348429"/>
              <a:gd name="connsiteY42" fmla="*/ 99369 h 365677"/>
              <a:gd name="connsiteX43" fmla="*/ 195694 w 348429"/>
              <a:gd name="connsiteY43" fmla="*/ 76051 h 365677"/>
              <a:gd name="connsiteX44" fmla="*/ 194555 w 348429"/>
              <a:gd name="connsiteY44" fmla="*/ 50102 h 365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348429" h="365677">
                <a:moveTo>
                  <a:pt x="300507" y="0"/>
                </a:moveTo>
                <a:lnTo>
                  <a:pt x="331180" y="35422"/>
                </a:lnTo>
                <a:cubicBezTo>
                  <a:pt x="295565" y="39039"/>
                  <a:pt x="259634" y="42980"/>
                  <a:pt x="223386" y="47247"/>
                </a:cubicBezTo>
                <a:lnTo>
                  <a:pt x="196304" y="49928"/>
                </a:lnTo>
                <a:lnTo>
                  <a:pt x="237061" y="67720"/>
                </a:lnTo>
                <a:lnTo>
                  <a:pt x="226086" y="79670"/>
                </a:lnTo>
                <a:lnTo>
                  <a:pt x="226086" y="99369"/>
                </a:lnTo>
                <a:lnTo>
                  <a:pt x="294207" y="99369"/>
                </a:lnTo>
                <a:lnTo>
                  <a:pt x="317181" y="78945"/>
                </a:lnTo>
                <a:lnTo>
                  <a:pt x="348429" y="116793"/>
                </a:lnTo>
                <a:lnTo>
                  <a:pt x="226086" y="116793"/>
                </a:lnTo>
                <a:lnTo>
                  <a:pt x="226086" y="152190"/>
                </a:lnTo>
                <a:lnTo>
                  <a:pt x="282608" y="152190"/>
                </a:lnTo>
                <a:lnTo>
                  <a:pt x="295307" y="134891"/>
                </a:lnTo>
                <a:lnTo>
                  <a:pt x="326480" y="158965"/>
                </a:lnTo>
                <a:lnTo>
                  <a:pt x="313931" y="171739"/>
                </a:lnTo>
                <a:cubicBezTo>
                  <a:pt x="313931" y="224386"/>
                  <a:pt x="314456" y="260700"/>
                  <a:pt x="315506" y="280683"/>
                </a:cubicBezTo>
                <a:lnTo>
                  <a:pt x="283933" y="293532"/>
                </a:lnTo>
                <a:lnTo>
                  <a:pt x="283933" y="169589"/>
                </a:lnTo>
                <a:lnTo>
                  <a:pt x="142941" y="169589"/>
                </a:lnTo>
                <a:lnTo>
                  <a:pt x="142941" y="288757"/>
                </a:lnTo>
                <a:lnTo>
                  <a:pt x="111393" y="299806"/>
                </a:lnTo>
                <a:cubicBezTo>
                  <a:pt x="112427" y="265225"/>
                  <a:pt x="112943" y="235698"/>
                  <a:pt x="112943" y="211224"/>
                </a:cubicBezTo>
                <a:cubicBezTo>
                  <a:pt x="112943" y="186751"/>
                  <a:pt x="112427" y="162356"/>
                  <a:pt x="111393" y="138041"/>
                </a:cubicBezTo>
                <a:lnTo>
                  <a:pt x="139667" y="152190"/>
                </a:lnTo>
                <a:lnTo>
                  <a:pt x="196088" y="152190"/>
                </a:lnTo>
                <a:lnTo>
                  <a:pt x="196088" y="116793"/>
                </a:lnTo>
                <a:lnTo>
                  <a:pt x="135017" y="116793"/>
                </a:lnTo>
                <a:cubicBezTo>
                  <a:pt x="123934" y="116793"/>
                  <a:pt x="111927" y="118359"/>
                  <a:pt x="98994" y="121492"/>
                </a:cubicBezTo>
                <a:lnTo>
                  <a:pt x="83345" y="101622"/>
                </a:lnTo>
                <a:lnTo>
                  <a:pt x="83345" y="160315"/>
                </a:lnTo>
                <a:cubicBezTo>
                  <a:pt x="86478" y="239810"/>
                  <a:pt x="61388" y="308264"/>
                  <a:pt x="8075" y="365677"/>
                </a:cubicBezTo>
                <a:lnTo>
                  <a:pt x="0" y="358853"/>
                </a:lnTo>
                <a:cubicBezTo>
                  <a:pt x="37648" y="297090"/>
                  <a:pt x="55430" y="225086"/>
                  <a:pt x="53347" y="142841"/>
                </a:cubicBezTo>
                <a:cubicBezTo>
                  <a:pt x="53347" y="90744"/>
                  <a:pt x="52822" y="52538"/>
                  <a:pt x="51772" y="28223"/>
                </a:cubicBezTo>
                <a:lnTo>
                  <a:pt x="80045" y="42347"/>
                </a:lnTo>
                <a:cubicBezTo>
                  <a:pt x="141092" y="38247"/>
                  <a:pt x="189701" y="32318"/>
                  <a:pt x="225874" y="24561"/>
                </a:cubicBezTo>
                <a:cubicBezTo>
                  <a:pt x="262047" y="16803"/>
                  <a:pt x="286924" y="8616"/>
                  <a:pt x="300507" y="0"/>
                </a:cubicBezTo>
                <a:close/>
                <a:moveTo>
                  <a:pt x="194555" y="50102"/>
                </a:moveTo>
                <a:lnTo>
                  <a:pt x="161090" y="53415"/>
                </a:lnTo>
                <a:cubicBezTo>
                  <a:pt x="137750" y="55452"/>
                  <a:pt x="111835" y="57471"/>
                  <a:pt x="83345" y="59471"/>
                </a:cubicBezTo>
                <a:lnTo>
                  <a:pt x="83345" y="99369"/>
                </a:lnTo>
                <a:lnTo>
                  <a:pt x="196088" y="99369"/>
                </a:lnTo>
                <a:cubicBezTo>
                  <a:pt x="196088" y="92194"/>
                  <a:pt x="195957" y="84422"/>
                  <a:pt x="195694" y="76051"/>
                </a:cubicBezTo>
                <a:lnTo>
                  <a:pt x="194555" y="5010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1711D464-6626-7CF0-67B3-52F08A174AE0}"/>
              </a:ext>
            </a:extLst>
          </p:cNvPr>
          <p:cNvSpPr/>
          <p:nvPr/>
        </p:nvSpPr>
        <p:spPr>
          <a:xfrm>
            <a:off x="6523020" y="1011439"/>
            <a:ext cx="379802" cy="151890"/>
          </a:xfrm>
          <a:custGeom>
            <a:avLst/>
            <a:gdLst>
              <a:gd name="connsiteX0" fmla="*/ 279308 w 379802"/>
              <a:gd name="connsiteY0" fmla="*/ 0 h 151890"/>
              <a:gd name="connsiteX1" fmla="*/ 310781 w 379802"/>
              <a:gd name="connsiteY1" fmla="*/ 22473 h 151890"/>
              <a:gd name="connsiteX2" fmla="*/ 299782 w 379802"/>
              <a:gd name="connsiteY2" fmla="*/ 33747 h 151890"/>
              <a:gd name="connsiteX3" fmla="*/ 301357 w 379802"/>
              <a:gd name="connsiteY3" fmla="*/ 111743 h 151890"/>
              <a:gd name="connsiteX4" fmla="*/ 269809 w 379802"/>
              <a:gd name="connsiteY4" fmla="*/ 122892 h 151890"/>
              <a:gd name="connsiteX5" fmla="*/ 269809 w 379802"/>
              <a:gd name="connsiteY5" fmla="*/ 107193 h 151890"/>
              <a:gd name="connsiteX6" fmla="*/ 105269 w 379802"/>
              <a:gd name="connsiteY6" fmla="*/ 107193 h 151890"/>
              <a:gd name="connsiteX7" fmla="*/ 105269 w 379802"/>
              <a:gd name="connsiteY7" fmla="*/ 119692 h 151890"/>
              <a:gd name="connsiteX8" fmla="*/ 76439 w 379802"/>
              <a:gd name="connsiteY8" fmla="*/ 129767 h 151890"/>
              <a:gd name="connsiteX9" fmla="*/ 324031 w 379802"/>
              <a:gd name="connsiteY9" fmla="*/ 129767 h 151890"/>
              <a:gd name="connsiteX10" fmla="*/ 348654 w 379802"/>
              <a:gd name="connsiteY10" fmla="*/ 107768 h 151890"/>
              <a:gd name="connsiteX11" fmla="*/ 379802 w 379802"/>
              <a:gd name="connsiteY11" fmla="*/ 147191 h 151890"/>
              <a:gd name="connsiteX12" fmla="*/ 48722 w 379802"/>
              <a:gd name="connsiteY12" fmla="*/ 147191 h 151890"/>
              <a:gd name="connsiteX13" fmla="*/ 17399 w 379802"/>
              <a:gd name="connsiteY13" fmla="*/ 151890 h 151890"/>
              <a:gd name="connsiteX14" fmla="*/ 0 w 379802"/>
              <a:gd name="connsiteY14" fmla="*/ 129767 h 151890"/>
              <a:gd name="connsiteX15" fmla="*/ 73756 w 379802"/>
              <a:gd name="connsiteY15" fmla="*/ 129767 h 151890"/>
              <a:gd name="connsiteX16" fmla="*/ 74902 w 379802"/>
              <a:gd name="connsiteY16" fmla="*/ 98515 h 151890"/>
              <a:gd name="connsiteX17" fmla="*/ 75296 w 379802"/>
              <a:gd name="connsiteY17" fmla="*/ 62508 h 151890"/>
              <a:gd name="connsiteX18" fmla="*/ 73721 w 379802"/>
              <a:gd name="connsiteY18" fmla="*/ 3599 h 151890"/>
              <a:gd name="connsiteX19" fmla="*/ 103444 w 379802"/>
              <a:gd name="connsiteY19" fmla="*/ 16174 h 151890"/>
              <a:gd name="connsiteX20" fmla="*/ 268384 w 379802"/>
              <a:gd name="connsiteY20" fmla="*/ 16174 h 151890"/>
              <a:gd name="connsiteX21" fmla="*/ 279308 w 379802"/>
              <a:gd name="connsiteY21" fmla="*/ 0 h 151890"/>
              <a:gd name="connsiteX22" fmla="*/ 105269 w 379802"/>
              <a:gd name="connsiteY22" fmla="*/ 33597 h 151890"/>
              <a:gd name="connsiteX23" fmla="*/ 105269 w 379802"/>
              <a:gd name="connsiteY23" fmla="*/ 51396 h 151890"/>
              <a:gd name="connsiteX24" fmla="*/ 269809 w 379802"/>
              <a:gd name="connsiteY24" fmla="*/ 51396 h 151890"/>
              <a:gd name="connsiteX25" fmla="*/ 269809 w 379802"/>
              <a:gd name="connsiteY25" fmla="*/ 33597 h 151890"/>
              <a:gd name="connsiteX26" fmla="*/ 105269 w 379802"/>
              <a:gd name="connsiteY26" fmla="*/ 33597 h 151890"/>
              <a:gd name="connsiteX27" fmla="*/ 105269 w 379802"/>
              <a:gd name="connsiteY27" fmla="*/ 68795 h 151890"/>
              <a:gd name="connsiteX28" fmla="*/ 105269 w 379802"/>
              <a:gd name="connsiteY28" fmla="*/ 89794 h 151890"/>
              <a:gd name="connsiteX29" fmla="*/ 269809 w 379802"/>
              <a:gd name="connsiteY29" fmla="*/ 89794 h 151890"/>
              <a:gd name="connsiteX30" fmla="*/ 269809 w 379802"/>
              <a:gd name="connsiteY30" fmla="*/ 68795 h 151890"/>
              <a:gd name="connsiteX31" fmla="*/ 105269 w 379802"/>
              <a:gd name="connsiteY31" fmla="*/ 68795 h 1518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379802" h="151890">
                <a:moveTo>
                  <a:pt x="279308" y="0"/>
                </a:moveTo>
                <a:lnTo>
                  <a:pt x="310781" y="22473"/>
                </a:lnTo>
                <a:lnTo>
                  <a:pt x="299782" y="33747"/>
                </a:lnTo>
                <a:cubicBezTo>
                  <a:pt x="299782" y="71545"/>
                  <a:pt x="300307" y="97544"/>
                  <a:pt x="301357" y="111743"/>
                </a:cubicBezTo>
                <a:lnTo>
                  <a:pt x="269809" y="122892"/>
                </a:lnTo>
                <a:lnTo>
                  <a:pt x="269809" y="107193"/>
                </a:lnTo>
                <a:lnTo>
                  <a:pt x="105269" y="107193"/>
                </a:lnTo>
                <a:lnTo>
                  <a:pt x="105269" y="119692"/>
                </a:lnTo>
                <a:lnTo>
                  <a:pt x="76439" y="129767"/>
                </a:lnTo>
                <a:lnTo>
                  <a:pt x="324031" y="129767"/>
                </a:lnTo>
                <a:lnTo>
                  <a:pt x="348654" y="107768"/>
                </a:lnTo>
                <a:lnTo>
                  <a:pt x="379802" y="147191"/>
                </a:lnTo>
                <a:lnTo>
                  <a:pt x="48722" y="147191"/>
                </a:lnTo>
                <a:cubicBezTo>
                  <a:pt x="40790" y="147191"/>
                  <a:pt x="30348" y="148757"/>
                  <a:pt x="17399" y="151890"/>
                </a:cubicBezTo>
                <a:lnTo>
                  <a:pt x="0" y="129767"/>
                </a:lnTo>
                <a:lnTo>
                  <a:pt x="73756" y="129767"/>
                </a:lnTo>
                <a:lnTo>
                  <a:pt x="74902" y="98515"/>
                </a:lnTo>
                <a:cubicBezTo>
                  <a:pt x="75164" y="87147"/>
                  <a:pt x="75296" y="75145"/>
                  <a:pt x="75296" y="62508"/>
                </a:cubicBezTo>
                <a:cubicBezTo>
                  <a:pt x="75296" y="37235"/>
                  <a:pt x="74771" y="17598"/>
                  <a:pt x="73721" y="3599"/>
                </a:cubicBezTo>
                <a:lnTo>
                  <a:pt x="103444" y="16174"/>
                </a:lnTo>
                <a:lnTo>
                  <a:pt x="268384" y="16174"/>
                </a:lnTo>
                <a:lnTo>
                  <a:pt x="279308" y="0"/>
                </a:lnTo>
                <a:close/>
                <a:moveTo>
                  <a:pt x="105269" y="33597"/>
                </a:moveTo>
                <a:lnTo>
                  <a:pt x="105269" y="51396"/>
                </a:lnTo>
                <a:lnTo>
                  <a:pt x="269809" y="51396"/>
                </a:lnTo>
                <a:lnTo>
                  <a:pt x="269809" y="33597"/>
                </a:lnTo>
                <a:lnTo>
                  <a:pt x="105269" y="33597"/>
                </a:lnTo>
                <a:close/>
                <a:moveTo>
                  <a:pt x="105269" y="68795"/>
                </a:moveTo>
                <a:lnTo>
                  <a:pt x="105269" y="89794"/>
                </a:lnTo>
                <a:lnTo>
                  <a:pt x="269809" y="89794"/>
                </a:lnTo>
                <a:lnTo>
                  <a:pt x="269809" y="68795"/>
                </a:lnTo>
                <a:lnTo>
                  <a:pt x="105269" y="6879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F0551105-1B67-7194-3B89-7678B227CA6B}"/>
              </a:ext>
            </a:extLst>
          </p:cNvPr>
          <p:cNvSpPr/>
          <p:nvPr/>
        </p:nvSpPr>
        <p:spPr>
          <a:xfrm>
            <a:off x="5694345" y="1013038"/>
            <a:ext cx="375077" cy="136492"/>
          </a:xfrm>
          <a:custGeom>
            <a:avLst/>
            <a:gdLst>
              <a:gd name="connsiteX0" fmla="*/ 232161 w 375077"/>
              <a:gd name="connsiteY0" fmla="*/ 0 h 136492"/>
              <a:gd name="connsiteX1" fmla="*/ 279408 w 375077"/>
              <a:gd name="connsiteY1" fmla="*/ 23824 h 136492"/>
              <a:gd name="connsiteX2" fmla="*/ 265284 w 375077"/>
              <a:gd name="connsiteY2" fmla="*/ 35548 h 136492"/>
              <a:gd name="connsiteX3" fmla="*/ 265284 w 375077"/>
              <a:gd name="connsiteY3" fmla="*/ 64172 h 136492"/>
              <a:gd name="connsiteX4" fmla="*/ 306832 w 375077"/>
              <a:gd name="connsiteY4" fmla="*/ 64172 h 136492"/>
              <a:gd name="connsiteX5" fmla="*/ 337680 w 375077"/>
              <a:gd name="connsiteY5" fmla="*/ 37473 h 136492"/>
              <a:gd name="connsiteX6" fmla="*/ 375077 w 375077"/>
              <a:gd name="connsiteY6" fmla="*/ 81595 h 136492"/>
              <a:gd name="connsiteX7" fmla="*/ 265284 w 375077"/>
              <a:gd name="connsiteY7" fmla="*/ 81595 h 136492"/>
              <a:gd name="connsiteX8" fmla="*/ 266859 w 375077"/>
              <a:gd name="connsiteY8" fmla="*/ 119043 h 136492"/>
              <a:gd name="connsiteX9" fmla="*/ 233711 w 375077"/>
              <a:gd name="connsiteY9" fmla="*/ 131792 h 136492"/>
              <a:gd name="connsiteX10" fmla="*/ 233711 w 375077"/>
              <a:gd name="connsiteY10" fmla="*/ 81595 h 136492"/>
              <a:gd name="connsiteX11" fmla="*/ 153916 w 375077"/>
              <a:gd name="connsiteY11" fmla="*/ 81595 h 136492"/>
              <a:gd name="connsiteX12" fmla="*/ 153916 w 375077"/>
              <a:gd name="connsiteY12" fmla="*/ 122068 h 136492"/>
              <a:gd name="connsiteX13" fmla="*/ 120768 w 375077"/>
              <a:gd name="connsiteY13" fmla="*/ 136492 h 136492"/>
              <a:gd name="connsiteX14" fmla="*/ 122343 w 375077"/>
              <a:gd name="connsiteY14" fmla="*/ 81595 h 136492"/>
              <a:gd name="connsiteX15" fmla="*/ 56547 w 375077"/>
              <a:gd name="connsiteY15" fmla="*/ 81595 h 136492"/>
              <a:gd name="connsiteX16" fmla="*/ 17399 w 375077"/>
              <a:gd name="connsiteY16" fmla="*/ 86295 h 136492"/>
              <a:gd name="connsiteX17" fmla="*/ 0 w 375077"/>
              <a:gd name="connsiteY17" fmla="*/ 64172 h 136492"/>
              <a:gd name="connsiteX18" fmla="*/ 122343 w 375077"/>
              <a:gd name="connsiteY18" fmla="*/ 64172 h 136492"/>
              <a:gd name="connsiteX19" fmla="*/ 120768 w 375077"/>
              <a:gd name="connsiteY19" fmla="*/ 1575 h 136492"/>
              <a:gd name="connsiteX20" fmla="*/ 166465 w 375077"/>
              <a:gd name="connsiteY20" fmla="*/ 23374 h 136492"/>
              <a:gd name="connsiteX21" fmla="*/ 153916 w 375077"/>
              <a:gd name="connsiteY21" fmla="*/ 36748 h 136492"/>
              <a:gd name="connsiteX22" fmla="*/ 153916 w 375077"/>
              <a:gd name="connsiteY22" fmla="*/ 64172 h 136492"/>
              <a:gd name="connsiteX23" fmla="*/ 233711 w 375077"/>
              <a:gd name="connsiteY23" fmla="*/ 64172 h 136492"/>
              <a:gd name="connsiteX24" fmla="*/ 232161 w 375077"/>
              <a:gd name="connsiteY24" fmla="*/ 0 h 136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375077" h="136492">
                <a:moveTo>
                  <a:pt x="232161" y="0"/>
                </a:moveTo>
                <a:lnTo>
                  <a:pt x="279408" y="23824"/>
                </a:lnTo>
                <a:lnTo>
                  <a:pt x="265284" y="35548"/>
                </a:lnTo>
                <a:lnTo>
                  <a:pt x="265284" y="64172"/>
                </a:lnTo>
                <a:lnTo>
                  <a:pt x="306832" y="64172"/>
                </a:lnTo>
                <a:lnTo>
                  <a:pt x="337680" y="37473"/>
                </a:lnTo>
                <a:lnTo>
                  <a:pt x="375077" y="81595"/>
                </a:lnTo>
                <a:lnTo>
                  <a:pt x="265284" y="81595"/>
                </a:lnTo>
                <a:cubicBezTo>
                  <a:pt x="265284" y="93411"/>
                  <a:pt x="265809" y="105894"/>
                  <a:pt x="266859" y="119043"/>
                </a:cubicBezTo>
                <a:lnTo>
                  <a:pt x="233711" y="131792"/>
                </a:lnTo>
                <a:lnTo>
                  <a:pt x="233711" y="81595"/>
                </a:lnTo>
                <a:lnTo>
                  <a:pt x="153916" y="81595"/>
                </a:lnTo>
                <a:lnTo>
                  <a:pt x="153916" y="122068"/>
                </a:lnTo>
                <a:lnTo>
                  <a:pt x="120768" y="136492"/>
                </a:lnTo>
                <a:cubicBezTo>
                  <a:pt x="121818" y="114477"/>
                  <a:pt x="122343" y="96178"/>
                  <a:pt x="122343" y="81595"/>
                </a:cubicBezTo>
                <a:lnTo>
                  <a:pt x="56547" y="81595"/>
                </a:lnTo>
                <a:cubicBezTo>
                  <a:pt x="43398" y="81595"/>
                  <a:pt x="30348" y="83162"/>
                  <a:pt x="17399" y="86295"/>
                </a:cubicBezTo>
                <a:lnTo>
                  <a:pt x="0" y="64172"/>
                </a:lnTo>
                <a:lnTo>
                  <a:pt x="122343" y="64172"/>
                </a:lnTo>
                <a:cubicBezTo>
                  <a:pt x="122343" y="42573"/>
                  <a:pt x="121818" y="21707"/>
                  <a:pt x="120768" y="1575"/>
                </a:cubicBezTo>
                <a:lnTo>
                  <a:pt x="166465" y="23374"/>
                </a:lnTo>
                <a:lnTo>
                  <a:pt x="153916" y="36748"/>
                </a:lnTo>
                <a:lnTo>
                  <a:pt x="153916" y="64172"/>
                </a:lnTo>
                <a:lnTo>
                  <a:pt x="233711" y="64172"/>
                </a:lnTo>
                <a:cubicBezTo>
                  <a:pt x="233711" y="43556"/>
                  <a:pt x="233194" y="22166"/>
                  <a:pt x="23216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8AAA38CF-9B90-B470-0722-7BCD8D504938}"/>
              </a:ext>
            </a:extLst>
          </p:cNvPr>
          <p:cNvSpPr/>
          <p:nvPr/>
        </p:nvSpPr>
        <p:spPr>
          <a:xfrm>
            <a:off x="5319170" y="1019438"/>
            <a:ext cx="66071" cy="77070"/>
          </a:xfrm>
          <a:custGeom>
            <a:avLst/>
            <a:gdLst>
              <a:gd name="connsiteX0" fmla="*/ 5874 w 66071"/>
              <a:gd name="connsiteY0" fmla="*/ 0 h 77070"/>
              <a:gd name="connsiteX1" fmla="*/ 51934 w 66071"/>
              <a:gd name="connsiteY1" fmla="*/ 27523 h 77070"/>
              <a:gd name="connsiteX2" fmla="*/ 66071 w 66071"/>
              <a:gd name="connsiteY2" fmla="*/ 54397 h 77070"/>
              <a:gd name="connsiteX3" fmla="*/ 58809 w 66071"/>
              <a:gd name="connsiteY3" fmla="*/ 72933 h 77070"/>
              <a:gd name="connsiteX4" fmla="*/ 48722 w 66071"/>
              <a:gd name="connsiteY4" fmla="*/ 77070 h 77070"/>
              <a:gd name="connsiteX5" fmla="*/ 31673 w 66071"/>
              <a:gd name="connsiteY5" fmla="*/ 56797 h 77070"/>
              <a:gd name="connsiteX6" fmla="*/ 0 w 66071"/>
              <a:gd name="connsiteY6" fmla="*/ 10399 h 77070"/>
              <a:gd name="connsiteX7" fmla="*/ 5874 w 66071"/>
              <a:gd name="connsiteY7" fmla="*/ 0 h 77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6071" h="77070">
                <a:moveTo>
                  <a:pt x="5874" y="0"/>
                </a:moveTo>
                <a:cubicBezTo>
                  <a:pt x="27156" y="10033"/>
                  <a:pt x="42510" y="19207"/>
                  <a:pt x="51934" y="27523"/>
                </a:cubicBezTo>
                <a:cubicBezTo>
                  <a:pt x="61358" y="35840"/>
                  <a:pt x="66071" y="44797"/>
                  <a:pt x="66071" y="54397"/>
                </a:cubicBezTo>
                <a:cubicBezTo>
                  <a:pt x="66071" y="63996"/>
                  <a:pt x="63650" y="70175"/>
                  <a:pt x="58809" y="72933"/>
                </a:cubicBezTo>
                <a:cubicBezTo>
                  <a:pt x="53967" y="75691"/>
                  <a:pt x="50605" y="77070"/>
                  <a:pt x="48722" y="77070"/>
                </a:cubicBezTo>
                <a:cubicBezTo>
                  <a:pt x="41022" y="77070"/>
                  <a:pt x="35339" y="70312"/>
                  <a:pt x="31673" y="56797"/>
                </a:cubicBezTo>
                <a:cubicBezTo>
                  <a:pt x="26640" y="43731"/>
                  <a:pt x="16082" y="28265"/>
                  <a:pt x="0" y="10399"/>
                </a:cubicBezTo>
                <a:lnTo>
                  <a:pt x="5874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33FC5A09-EDEA-DA18-B9BE-CACC35039D60}"/>
              </a:ext>
            </a:extLst>
          </p:cNvPr>
          <p:cNvSpPr/>
          <p:nvPr/>
        </p:nvSpPr>
        <p:spPr>
          <a:xfrm>
            <a:off x="5377189" y="1025713"/>
            <a:ext cx="260584" cy="356903"/>
          </a:xfrm>
          <a:custGeom>
            <a:avLst/>
            <a:gdLst>
              <a:gd name="connsiteX0" fmla="*/ 233711 w 260584"/>
              <a:gd name="connsiteY0" fmla="*/ 0 h 356903"/>
              <a:gd name="connsiteX1" fmla="*/ 260584 w 260584"/>
              <a:gd name="connsiteY1" fmla="*/ 27848 h 356903"/>
              <a:gd name="connsiteX2" fmla="*/ 248035 w 260584"/>
              <a:gd name="connsiteY2" fmla="*/ 38647 h 356903"/>
              <a:gd name="connsiteX3" fmla="*/ 248035 w 260584"/>
              <a:gd name="connsiteY3" fmla="*/ 314380 h 356903"/>
              <a:gd name="connsiteX4" fmla="*/ 241735 w 260584"/>
              <a:gd name="connsiteY4" fmla="*/ 339029 h 356903"/>
              <a:gd name="connsiteX5" fmla="*/ 214312 w 260584"/>
              <a:gd name="connsiteY5" fmla="*/ 356903 h 356903"/>
              <a:gd name="connsiteX6" fmla="*/ 155316 w 260584"/>
              <a:gd name="connsiteY6" fmla="*/ 324855 h 356903"/>
              <a:gd name="connsiteX7" fmla="*/ 155316 w 260584"/>
              <a:gd name="connsiteY7" fmla="*/ 308081 h 356903"/>
              <a:gd name="connsiteX8" fmla="*/ 213262 w 260584"/>
              <a:gd name="connsiteY8" fmla="*/ 314056 h 356903"/>
              <a:gd name="connsiteX9" fmla="*/ 218062 w 260584"/>
              <a:gd name="connsiteY9" fmla="*/ 305031 h 356903"/>
              <a:gd name="connsiteX10" fmla="*/ 218062 w 260584"/>
              <a:gd name="connsiteY10" fmla="*/ 150515 h 356903"/>
              <a:gd name="connsiteX11" fmla="*/ 125592 w 260584"/>
              <a:gd name="connsiteY11" fmla="*/ 150515 h 356903"/>
              <a:gd name="connsiteX12" fmla="*/ 86445 w 260584"/>
              <a:gd name="connsiteY12" fmla="*/ 155215 h 356903"/>
              <a:gd name="connsiteX13" fmla="*/ 77070 w 260584"/>
              <a:gd name="connsiteY13" fmla="*/ 143312 h 356903"/>
              <a:gd name="connsiteX14" fmla="*/ 77070 w 260584"/>
              <a:gd name="connsiteY14" fmla="*/ 162115 h 356903"/>
              <a:gd name="connsiteX15" fmla="*/ 6975 w 260584"/>
              <a:gd name="connsiteY15" fmla="*/ 356903 h 356903"/>
              <a:gd name="connsiteX16" fmla="*/ 0 w 260584"/>
              <a:gd name="connsiteY16" fmla="*/ 347853 h 356903"/>
              <a:gd name="connsiteX17" fmla="*/ 36485 w 260584"/>
              <a:gd name="connsiteY17" fmla="*/ 275161 h 356903"/>
              <a:gd name="connsiteX18" fmla="*/ 42110 w 260584"/>
              <a:gd name="connsiteY18" fmla="*/ 237684 h 356903"/>
              <a:gd name="connsiteX19" fmla="*/ 42111 w 260584"/>
              <a:gd name="connsiteY19" fmla="*/ 237682 h 356903"/>
              <a:gd name="connsiteX20" fmla="*/ 42111 w 260584"/>
              <a:gd name="connsiteY20" fmla="*/ 237682 h 356903"/>
              <a:gd name="connsiteX21" fmla="*/ 44122 w 260584"/>
              <a:gd name="connsiteY21" fmla="*/ 235011 h 356903"/>
              <a:gd name="connsiteX22" fmla="*/ 44122 w 260584"/>
              <a:gd name="connsiteY22" fmla="*/ 235011 h 356903"/>
              <a:gd name="connsiteX23" fmla="*/ 44122 w 260584"/>
              <a:gd name="connsiteY23" fmla="*/ 235010 h 356903"/>
              <a:gd name="connsiteX24" fmla="*/ 42731 w 260584"/>
              <a:gd name="connsiteY24" fmla="*/ 233552 h 356903"/>
              <a:gd name="connsiteX25" fmla="*/ 42731 w 260584"/>
              <a:gd name="connsiteY25" fmla="*/ 233551 h 356903"/>
              <a:gd name="connsiteX26" fmla="*/ 42730 w 260584"/>
              <a:gd name="connsiteY26" fmla="*/ 233550 h 356903"/>
              <a:gd name="connsiteX27" fmla="*/ 48647 w 260584"/>
              <a:gd name="connsiteY27" fmla="*/ 194125 h 356903"/>
              <a:gd name="connsiteX28" fmla="*/ 48647 w 260584"/>
              <a:gd name="connsiteY28" fmla="*/ 80795 h 356903"/>
              <a:gd name="connsiteX29" fmla="*/ 47072 w 260584"/>
              <a:gd name="connsiteY29" fmla="*/ 2150 h 356903"/>
              <a:gd name="connsiteX30" fmla="*/ 76895 w 260584"/>
              <a:gd name="connsiteY30" fmla="*/ 16299 h 356903"/>
              <a:gd name="connsiteX31" fmla="*/ 217137 w 260584"/>
              <a:gd name="connsiteY31" fmla="*/ 16299 h 356903"/>
              <a:gd name="connsiteX32" fmla="*/ 233711 w 260584"/>
              <a:gd name="connsiteY32" fmla="*/ 0 h 356903"/>
              <a:gd name="connsiteX33" fmla="*/ 77070 w 260584"/>
              <a:gd name="connsiteY33" fmla="*/ 33723 h 356903"/>
              <a:gd name="connsiteX34" fmla="*/ 77070 w 260584"/>
              <a:gd name="connsiteY34" fmla="*/ 133092 h 356903"/>
              <a:gd name="connsiteX35" fmla="*/ 131767 w 260584"/>
              <a:gd name="connsiteY35" fmla="*/ 133092 h 356903"/>
              <a:gd name="connsiteX36" fmla="*/ 131767 w 260584"/>
              <a:gd name="connsiteY36" fmla="*/ 97914 h 356903"/>
              <a:gd name="connsiteX37" fmla="*/ 115356 w 260584"/>
              <a:gd name="connsiteY37" fmla="*/ 98900 h 356903"/>
              <a:gd name="connsiteX38" fmla="*/ 95869 w 260584"/>
              <a:gd name="connsiteY38" fmla="*/ 102443 h 356903"/>
              <a:gd name="connsiteX39" fmla="*/ 78445 w 260584"/>
              <a:gd name="connsiteY39" fmla="*/ 80320 h 356903"/>
              <a:gd name="connsiteX40" fmla="*/ 131767 w 260584"/>
              <a:gd name="connsiteY40" fmla="*/ 80320 h 356903"/>
              <a:gd name="connsiteX41" fmla="*/ 130517 w 260584"/>
              <a:gd name="connsiteY41" fmla="*/ 33723 h 356903"/>
              <a:gd name="connsiteX42" fmla="*/ 77070 w 260584"/>
              <a:gd name="connsiteY42" fmla="*/ 33723 h 356903"/>
              <a:gd name="connsiteX43" fmla="*/ 144516 w 260584"/>
              <a:gd name="connsiteY43" fmla="*/ 33723 h 356903"/>
              <a:gd name="connsiteX44" fmla="*/ 171190 w 260584"/>
              <a:gd name="connsiteY44" fmla="*/ 41172 h 356903"/>
              <a:gd name="connsiteX45" fmla="*/ 160190 w 260584"/>
              <a:gd name="connsiteY45" fmla="*/ 52971 h 356903"/>
              <a:gd name="connsiteX46" fmla="*/ 160190 w 260584"/>
              <a:gd name="connsiteY46" fmla="*/ 80320 h 356903"/>
              <a:gd name="connsiteX47" fmla="*/ 170165 w 260584"/>
              <a:gd name="connsiteY47" fmla="*/ 80320 h 356903"/>
              <a:gd name="connsiteX48" fmla="*/ 188389 w 260584"/>
              <a:gd name="connsiteY48" fmla="*/ 63021 h 356903"/>
              <a:gd name="connsiteX49" fmla="*/ 216662 w 260584"/>
              <a:gd name="connsiteY49" fmla="*/ 97719 h 356903"/>
              <a:gd name="connsiteX50" fmla="*/ 160190 w 260584"/>
              <a:gd name="connsiteY50" fmla="*/ 97719 h 356903"/>
              <a:gd name="connsiteX51" fmla="*/ 160190 w 260584"/>
              <a:gd name="connsiteY51" fmla="*/ 133092 h 356903"/>
              <a:gd name="connsiteX52" fmla="*/ 176439 w 260584"/>
              <a:gd name="connsiteY52" fmla="*/ 133092 h 356903"/>
              <a:gd name="connsiteX53" fmla="*/ 196238 w 260584"/>
              <a:gd name="connsiteY53" fmla="*/ 114243 h 356903"/>
              <a:gd name="connsiteX54" fmla="*/ 218062 w 260584"/>
              <a:gd name="connsiteY54" fmla="*/ 140764 h 356903"/>
              <a:gd name="connsiteX55" fmla="*/ 218062 w 260584"/>
              <a:gd name="connsiteY55" fmla="*/ 33723 h 356903"/>
              <a:gd name="connsiteX56" fmla="*/ 144516 w 260584"/>
              <a:gd name="connsiteY56" fmla="*/ 33723 h 356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260584" h="356903">
                <a:moveTo>
                  <a:pt x="233711" y="0"/>
                </a:moveTo>
                <a:lnTo>
                  <a:pt x="260584" y="27848"/>
                </a:lnTo>
                <a:lnTo>
                  <a:pt x="248035" y="38647"/>
                </a:lnTo>
                <a:lnTo>
                  <a:pt x="248035" y="314380"/>
                </a:lnTo>
                <a:cubicBezTo>
                  <a:pt x="248035" y="324797"/>
                  <a:pt x="245935" y="333013"/>
                  <a:pt x="241735" y="339029"/>
                </a:cubicBezTo>
                <a:cubicBezTo>
                  <a:pt x="237536" y="345045"/>
                  <a:pt x="228394" y="351003"/>
                  <a:pt x="214312" y="356903"/>
                </a:cubicBezTo>
                <a:cubicBezTo>
                  <a:pt x="206296" y="340937"/>
                  <a:pt x="186630" y="330255"/>
                  <a:pt x="155316" y="324855"/>
                </a:cubicBezTo>
                <a:lnTo>
                  <a:pt x="155316" y="308081"/>
                </a:lnTo>
                <a:cubicBezTo>
                  <a:pt x="190747" y="312264"/>
                  <a:pt x="210062" y="314255"/>
                  <a:pt x="213262" y="314056"/>
                </a:cubicBezTo>
                <a:cubicBezTo>
                  <a:pt x="216462" y="313856"/>
                  <a:pt x="218062" y="310847"/>
                  <a:pt x="218062" y="305031"/>
                </a:cubicBezTo>
                <a:lnTo>
                  <a:pt x="218062" y="150515"/>
                </a:lnTo>
                <a:lnTo>
                  <a:pt x="125592" y="150515"/>
                </a:lnTo>
                <a:cubicBezTo>
                  <a:pt x="112427" y="150515"/>
                  <a:pt x="99377" y="152082"/>
                  <a:pt x="86445" y="155215"/>
                </a:cubicBezTo>
                <a:lnTo>
                  <a:pt x="77070" y="143312"/>
                </a:lnTo>
                <a:lnTo>
                  <a:pt x="77070" y="162115"/>
                </a:lnTo>
                <a:cubicBezTo>
                  <a:pt x="81253" y="248343"/>
                  <a:pt x="57888" y="313272"/>
                  <a:pt x="6975" y="356903"/>
                </a:cubicBezTo>
                <a:lnTo>
                  <a:pt x="0" y="347853"/>
                </a:lnTo>
                <a:cubicBezTo>
                  <a:pt x="16216" y="325013"/>
                  <a:pt x="28377" y="300782"/>
                  <a:pt x="36485" y="275161"/>
                </a:cubicBezTo>
                <a:lnTo>
                  <a:pt x="42110" y="237684"/>
                </a:lnTo>
                <a:lnTo>
                  <a:pt x="42111" y="237682"/>
                </a:lnTo>
                <a:lnTo>
                  <a:pt x="42111" y="237682"/>
                </a:lnTo>
                <a:lnTo>
                  <a:pt x="44122" y="235011"/>
                </a:lnTo>
                <a:lnTo>
                  <a:pt x="44122" y="235011"/>
                </a:lnTo>
                <a:lnTo>
                  <a:pt x="44122" y="235010"/>
                </a:lnTo>
                <a:lnTo>
                  <a:pt x="42731" y="233552"/>
                </a:lnTo>
                <a:lnTo>
                  <a:pt x="42731" y="233551"/>
                </a:lnTo>
                <a:lnTo>
                  <a:pt x="42730" y="233550"/>
                </a:lnTo>
                <a:lnTo>
                  <a:pt x="48647" y="194125"/>
                </a:lnTo>
                <a:cubicBezTo>
                  <a:pt x="48647" y="137320"/>
                  <a:pt x="48647" y="99544"/>
                  <a:pt x="48647" y="80795"/>
                </a:cubicBezTo>
                <a:cubicBezTo>
                  <a:pt x="48647" y="62046"/>
                  <a:pt x="48122" y="35831"/>
                  <a:pt x="47072" y="2150"/>
                </a:cubicBezTo>
                <a:lnTo>
                  <a:pt x="76895" y="16299"/>
                </a:lnTo>
                <a:lnTo>
                  <a:pt x="217137" y="16299"/>
                </a:lnTo>
                <a:lnTo>
                  <a:pt x="233711" y="0"/>
                </a:lnTo>
                <a:close/>
                <a:moveTo>
                  <a:pt x="77070" y="33723"/>
                </a:moveTo>
                <a:lnTo>
                  <a:pt x="77070" y="133092"/>
                </a:lnTo>
                <a:lnTo>
                  <a:pt x="131767" y="133092"/>
                </a:lnTo>
                <a:lnTo>
                  <a:pt x="131767" y="97914"/>
                </a:lnTo>
                <a:lnTo>
                  <a:pt x="115356" y="98900"/>
                </a:lnTo>
                <a:cubicBezTo>
                  <a:pt x="108831" y="99687"/>
                  <a:pt x="102335" y="100869"/>
                  <a:pt x="95869" y="102443"/>
                </a:cubicBezTo>
                <a:lnTo>
                  <a:pt x="78445" y="80320"/>
                </a:lnTo>
                <a:lnTo>
                  <a:pt x="131767" y="80320"/>
                </a:lnTo>
                <a:cubicBezTo>
                  <a:pt x="131767" y="61904"/>
                  <a:pt x="131350" y="46372"/>
                  <a:pt x="130517" y="33723"/>
                </a:cubicBezTo>
                <a:lnTo>
                  <a:pt x="77070" y="33723"/>
                </a:lnTo>
                <a:close/>
                <a:moveTo>
                  <a:pt x="144516" y="33723"/>
                </a:moveTo>
                <a:lnTo>
                  <a:pt x="171190" y="41172"/>
                </a:lnTo>
                <a:lnTo>
                  <a:pt x="160190" y="52971"/>
                </a:lnTo>
                <a:lnTo>
                  <a:pt x="160190" y="80320"/>
                </a:lnTo>
                <a:lnTo>
                  <a:pt x="170165" y="80320"/>
                </a:lnTo>
                <a:lnTo>
                  <a:pt x="188389" y="63021"/>
                </a:lnTo>
                <a:lnTo>
                  <a:pt x="216662" y="97719"/>
                </a:lnTo>
                <a:lnTo>
                  <a:pt x="160190" y="97719"/>
                </a:lnTo>
                <a:lnTo>
                  <a:pt x="160190" y="133092"/>
                </a:lnTo>
                <a:lnTo>
                  <a:pt x="176439" y="133092"/>
                </a:lnTo>
                <a:lnTo>
                  <a:pt x="196238" y="114243"/>
                </a:lnTo>
                <a:lnTo>
                  <a:pt x="218062" y="140764"/>
                </a:lnTo>
                <a:lnTo>
                  <a:pt x="218062" y="33723"/>
                </a:lnTo>
                <a:lnTo>
                  <a:pt x="144516" y="3372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5975F07-B851-E789-D940-05B646B2A440}"/>
              </a:ext>
            </a:extLst>
          </p:cNvPr>
          <p:cNvSpPr/>
          <p:nvPr/>
        </p:nvSpPr>
        <p:spPr>
          <a:xfrm>
            <a:off x="5278372" y="1122332"/>
            <a:ext cx="141549" cy="226086"/>
          </a:xfrm>
          <a:custGeom>
            <a:avLst/>
            <a:gdLst>
              <a:gd name="connsiteX0" fmla="*/ 78470 w 141549"/>
              <a:gd name="connsiteY0" fmla="*/ 0 h 226086"/>
              <a:gd name="connsiteX1" fmla="*/ 105294 w 141549"/>
              <a:gd name="connsiteY1" fmla="*/ 27898 h 226086"/>
              <a:gd name="connsiteX2" fmla="*/ 89595 w 141549"/>
              <a:gd name="connsiteY2" fmla="*/ 40247 h 226086"/>
              <a:gd name="connsiteX3" fmla="*/ 89595 w 141549"/>
              <a:gd name="connsiteY3" fmla="*/ 172564 h 226086"/>
              <a:gd name="connsiteX4" fmla="*/ 133642 w 141549"/>
              <a:gd name="connsiteY4" fmla="*/ 128642 h 226086"/>
              <a:gd name="connsiteX5" fmla="*/ 141548 w 141549"/>
              <a:gd name="connsiteY5" fmla="*/ 136931 h 226086"/>
              <a:gd name="connsiteX6" fmla="*/ 141548 w 141549"/>
              <a:gd name="connsiteY6" fmla="*/ 136932 h 226086"/>
              <a:gd name="connsiteX7" fmla="*/ 141549 w 141549"/>
              <a:gd name="connsiteY7" fmla="*/ 136933 h 226086"/>
              <a:gd name="connsiteX8" fmla="*/ 141549 w 141549"/>
              <a:gd name="connsiteY8" fmla="*/ 136934 h 226086"/>
              <a:gd name="connsiteX9" fmla="*/ 141548 w 141549"/>
              <a:gd name="connsiteY9" fmla="*/ 136933 h 226086"/>
              <a:gd name="connsiteX10" fmla="*/ 140928 w 141549"/>
              <a:gd name="connsiteY10" fmla="*/ 141063 h 226086"/>
              <a:gd name="connsiteX11" fmla="*/ 140928 w 141549"/>
              <a:gd name="connsiteY11" fmla="*/ 141063 h 226086"/>
              <a:gd name="connsiteX12" fmla="*/ 140928 w 141549"/>
              <a:gd name="connsiteY12" fmla="*/ 141065 h 226086"/>
              <a:gd name="connsiteX13" fmla="*/ 101812 w 141549"/>
              <a:gd name="connsiteY13" fmla="*/ 193001 h 226086"/>
              <a:gd name="connsiteX14" fmla="*/ 77570 w 141549"/>
              <a:gd name="connsiteY14" fmla="*/ 226086 h 226086"/>
              <a:gd name="connsiteX15" fmla="*/ 53347 w 141549"/>
              <a:gd name="connsiteY15" fmla="*/ 200063 h 226086"/>
              <a:gd name="connsiteX16" fmla="*/ 59621 w 141549"/>
              <a:gd name="connsiteY16" fmla="*/ 177364 h 226086"/>
              <a:gd name="connsiteX17" fmla="*/ 59621 w 141549"/>
              <a:gd name="connsiteY17" fmla="*/ 34698 h 226086"/>
              <a:gd name="connsiteX18" fmla="*/ 56572 w 141549"/>
              <a:gd name="connsiteY18" fmla="*/ 34698 h 226086"/>
              <a:gd name="connsiteX19" fmla="*/ 17424 w 141549"/>
              <a:gd name="connsiteY19" fmla="*/ 39397 h 226086"/>
              <a:gd name="connsiteX20" fmla="*/ 0 w 141549"/>
              <a:gd name="connsiteY20" fmla="*/ 17299 h 226086"/>
              <a:gd name="connsiteX21" fmla="*/ 60346 w 141549"/>
              <a:gd name="connsiteY21" fmla="*/ 17299 h 226086"/>
              <a:gd name="connsiteX22" fmla="*/ 78470 w 141549"/>
              <a:gd name="connsiteY22" fmla="*/ 0 h 226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41549" h="226086">
                <a:moveTo>
                  <a:pt x="78470" y="0"/>
                </a:moveTo>
                <a:lnTo>
                  <a:pt x="105294" y="27898"/>
                </a:lnTo>
                <a:lnTo>
                  <a:pt x="89595" y="40247"/>
                </a:lnTo>
                <a:lnTo>
                  <a:pt x="89595" y="172564"/>
                </a:lnTo>
                <a:lnTo>
                  <a:pt x="133642" y="128642"/>
                </a:lnTo>
                <a:lnTo>
                  <a:pt x="141548" y="136931"/>
                </a:lnTo>
                <a:lnTo>
                  <a:pt x="141548" y="136932"/>
                </a:lnTo>
                <a:lnTo>
                  <a:pt x="141549" y="136933"/>
                </a:lnTo>
                <a:lnTo>
                  <a:pt x="141549" y="136934"/>
                </a:lnTo>
                <a:lnTo>
                  <a:pt x="141548" y="136933"/>
                </a:lnTo>
                <a:lnTo>
                  <a:pt x="140928" y="141063"/>
                </a:lnTo>
                <a:lnTo>
                  <a:pt x="140928" y="141063"/>
                </a:lnTo>
                <a:lnTo>
                  <a:pt x="140928" y="141065"/>
                </a:lnTo>
                <a:lnTo>
                  <a:pt x="101812" y="193001"/>
                </a:lnTo>
                <a:cubicBezTo>
                  <a:pt x="90917" y="207617"/>
                  <a:pt x="82837" y="218645"/>
                  <a:pt x="77570" y="226086"/>
                </a:cubicBezTo>
                <a:lnTo>
                  <a:pt x="53347" y="200063"/>
                </a:lnTo>
                <a:cubicBezTo>
                  <a:pt x="57530" y="192880"/>
                  <a:pt x="59621" y="185313"/>
                  <a:pt x="59621" y="177364"/>
                </a:cubicBezTo>
                <a:lnTo>
                  <a:pt x="59621" y="34698"/>
                </a:lnTo>
                <a:lnTo>
                  <a:pt x="56572" y="34698"/>
                </a:lnTo>
                <a:cubicBezTo>
                  <a:pt x="43406" y="34698"/>
                  <a:pt x="30357" y="36264"/>
                  <a:pt x="17424" y="39397"/>
                </a:cubicBezTo>
                <a:lnTo>
                  <a:pt x="0" y="17299"/>
                </a:lnTo>
                <a:lnTo>
                  <a:pt x="60346" y="17299"/>
                </a:lnTo>
                <a:lnTo>
                  <a:pt x="7847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B5A7A2BA-575A-F6C9-45B1-4215E1345FE3}"/>
              </a:ext>
            </a:extLst>
          </p:cNvPr>
          <p:cNvSpPr/>
          <p:nvPr/>
        </p:nvSpPr>
        <p:spPr>
          <a:xfrm>
            <a:off x="5727268" y="1136782"/>
            <a:ext cx="298232" cy="249035"/>
          </a:xfrm>
          <a:custGeom>
            <a:avLst/>
            <a:gdLst>
              <a:gd name="connsiteX0" fmla="*/ 269709 w 298232"/>
              <a:gd name="connsiteY0" fmla="*/ 0 h 249035"/>
              <a:gd name="connsiteX1" fmla="*/ 298232 w 298232"/>
              <a:gd name="connsiteY1" fmla="*/ 27498 h 249035"/>
              <a:gd name="connsiteX2" fmla="*/ 285683 w 298232"/>
              <a:gd name="connsiteY2" fmla="*/ 39947 h 249035"/>
              <a:gd name="connsiteX3" fmla="*/ 285683 w 298232"/>
              <a:gd name="connsiteY3" fmla="*/ 145966 h 249035"/>
              <a:gd name="connsiteX4" fmla="*/ 278621 w 298232"/>
              <a:gd name="connsiteY4" fmla="*/ 173727 h 249035"/>
              <a:gd name="connsiteX5" fmla="*/ 245385 w 298232"/>
              <a:gd name="connsiteY5" fmla="*/ 194688 h 249035"/>
              <a:gd name="connsiteX6" fmla="*/ 181964 w 298232"/>
              <a:gd name="connsiteY6" fmla="*/ 157815 h 249035"/>
              <a:gd name="connsiteX7" fmla="*/ 181964 w 298232"/>
              <a:gd name="connsiteY7" fmla="*/ 141166 h 249035"/>
              <a:gd name="connsiteX8" fmla="*/ 244085 w 298232"/>
              <a:gd name="connsiteY8" fmla="*/ 149041 h 249035"/>
              <a:gd name="connsiteX9" fmla="*/ 252560 w 298232"/>
              <a:gd name="connsiteY9" fmla="*/ 139691 h 249035"/>
              <a:gd name="connsiteX10" fmla="*/ 252560 w 298232"/>
              <a:gd name="connsiteY10" fmla="*/ 36248 h 249035"/>
              <a:gd name="connsiteX11" fmla="*/ 152366 w 298232"/>
              <a:gd name="connsiteY11" fmla="*/ 36248 h 249035"/>
              <a:gd name="connsiteX12" fmla="*/ 152366 w 298232"/>
              <a:gd name="connsiteY12" fmla="*/ 178039 h 249035"/>
              <a:gd name="connsiteX13" fmla="*/ 153916 w 298232"/>
              <a:gd name="connsiteY13" fmla="*/ 232786 h 249035"/>
              <a:gd name="connsiteX14" fmla="*/ 119218 w 298232"/>
              <a:gd name="connsiteY14" fmla="*/ 249035 h 249035"/>
              <a:gd name="connsiteX15" fmla="*/ 120793 w 298232"/>
              <a:gd name="connsiteY15" fmla="*/ 174889 h 249035"/>
              <a:gd name="connsiteX16" fmla="*/ 120793 w 298232"/>
              <a:gd name="connsiteY16" fmla="*/ 36248 h 249035"/>
              <a:gd name="connsiteX17" fmla="*/ 56572 w 298232"/>
              <a:gd name="connsiteY17" fmla="*/ 36248 h 249035"/>
              <a:gd name="connsiteX18" fmla="*/ 17424 w 298232"/>
              <a:gd name="connsiteY18" fmla="*/ 40972 h 249035"/>
              <a:gd name="connsiteX19" fmla="*/ 0 w 298232"/>
              <a:gd name="connsiteY19" fmla="*/ 18849 h 249035"/>
              <a:gd name="connsiteX20" fmla="*/ 250160 w 298232"/>
              <a:gd name="connsiteY20" fmla="*/ 18849 h 249035"/>
              <a:gd name="connsiteX21" fmla="*/ 269709 w 298232"/>
              <a:gd name="connsiteY21" fmla="*/ 0 h 2490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298232" h="249035">
                <a:moveTo>
                  <a:pt x="269709" y="0"/>
                </a:moveTo>
                <a:lnTo>
                  <a:pt x="298232" y="27498"/>
                </a:lnTo>
                <a:lnTo>
                  <a:pt x="285683" y="39947"/>
                </a:lnTo>
                <a:lnTo>
                  <a:pt x="285683" y="145966"/>
                </a:lnTo>
                <a:cubicBezTo>
                  <a:pt x="285683" y="157399"/>
                  <a:pt x="283329" y="166652"/>
                  <a:pt x="278621" y="173727"/>
                </a:cubicBezTo>
                <a:cubicBezTo>
                  <a:pt x="273913" y="180801"/>
                  <a:pt x="262834" y="187788"/>
                  <a:pt x="245385" y="194688"/>
                </a:cubicBezTo>
                <a:cubicBezTo>
                  <a:pt x="237419" y="176522"/>
                  <a:pt x="216279" y="164232"/>
                  <a:pt x="181964" y="157815"/>
                </a:cubicBezTo>
                <a:lnTo>
                  <a:pt x="181964" y="141166"/>
                </a:lnTo>
                <a:cubicBezTo>
                  <a:pt x="217729" y="146416"/>
                  <a:pt x="238436" y="149041"/>
                  <a:pt x="244085" y="149041"/>
                </a:cubicBezTo>
                <a:cubicBezTo>
                  <a:pt x="249735" y="149041"/>
                  <a:pt x="252560" y="145924"/>
                  <a:pt x="252560" y="139691"/>
                </a:cubicBezTo>
                <a:lnTo>
                  <a:pt x="252560" y="36248"/>
                </a:lnTo>
                <a:lnTo>
                  <a:pt x="152366" y="36248"/>
                </a:lnTo>
                <a:lnTo>
                  <a:pt x="152366" y="178039"/>
                </a:lnTo>
                <a:cubicBezTo>
                  <a:pt x="152366" y="197588"/>
                  <a:pt x="152883" y="215837"/>
                  <a:pt x="153916" y="232786"/>
                </a:cubicBezTo>
                <a:lnTo>
                  <a:pt x="119218" y="249035"/>
                </a:lnTo>
                <a:cubicBezTo>
                  <a:pt x="120268" y="221670"/>
                  <a:pt x="120793" y="196955"/>
                  <a:pt x="120793" y="174889"/>
                </a:cubicBezTo>
                <a:lnTo>
                  <a:pt x="120793" y="36248"/>
                </a:lnTo>
                <a:lnTo>
                  <a:pt x="56572" y="36248"/>
                </a:lnTo>
                <a:cubicBezTo>
                  <a:pt x="43406" y="36248"/>
                  <a:pt x="30357" y="37823"/>
                  <a:pt x="17424" y="40972"/>
                </a:cubicBezTo>
                <a:lnTo>
                  <a:pt x="0" y="18849"/>
                </a:lnTo>
                <a:lnTo>
                  <a:pt x="250160" y="18849"/>
                </a:lnTo>
                <a:lnTo>
                  <a:pt x="269709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3A707BFE-DCF5-4A30-1C2A-9D07858549AA}"/>
              </a:ext>
            </a:extLst>
          </p:cNvPr>
          <p:cNvSpPr/>
          <p:nvPr/>
        </p:nvSpPr>
        <p:spPr>
          <a:xfrm>
            <a:off x="6529295" y="1163854"/>
            <a:ext cx="368802" cy="210662"/>
          </a:xfrm>
          <a:custGeom>
            <a:avLst/>
            <a:gdLst>
              <a:gd name="connsiteX0" fmla="*/ 62746 w 368802"/>
              <a:gd name="connsiteY0" fmla="*/ 0 h 210662"/>
              <a:gd name="connsiteX1" fmla="*/ 91019 w 368802"/>
              <a:gd name="connsiteY1" fmla="*/ 14149 h 210662"/>
              <a:gd name="connsiteX2" fmla="*/ 268534 w 368802"/>
              <a:gd name="connsiteY2" fmla="*/ 14149 h 210662"/>
              <a:gd name="connsiteX3" fmla="*/ 279683 w 368802"/>
              <a:gd name="connsiteY3" fmla="*/ 0 h 210662"/>
              <a:gd name="connsiteX4" fmla="*/ 309206 w 368802"/>
              <a:gd name="connsiteY4" fmla="*/ 22499 h 210662"/>
              <a:gd name="connsiteX5" fmla="*/ 298232 w 368802"/>
              <a:gd name="connsiteY5" fmla="*/ 33673 h 210662"/>
              <a:gd name="connsiteX6" fmla="*/ 299782 w 368802"/>
              <a:gd name="connsiteY6" fmla="*/ 116193 h 210662"/>
              <a:gd name="connsiteX7" fmla="*/ 268234 w 368802"/>
              <a:gd name="connsiteY7" fmla="*/ 127317 h 210662"/>
              <a:gd name="connsiteX8" fmla="*/ 268234 w 368802"/>
              <a:gd name="connsiteY8" fmla="*/ 114768 h 210662"/>
              <a:gd name="connsiteX9" fmla="*/ 197838 w 368802"/>
              <a:gd name="connsiteY9" fmla="*/ 114768 h 210662"/>
              <a:gd name="connsiteX10" fmla="*/ 197838 w 368802"/>
              <a:gd name="connsiteY10" fmla="*/ 142142 h 210662"/>
              <a:gd name="connsiteX11" fmla="*/ 275508 w 368802"/>
              <a:gd name="connsiteY11" fmla="*/ 142142 h 210662"/>
              <a:gd name="connsiteX12" fmla="*/ 300182 w 368802"/>
              <a:gd name="connsiteY12" fmla="*/ 121718 h 210662"/>
              <a:gd name="connsiteX13" fmla="*/ 329605 w 368802"/>
              <a:gd name="connsiteY13" fmla="*/ 159566 h 210662"/>
              <a:gd name="connsiteX14" fmla="*/ 197838 w 368802"/>
              <a:gd name="connsiteY14" fmla="*/ 159566 h 210662"/>
              <a:gd name="connsiteX15" fmla="*/ 197838 w 368802"/>
              <a:gd name="connsiteY15" fmla="*/ 188564 h 210662"/>
              <a:gd name="connsiteX16" fmla="*/ 311481 w 368802"/>
              <a:gd name="connsiteY16" fmla="*/ 188564 h 210662"/>
              <a:gd name="connsiteX17" fmla="*/ 337779 w 368802"/>
              <a:gd name="connsiteY17" fmla="*/ 164990 h 210662"/>
              <a:gd name="connsiteX18" fmla="*/ 368802 w 368802"/>
              <a:gd name="connsiteY18" fmla="*/ 205963 h 210662"/>
              <a:gd name="connsiteX19" fmla="*/ 56546 w 368802"/>
              <a:gd name="connsiteY19" fmla="*/ 205963 h 210662"/>
              <a:gd name="connsiteX20" fmla="*/ 17399 w 368802"/>
              <a:gd name="connsiteY20" fmla="*/ 210662 h 210662"/>
              <a:gd name="connsiteX21" fmla="*/ 0 w 368802"/>
              <a:gd name="connsiteY21" fmla="*/ 188564 h 210662"/>
              <a:gd name="connsiteX22" fmla="*/ 167840 w 368802"/>
              <a:gd name="connsiteY22" fmla="*/ 188564 h 210662"/>
              <a:gd name="connsiteX23" fmla="*/ 167840 w 368802"/>
              <a:gd name="connsiteY23" fmla="*/ 159566 h 210662"/>
              <a:gd name="connsiteX24" fmla="*/ 91069 w 368802"/>
              <a:gd name="connsiteY24" fmla="*/ 159566 h 210662"/>
              <a:gd name="connsiteX25" fmla="*/ 51922 w 368802"/>
              <a:gd name="connsiteY25" fmla="*/ 164265 h 210662"/>
              <a:gd name="connsiteX26" fmla="*/ 34498 w 368802"/>
              <a:gd name="connsiteY26" fmla="*/ 142142 h 210662"/>
              <a:gd name="connsiteX27" fmla="*/ 167840 w 368802"/>
              <a:gd name="connsiteY27" fmla="*/ 142142 h 210662"/>
              <a:gd name="connsiteX28" fmla="*/ 167840 w 368802"/>
              <a:gd name="connsiteY28" fmla="*/ 114768 h 210662"/>
              <a:gd name="connsiteX29" fmla="*/ 94294 w 368802"/>
              <a:gd name="connsiteY29" fmla="*/ 114768 h 210662"/>
              <a:gd name="connsiteX30" fmla="*/ 94294 w 368802"/>
              <a:gd name="connsiteY30" fmla="*/ 122793 h 210662"/>
              <a:gd name="connsiteX31" fmla="*/ 62746 w 368802"/>
              <a:gd name="connsiteY31" fmla="*/ 132017 h 210662"/>
              <a:gd name="connsiteX32" fmla="*/ 64296 w 368802"/>
              <a:gd name="connsiteY32" fmla="*/ 65384 h 210662"/>
              <a:gd name="connsiteX33" fmla="*/ 62746 w 368802"/>
              <a:gd name="connsiteY33" fmla="*/ 0 h 210662"/>
              <a:gd name="connsiteX34" fmla="*/ 94294 w 368802"/>
              <a:gd name="connsiteY34" fmla="*/ 31573 h 210662"/>
              <a:gd name="connsiteX35" fmla="*/ 94294 w 368802"/>
              <a:gd name="connsiteY35" fmla="*/ 57372 h 210662"/>
              <a:gd name="connsiteX36" fmla="*/ 167840 w 368802"/>
              <a:gd name="connsiteY36" fmla="*/ 57372 h 210662"/>
              <a:gd name="connsiteX37" fmla="*/ 167840 w 368802"/>
              <a:gd name="connsiteY37" fmla="*/ 31573 h 210662"/>
              <a:gd name="connsiteX38" fmla="*/ 94294 w 368802"/>
              <a:gd name="connsiteY38" fmla="*/ 31573 h 210662"/>
              <a:gd name="connsiteX39" fmla="*/ 197838 w 368802"/>
              <a:gd name="connsiteY39" fmla="*/ 31573 h 210662"/>
              <a:gd name="connsiteX40" fmla="*/ 197838 w 368802"/>
              <a:gd name="connsiteY40" fmla="*/ 57372 h 210662"/>
              <a:gd name="connsiteX41" fmla="*/ 268234 w 368802"/>
              <a:gd name="connsiteY41" fmla="*/ 57372 h 210662"/>
              <a:gd name="connsiteX42" fmla="*/ 268234 w 368802"/>
              <a:gd name="connsiteY42" fmla="*/ 31573 h 210662"/>
              <a:gd name="connsiteX43" fmla="*/ 197838 w 368802"/>
              <a:gd name="connsiteY43" fmla="*/ 31573 h 210662"/>
              <a:gd name="connsiteX44" fmla="*/ 94294 w 368802"/>
              <a:gd name="connsiteY44" fmla="*/ 74771 h 210662"/>
              <a:gd name="connsiteX45" fmla="*/ 94294 w 368802"/>
              <a:gd name="connsiteY45" fmla="*/ 97344 h 210662"/>
              <a:gd name="connsiteX46" fmla="*/ 167840 w 368802"/>
              <a:gd name="connsiteY46" fmla="*/ 97344 h 210662"/>
              <a:gd name="connsiteX47" fmla="*/ 167840 w 368802"/>
              <a:gd name="connsiteY47" fmla="*/ 74771 h 210662"/>
              <a:gd name="connsiteX48" fmla="*/ 94294 w 368802"/>
              <a:gd name="connsiteY48" fmla="*/ 74771 h 210662"/>
              <a:gd name="connsiteX49" fmla="*/ 197838 w 368802"/>
              <a:gd name="connsiteY49" fmla="*/ 74771 h 210662"/>
              <a:gd name="connsiteX50" fmla="*/ 197838 w 368802"/>
              <a:gd name="connsiteY50" fmla="*/ 97344 h 210662"/>
              <a:gd name="connsiteX51" fmla="*/ 268234 w 368802"/>
              <a:gd name="connsiteY51" fmla="*/ 97344 h 210662"/>
              <a:gd name="connsiteX52" fmla="*/ 268234 w 368802"/>
              <a:gd name="connsiteY52" fmla="*/ 74771 h 210662"/>
              <a:gd name="connsiteX53" fmla="*/ 197838 w 368802"/>
              <a:gd name="connsiteY53" fmla="*/ 74771 h 210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368802" h="210662">
                <a:moveTo>
                  <a:pt x="62746" y="0"/>
                </a:moveTo>
                <a:lnTo>
                  <a:pt x="91019" y="14149"/>
                </a:lnTo>
                <a:lnTo>
                  <a:pt x="268534" y="14149"/>
                </a:lnTo>
                <a:lnTo>
                  <a:pt x="279683" y="0"/>
                </a:lnTo>
                <a:lnTo>
                  <a:pt x="309206" y="22499"/>
                </a:lnTo>
                <a:lnTo>
                  <a:pt x="298232" y="33673"/>
                </a:lnTo>
                <a:cubicBezTo>
                  <a:pt x="298232" y="73537"/>
                  <a:pt x="298748" y="101044"/>
                  <a:pt x="299782" y="116193"/>
                </a:cubicBezTo>
                <a:lnTo>
                  <a:pt x="268234" y="127317"/>
                </a:lnTo>
                <a:lnTo>
                  <a:pt x="268234" y="114768"/>
                </a:lnTo>
                <a:lnTo>
                  <a:pt x="197838" y="114768"/>
                </a:lnTo>
                <a:lnTo>
                  <a:pt x="197838" y="142142"/>
                </a:lnTo>
                <a:lnTo>
                  <a:pt x="275508" y="142142"/>
                </a:lnTo>
                <a:lnTo>
                  <a:pt x="300182" y="121718"/>
                </a:lnTo>
                <a:lnTo>
                  <a:pt x="329605" y="159566"/>
                </a:lnTo>
                <a:lnTo>
                  <a:pt x="197838" y="159566"/>
                </a:lnTo>
                <a:lnTo>
                  <a:pt x="197838" y="188564"/>
                </a:lnTo>
                <a:lnTo>
                  <a:pt x="311481" y="188564"/>
                </a:lnTo>
                <a:lnTo>
                  <a:pt x="337779" y="164990"/>
                </a:lnTo>
                <a:lnTo>
                  <a:pt x="368802" y="205963"/>
                </a:lnTo>
                <a:lnTo>
                  <a:pt x="56546" y="205963"/>
                </a:lnTo>
                <a:cubicBezTo>
                  <a:pt x="43397" y="205963"/>
                  <a:pt x="30348" y="207529"/>
                  <a:pt x="17399" y="210662"/>
                </a:cubicBezTo>
                <a:lnTo>
                  <a:pt x="0" y="188564"/>
                </a:lnTo>
                <a:lnTo>
                  <a:pt x="167840" y="188564"/>
                </a:lnTo>
                <a:lnTo>
                  <a:pt x="167840" y="159566"/>
                </a:lnTo>
                <a:lnTo>
                  <a:pt x="91069" y="159566"/>
                </a:lnTo>
                <a:cubicBezTo>
                  <a:pt x="77903" y="159566"/>
                  <a:pt x="64854" y="161132"/>
                  <a:pt x="51922" y="164265"/>
                </a:cubicBezTo>
                <a:lnTo>
                  <a:pt x="34498" y="142142"/>
                </a:lnTo>
                <a:lnTo>
                  <a:pt x="167840" y="142142"/>
                </a:lnTo>
                <a:lnTo>
                  <a:pt x="167840" y="114768"/>
                </a:lnTo>
                <a:lnTo>
                  <a:pt x="94294" y="114768"/>
                </a:lnTo>
                <a:lnTo>
                  <a:pt x="94294" y="122793"/>
                </a:lnTo>
                <a:lnTo>
                  <a:pt x="62746" y="132017"/>
                </a:lnTo>
                <a:cubicBezTo>
                  <a:pt x="63779" y="107902"/>
                  <a:pt x="64296" y="85691"/>
                  <a:pt x="64296" y="65384"/>
                </a:cubicBezTo>
                <a:cubicBezTo>
                  <a:pt x="64296" y="45077"/>
                  <a:pt x="63779" y="23282"/>
                  <a:pt x="62746" y="0"/>
                </a:cubicBezTo>
                <a:close/>
                <a:moveTo>
                  <a:pt x="94294" y="31573"/>
                </a:moveTo>
                <a:lnTo>
                  <a:pt x="94294" y="57372"/>
                </a:lnTo>
                <a:lnTo>
                  <a:pt x="167840" y="57372"/>
                </a:lnTo>
                <a:lnTo>
                  <a:pt x="167840" y="31573"/>
                </a:lnTo>
                <a:lnTo>
                  <a:pt x="94294" y="31573"/>
                </a:lnTo>
                <a:close/>
                <a:moveTo>
                  <a:pt x="197838" y="31573"/>
                </a:moveTo>
                <a:lnTo>
                  <a:pt x="197838" y="57372"/>
                </a:lnTo>
                <a:lnTo>
                  <a:pt x="268234" y="57372"/>
                </a:lnTo>
                <a:lnTo>
                  <a:pt x="268234" y="31573"/>
                </a:lnTo>
                <a:lnTo>
                  <a:pt x="197838" y="31573"/>
                </a:lnTo>
                <a:close/>
                <a:moveTo>
                  <a:pt x="94294" y="74771"/>
                </a:moveTo>
                <a:lnTo>
                  <a:pt x="94294" y="97344"/>
                </a:lnTo>
                <a:lnTo>
                  <a:pt x="167840" y="97344"/>
                </a:lnTo>
                <a:lnTo>
                  <a:pt x="167840" y="74771"/>
                </a:lnTo>
                <a:lnTo>
                  <a:pt x="94294" y="74771"/>
                </a:lnTo>
                <a:close/>
                <a:moveTo>
                  <a:pt x="197838" y="74771"/>
                </a:moveTo>
                <a:lnTo>
                  <a:pt x="197838" y="97344"/>
                </a:lnTo>
                <a:lnTo>
                  <a:pt x="268234" y="97344"/>
                </a:lnTo>
                <a:lnTo>
                  <a:pt x="268234" y="74771"/>
                </a:lnTo>
                <a:lnTo>
                  <a:pt x="197838" y="7477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2" name="任意多边形: 形状 21">
            <a:extLst>
              <a:ext uri="{FF2B5EF4-FFF2-40B4-BE49-F238E27FC236}">
                <a16:creationId xmlns:a16="http://schemas.microsoft.com/office/drawing/2014/main" id="{AB5F52D2-F01B-4491-67B9-317764354AA7}"/>
              </a:ext>
            </a:extLst>
          </p:cNvPr>
          <p:cNvSpPr/>
          <p:nvPr/>
        </p:nvSpPr>
        <p:spPr>
          <a:xfrm>
            <a:off x="6174617" y="1185528"/>
            <a:ext cx="280982" cy="200288"/>
          </a:xfrm>
          <a:custGeom>
            <a:avLst/>
            <a:gdLst>
              <a:gd name="connsiteX0" fmla="*/ 134891 w 280982"/>
              <a:gd name="connsiteY0" fmla="*/ 0 h 200288"/>
              <a:gd name="connsiteX1" fmla="*/ 179014 w 280982"/>
              <a:gd name="connsiteY1" fmla="*/ 21974 h 200288"/>
              <a:gd name="connsiteX2" fmla="*/ 166289 w 280982"/>
              <a:gd name="connsiteY2" fmla="*/ 35548 h 200288"/>
              <a:gd name="connsiteX3" fmla="*/ 154815 w 280982"/>
              <a:gd name="connsiteY3" fmla="*/ 98700 h 200288"/>
              <a:gd name="connsiteX4" fmla="*/ 151700 w 280982"/>
              <a:gd name="connsiteY4" fmla="*/ 105133 h 200288"/>
              <a:gd name="connsiteX5" fmla="*/ 215080 w 280982"/>
              <a:gd name="connsiteY5" fmla="*/ 123552 h 200288"/>
              <a:gd name="connsiteX6" fmla="*/ 252734 w 280982"/>
              <a:gd name="connsiteY6" fmla="*/ 136929 h 200288"/>
              <a:gd name="connsiteX7" fmla="*/ 279220 w 280982"/>
              <a:gd name="connsiteY7" fmla="*/ 157515 h 200288"/>
              <a:gd name="connsiteX8" fmla="*/ 280982 w 280982"/>
              <a:gd name="connsiteY8" fmla="*/ 171739 h 200288"/>
              <a:gd name="connsiteX9" fmla="*/ 277783 w 280982"/>
              <a:gd name="connsiteY9" fmla="*/ 188063 h 200288"/>
              <a:gd name="connsiteX10" fmla="*/ 269908 w 280982"/>
              <a:gd name="connsiteY10" fmla="*/ 195563 h 200288"/>
              <a:gd name="connsiteX11" fmla="*/ 253084 w 280982"/>
              <a:gd name="connsiteY11" fmla="*/ 185364 h 200288"/>
              <a:gd name="connsiteX12" fmla="*/ 219861 w 280982"/>
              <a:gd name="connsiteY12" fmla="*/ 157340 h 200288"/>
              <a:gd name="connsiteX13" fmla="*/ 149015 w 280982"/>
              <a:gd name="connsiteY13" fmla="*/ 118943 h 200288"/>
              <a:gd name="connsiteX14" fmla="*/ 151471 w 280982"/>
              <a:gd name="connsiteY14" fmla="*/ 105605 h 200288"/>
              <a:gd name="connsiteX15" fmla="*/ 142835 w 280982"/>
              <a:gd name="connsiteY15" fmla="*/ 123438 h 200288"/>
              <a:gd name="connsiteX16" fmla="*/ 126692 w 280982"/>
              <a:gd name="connsiteY16" fmla="*/ 143616 h 200288"/>
              <a:gd name="connsiteX17" fmla="*/ 3199 w 280982"/>
              <a:gd name="connsiteY17" fmla="*/ 200288 h 200288"/>
              <a:gd name="connsiteX18" fmla="*/ 0 w 280982"/>
              <a:gd name="connsiteY18" fmla="*/ 189163 h 200288"/>
              <a:gd name="connsiteX19" fmla="*/ 71133 w 280982"/>
              <a:gd name="connsiteY19" fmla="*/ 154703 h 200288"/>
              <a:gd name="connsiteX20" fmla="*/ 117992 w 280982"/>
              <a:gd name="connsiteY20" fmla="*/ 106906 h 200288"/>
              <a:gd name="connsiteX21" fmla="*/ 133341 w 280982"/>
              <a:gd name="connsiteY21" fmla="*/ 52634 h 200288"/>
              <a:gd name="connsiteX22" fmla="*/ 134891 w 280982"/>
              <a:gd name="connsiteY22" fmla="*/ 0 h 200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280982" h="200288">
                <a:moveTo>
                  <a:pt x="134891" y="0"/>
                </a:moveTo>
                <a:lnTo>
                  <a:pt x="179014" y="21974"/>
                </a:lnTo>
                <a:lnTo>
                  <a:pt x="166289" y="35548"/>
                </a:lnTo>
                <a:cubicBezTo>
                  <a:pt x="165239" y="59638"/>
                  <a:pt x="161415" y="80689"/>
                  <a:pt x="154815" y="98700"/>
                </a:cubicBezTo>
                <a:lnTo>
                  <a:pt x="151700" y="105133"/>
                </a:lnTo>
                <a:lnTo>
                  <a:pt x="215080" y="123552"/>
                </a:lnTo>
                <a:cubicBezTo>
                  <a:pt x="231942" y="128858"/>
                  <a:pt x="244493" y="133317"/>
                  <a:pt x="252734" y="136929"/>
                </a:cubicBezTo>
                <a:cubicBezTo>
                  <a:pt x="269216" y="144154"/>
                  <a:pt x="278045" y="151016"/>
                  <a:pt x="279220" y="157515"/>
                </a:cubicBezTo>
                <a:cubicBezTo>
                  <a:pt x="280395" y="164015"/>
                  <a:pt x="280982" y="168756"/>
                  <a:pt x="280982" y="171739"/>
                </a:cubicBezTo>
                <a:cubicBezTo>
                  <a:pt x="280982" y="177622"/>
                  <a:pt x="279916" y="183064"/>
                  <a:pt x="277783" y="188063"/>
                </a:cubicBezTo>
                <a:cubicBezTo>
                  <a:pt x="275649" y="193063"/>
                  <a:pt x="273025" y="195563"/>
                  <a:pt x="269908" y="195563"/>
                </a:cubicBezTo>
                <a:cubicBezTo>
                  <a:pt x="265392" y="195563"/>
                  <a:pt x="259784" y="192163"/>
                  <a:pt x="253084" y="185364"/>
                </a:cubicBezTo>
                <a:cubicBezTo>
                  <a:pt x="245301" y="176531"/>
                  <a:pt x="234227" y="167190"/>
                  <a:pt x="219861" y="157340"/>
                </a:cubicBezTo>
                <a:cubicBezTo>
                  <a:pt x="205495" y="147491"/>
                  <a:pt x="181880" y="134692"/>
                  <a:pt x="149015" y="118943"/>
                </a:cubicBezTo>
                <a:lnTo>
                  <a:pt x="151471" y="105605"/>
                </a:lnTo>
                <a:lnTo>
                  <a:pt x="142835" y="123438"/>
                </a:lnTo>
                <a:cubicBezTo>
                  <a:pt x="138147" y="130924"/>
                  <a:pt x="132766" y="137650"/>
                  <a:pt x="126692" y="143616"/>
                </a:cubicBezTo>
                <a:cubicBezTo>
                  <a:pt x="102393" y="167481"/>
                  <a:pt x="61229" y="186372"/>
                  <a:pt x="3199" y="200288"/>
                </a:cubicBezTo>
                <a:lnTo>
                  <a:pt x="0" y="189163"/>
                </a:lnTo>
                <a:cubicBezTo>
                  <a:pt x="25381" y="180097"/>
                  <a:pt x="49092" y="168610"/>
                  <a:pt x="71133" y="154703"/>
                </a:cubicBezTo>
                <a:cubicBezTo>
                  <a:pt x="93173" y="140796"/>
                  <a:pt x="108793" y="124863"/>
                  <a:pt x="117992" y="106906"/>
                </a:cubicBezTo>
                <a:cubicBezTo>
                  <a:pt x="127192" y="88949"/>
                  <a:pt x="132308" y="70858"/>
                  <a:pt x="133341" y="52634"/>
                </a:cubicBezTo>
                <a:cubicBezTo>
                  <a:pt x="134375" y="34410"/>
                  <a:pt x="134891" y="16866"/>
                  <a:pt x="13489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D919235E-F2C6-38EF-5D9C-5002ED402DD9}"/>
              </a:ext>
            </a:extLst>
          </p:cNvPr>
          <p:cNvSpPr/>
          <p:nvPr/>
        </p:nvSpPr>
        <p:spPr>
          <a:xfrm>
            <a:off x="5472885" y="1191103"/>
            <a:ext cx="108419" cy="133316"/>
          </a:xfrm>
          <a:custGeom>
            <a:avLst/>
            <a:gdLst>
              <a:gd name="connsiteX0" fmla="*/ 0 w 108419"/>
              <a:gd name="connsiteY0" fmla="*/ 0 h 133316"/>
              <a:gd name="connsiteX1" fmla="*/ 27049 w 108419"/>
              <a:gd name="connsiteY1" fmla="*/ 15724 h 133316"/>
              <a:gd name="connsiteX2" fmla="*/ 69746 w 108419"/>
              <a:gd name="connsiteY2" fmla="*/ 15724 h 133316"/>
              <a:gd name="connsiteX3" fmla="*/ 84745 w 108419"/>
              <a:gd name="connsiteY3" fmla="*/ 1574 h 133316"/>
              <a:gd name="connsiteX4" fmla="*/ 108419 w 108419"/>
              <a:gd name="connsiteY4" fmla="*/ 25973 h 133316"/>
              <a:gd name="connsiteX5" fmla="*/ 97444 w 108419"/>
              <a:gd name="connsiteY5" fmla="*/ 36772 h 133316"/>
              <a:gd name="connsiteX6" fmla="*/ 99019 w 108419"/>
              <a:gd name="connsiteY6" fmla="*/ 112743 h 133316"/>
              <a:gd name="connsiteX7" fmla="*/ 69021 w 108419"/>
              <a:gd name="connsiteY7" fmla="*/ 123917 h 133316"/>
              <a:gd name="connsiteX8" fmla="*/ 69021 w 108419"/>
              <a:gd name="connsiteY8" fmla="*/ 103518 h 133316"/>
              <a:gd name="connsiteX9" fmla="*/ 29998 w 108419"/>
              <a:gd name="connsiteY9" fmla="*/ 103518 h 133316"/>
              <a:gd name="connsiteX10" fmla="*/ 29998 w 108419"/>
              <a:gd name="connsiteY10" fmla="*/ 122217 h 133316"/>
              <a:gd name="connsiteX11" fmla="*/ 0 w 108419"/>
              <a:gd name="connsiteY11" fmla="*/ 133316 h 133316"/>
              <a:gd name="connsiteX12" fmla="*/ 1575 w 108419"/>
              <a:gd name="connsiteY12" fmla="*/ 67570 h 133316"/>
              <a:gd name="connsiteX13" fmla="*/ 0 w 108419"/>
              <a:gd name="connsiteY13" fmla="*/ 0 h 133316"/>
              <a:gd name="connsiteX14" fmla="*/ 29998 w 108419"/>
              <a:gd name="connsiteY14" fmla="*/ 33123 h 133316"/>
              <a:gd name="connsiteX15" fmla="*/ 29998 w 108419"/>
              <a:gd name="connsiteY15" fmla="*/ 86119 h 133316"/>
              <a:gd name="connsiteX16" fmla="*/ 69021 w 108419"/>
              <a:gd name="connsiteY16" fmla="*/ 86119 h 133316"/>
              <a:gd name="connsiteX17" fmla="*/ 69021 w 108419"/>
              <a:gd name="connsiteY17" fmla="*/ 33123 h 133316"/>
              <a:gd name="connsiteX18" fmla="*/ 29998 w 108419"/>
              <a:gd name="connsiteY18" fmla="*/ 33123 h 133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08419" h="133316">
                <a:moveTo>
                  <a:pt x="0" y="0"/>
                </a:moveTo>
                <a:lnTo>
                  <a:pt x="27049" y="15724"/>
                </a:lnTo>
                <a:lnTo>
                  <a:pt x="69746" y="15724"/>
                </a:lnTo>
                <a:lnTo>
                  <a:pt x="84745" y="1574"/>
                </a:lnTo>
                <a:lnTo>
                  <a:pt x="108419" y="25973"/>
                </a:lnTo>
                <a:lnTo>
                  <a:pt x="97444" y="36772"/>
                </a:lnTo>
                <a:cubicBezTo>
                  <a:pt x="97444" y="71337"/>
                  <a:pt x="97969" y="96660"/>
                  <a:pt x="99019" y="112743"/>
                </a:cubicBezTo>
                <a:lnTo>
                  <a:pt x="69021" y="123917"/>
                </a:lnTo>
                <a:lnTo>
                  <a:pt x="69021" y="103518"/>
                </a:lnTo>
                <a:lnTo>
                  <a:pt x="29998" y="103518"/>
                </a:lnTo>
                <a:lnTo>
                  <a:pt x="29998" y="122217"/>
                </a:lnTo>
                <a:lnTo>
                  <a:pt x="0" y="133316"/>
                </a:lnTo>
                <a:cubicBezTo>
                  <a:pt x="1050" y="110251"/>
                  <a:pt x="1575" y="88336"/>
                  <a:pt x="1575" y="67570"/>
                </a:cubicBezTo>
                <a:cubicBezTo>
                  <a:pt x="1575" y="46805"/>
                  <a:pt x="1050" y="24281"/>
                  <a:pt x="0" y="0"/>
                </a:cubicBezTo>
                <a:close/>
                <a:moveTo>
                  <a:pt x="29998" y="33123"/>
                </a:moveTo>
                <a:lnTo>
                  <a:pt x="29998" y="86119"/>
                </a:lnTo>
                <a:lnTo>
                  <a:pt x="69021" y="86119"/>
                </a:lnTo>
                <a:lnTo>
                  <a:pt x="69021" y="33123"/>
                </a:lnTo>
                <a:lnTo>
                  <a:pt x="29998" y="3312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4" name="任意多边形: 形状 23">
            <a:extLst>
              <a:ext uri="{FF2B5EF4-FFF2-40B4-BE49-F238E27FC236}">
                <a16:creationId xmlns:a16="http://schemas.microsoft.com/office/drawing/2014/main" id="{F8B7BBFE-52E7-9A82-7D31-F600280EA94E}"/>
              </a:ext>
            </a:extLst>
          </p:cNvPr>
          <p:cNvSpPr/>
          <p:nvPr/>
        </p:nvSpPr>
        <p:spPr>
          <a:xfrm>
            <a:off x="5419301" y="1259267"/>
            <a:ext cx="2011" cy="4127"/>
          </a:xfrm>
          <a:custGeom>
            <a:avLst/>
            <a:gdLst>
              <a:gd name="connsiteX0" fmla="*/ 620 w 2011"/>
              <a:gd name="connsiteY0" fmla="*/ 0 h 4127"/>
              <a:gd name="connsiteX1" fmla="*/ 2011 w 2011"/>
              <a:gd name="connsiteY1" fmla="*/ 1458 h 4127"/>
              <a:gd name="connsiteX2" fmla="*/ 0 w 2011"/>
              <a:gd name="connsiteY2" fmla="*/ 4127 h 4127"/>
              <a:gd name="connsiteX3" fmla="*/ 620 w 2011"/>
              <a:gd name="connsiteY3" fmla="*/ 0 h 4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11" h="4127">
                <a:moveTo>
                  <a:pt x="620" y="0"/>
                </a:moveTo>
                <a:lnTo>
                  <a:pt x="2011" y="1458"/>
                </a:lnTo>
                <a:lnTo>
                  <a:pt x="0" y="4127"/>
                </a:lnTo>
                <a:lnTo>
                  <a:pt x="62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EDE7D3B-F5EE-4F13-227D-EEDDB501D3BB}"/>
              </a:ext>
            </a:extLst>
          </p:cNvPr>
          <p:cNvSpPr txBox="1"/>
          <p:nvPr/>
        </p:nvSpPr>
        <p:spPr>
          <a:xfrm>
            <a:off x="489794" y="1243304"/>
            <a:ext cx="17090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bg1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指标赋权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C8C5DA0-A2C2-EE04-71D1-22DAB111F5E1}"/>
              </a:ext>
            </a:extLst>
          </p:cNvPr>
          <p:cNvSpPr txBox="1"/>
          <p:nvPr/>
        </p:nvSpPr>
        <p:spPr>
          <a:xfrm>
            <a:off x="5549693" y="1500448"/>
            <a:ext cx="60007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模糊层次分析法（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Fuzzy Analytic Hierarchy Process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FAHP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）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387DE82-4E58-0C74-371E-B42EB9DA87F5}"/>
              </a:ext>
            </a:extLst>
          </p:cNvPr>
          <p:cNvSpPr txBox="1"/>
          <p:nvPr/>
        </p:nvSpPr>
        <p:spPr>
          <a:xfrm>
            <a:off x="840457" y="1500448"/>
            <a:ext cx="4201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熵权法（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Entropy Weight Method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EWM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）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1FBB064-68B1-E3FB-8D1C-B194045E25C3}"/>
              </a:ext>
            </a:extLst>
          </p:cNvPr>
          <p:cNvSpPr txBox="1"/>
          <p:nvPr/>
        </p:nvSpPr>
        <p:spPr>
          <a:xfrm>
            <a:off x="5124605" y="1500448"/>
            <a:ext cx="342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&amp;</a:t>
            </a:r>
            <a:endParaRPr lang="zh-CN" altLang="en-US" dirty="0"/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9F1314D9-4C68-0DA6-536B-C8EB68BB58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1646" y="1981780"/>
            <a:ext cx="3305942" cy="4601513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1128BCDA-DCBC-0D67-7768-7C3EEC54AC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5051780" y="2011106"/>
            <a:ext cx="4849097" cy="4601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6195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>
            <a:extLst>
              <a:ext uri="{FF2B5EF4-FFF2-40B4-BE49-F238E27FC236}">
                <a16:creationId xmlns:a16="http://schemas.microsoft.com/office/drawing/2014/main" id="{C33CC922-14B2-CBDE-2BE7-D604B3A361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6620" y="2011106"/>
            <a:ext cx="4849097" cy="4601513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7BBB5AD6-4B1F-6CE4-CED9-0CABFD42697E}"/>
              </a:ext>
            </a:extLst>
          </p:cNvPr>
          <p:cNvSpPr txBox="1"/>
          <p:nvPr/>
        </p:nvSpPr>
        <p:spPr>
          <a:xfrm>
            <a:off x="95250" y="362899"/>
            <a:ext cx="6997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虚拟电厂与传统电厂的调节质量评价体系</a:t>
            </a:r>
            <a:endParaRPr lang="zh-CN" altLang="en-US" sz="28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1D0C114-722D-725D-9953-FD7AA326D3D3}"/>
              </a:ext>
            </a:extLst>
          </p:cNvPr>
          <p:cNvSpPr txBox="1"/>
          <p:nvPr/>
        </p:nvSpPr>
        <p:spPr>
          <a:xfrm>
            <a:off x="7729443" y="507556"/>
            <a:ext cx="5261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bg1">
                    <a:lumMod val="75000"/>
                  </a:schemeClr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lang="zh-CN" altLang="en-US" sz="1600" dirty="0">
                <a:solidFill>
                  <a:schemeClr val="bg1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计及市场主体调节质量的调峰出清机制</a:t>
            </a:r>
            <a:endParaRPr lang="zh-CN" altLang="en-US" sz="1600" dirty="0">
              <a:solidFill>
                <a:schemeClr val="bg1">
                  <a:lumMod val="7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363EBEF-4C60-70C8-3A1D-213A10AEA77A}"/>
              </a:ext>
            </a:extLst>
          </p:cNvPr>
          <p:cNvSpPr txBox="1"/>
          <p:nvPr/>
        </p:nvSpPr>
        <p:spPr>
          <a:xfrm>
            <a:off x="11896662" y="507556"/>
            <a:ext cx="5261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bg1">
                    <a:lumMod val="75000"/>
                  </a:schemeClr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lang="zh-CN" altLang="en-US" sz="1600" dirty="0">
                <a:solidFill>
                  <a:schemeClr val="bg1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面向虚拟电厂集群的电网调度框架</a:t>
            </a:r>
            <a:endParaRPr lang="zh-CN" altLang="en-US" sz="1600" dirty="0">
              <a:solidFill>
                <a:schemeClr val="bg1">
                  <a:lumMod val="7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AFF5040-EC1D-4A63-4137-B28DC686C01F}"/>
              </a:ext>
            </a:extLst>
          </p:cNvPr>
          <p:cNvSpPr/>
          <p:nvPr/>
        </p:nvSpPr>
        <p:spPr>
          <a:xfrm>
            <a:off x="577850" y="971550"/>
            <a:ext cx="6311900" cy="50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EDE7D3B-F5EE-4F13-227D-EEDDB501D3BB}"/>
              </a:ext>
            </a:extLst>
          </p:cNvPr>
          <p:cNvSpPr txBox="1"/>
          <p:nvPr/>
        </p:nvSpPr>
        <p:spPr>
          <a:xfrm>
            <a:off x="489794" y="1243304"/>
            <a:ext cx="17090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bg1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指标赋权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C8C5DA0-A2C2-EE04-71D1-22DAB111F5E1}"/>
              </a:ext>
            </a:extLst>
          </p:cNvPr>
          <p:cNvSpPr txBox="1"/>
          <p:nvPr/>
        </p:nvSpPr>
        <p:spPr>
          <a:xfrm>
            <a:off x="5549693" y="1500448"/>
            <a:ext cx="60007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模糊层次分析法（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Fuzzy Analytic Hierarchy Process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FAHP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）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387DE82-4E58-0C74-371E-B42EB9DA87F5}"/>
              </a:ext>
            </a:extLst>
          </p:cNvPr>
          <p:cNvSpPr txBox="1"/>
          <p:nvPr/>
        </p:nvSpPr>
        <p:spPr>
          <a:xfrm>
            <a:off x="840457" y="1500448"/>
            <a:ext cx="4201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熵权法（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Entropy Weight Method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EWM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）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1FBB064-68B1-E3FB-8D1C-B194045E25C3}"/>
              </a:ext>
            </a:extLst>
          </p:cNvPr>
          <p:cNvSpPr txBox="1"/>
          <p:nvPr/>
        </p:nvSpPr>
        <p:spPr>
          <a:xfrm>
            <a:off x="5124605" y="1500448"/>
            <a:ext cx="342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&amp;</a:t>
            </a:r>
            <a:endParaRPr lang="zh-CN" altLang="en-US" dirty="0"/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9F1314D9-4C68-0DA6-536B-C8EB68BB58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6721" y="1981780"/>
            <a:ext cx="3305942" cy="4601513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D1D9C069-8928-A2B2-8DE8-36E3B8FB01F5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93"/>
          <a:stretch/>
        </p:blipFill>
        <p:spPr bwMode="auto">
          <a:xfrm>
            <a:off x="12191999" y="2519776"/>
            <a:ext cx="2519045" cy="176276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699F3E73-C136-6E53-B979-CEE70373D1C5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200"/>
          <a:stretch/>
        </p:blipFill>
        <p:spPr bwMode="auto">
          <a:xfrm>
            <a:off x="14935201" y="4282536"/>
            <a:ext cx="2519045" cy="173545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id="{EA02E014-D62F-2BCF-9E98-4A5BCC9FCC18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72"/>
          <a:stretch/>
        </p:blipFill>
        <p:spPr bwMode="auto">
          <a:xfrm>
            <a:off x="16958944" y="2537556"/>
            <a:ext cx="2519045" cy="174498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B8133533-B5A6-452D-0726-65815A0FCF77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27"/>
          <a:stretch/>
        </p:blipFill>
        <p:spPr bwMode="auto">
          <a:xfrm>
            <a:off x="19654018" y="4262216"/>
            <a:ext cx="2519045" cy="172529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7841FE8F-66D9-587A-CE10-24DF56D473CA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48"/>
          <a:stretch/>
        </p:blipFill>
        <p:spPr bwMode="auto">
          <a:xfrm>
            <a:off x="22030688" y="2519776"/>
            <a:ext cx="2519045" cy="174244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1D10A8D8-2456-3CEB-AE0E-DAF4DE18412B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68"/>
          <a:stretch/>
        </p:blipFill>
        <p:spPr bwMode="auto">
          <a:xfrm>
            <a:off x="24990259" y="4300316"/>
            <a:ext cx="2519045" cy="175895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85202675-D3DD-521F-8022-30E900A826C7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65"/>
          <a:stretch/>
        </p:blipFill>
        <p:spPr bwMode="auto">
          <a:xfrm>
            <a:off x="27966703" y="2542540"/>
            <a:ext cx="2519045" cy="177292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7" name="图片 36">
            <a:extLst>
              <a:ext uri="{FF2B5EF4-FFF2-40B4-BE49-F238E27FC236}">
                <a16:creationId xmlns:a16="http://schemas.microsoft.com/office/drawing/2014/main" id="{66A11E04-4B73-F5EA-8573-293CE567085D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"/>
          <a:stretch/>
        </p:blipFill>
        <p:spPr bwMode="auto">
          <a:xfrm>
            <a:off x="30709904" y="4311862"/>
            <a:ext cx="2519045" cy="174879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8" name="文本框 37">
            <a:extLst>
              <a:ext uri="{FF2B5EF4-FFF2-40B4-BE49-F238E27FC236}">
                <a16:creationId xmlns:a16="http://schemas.microsoft.com/office/drawing/2014/main" id="{108962EE-52B9-6CF0-BB3A-48D4B7719307}"/>
              </a:ext>
            </a:extLst>
          </p:cNvPr>
          <p:cNvSpPr txBox="1"/>
          <p:nvPr/>
        </p:nvSpPr>
        <p:spPr>
          <a:xfrm>
            <a:off x="16436970" y="1361290"/>
            <a:ext cx="20963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chemeClr val="bg1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调节质量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6CCE1A7F-FA3B-15BF-4C6C-D61EB687BE07}"/>
              </a:ext>
            </a:extLst>
          </p:cNvPr>
          <p:cNvSpPr txBox="1"/>
          <p:nvPr/>
        </p:nvSpPr>
        <p:spPr>
          <a:xfrm>
            <a:off x="17070052" y="1669725"/>
            <a:ext cx="17670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五维雷达图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0931049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>
            <a:extLst>
              <a:ext uri="{FF2B5EF4-FFF2-40B4-BE49-F238E27FC236}">
                <a16:creationId xmlns:a16="http://schemas.microsoft.com/office/drawing/2014/main" id="{C33CC922-14B2-CBDE-2BE7-D604B3A361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541480" y="2011106"/>
            <a:ext cx="4849097" cy="4601513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7BBB5AD6-4B1F-6CE4-CED9-0CABFD42697E}"/>
              </a:ext>
            </a:extLst>
          </p:cNvPr>
          <p:cNvSpPr txBox="1"/>
          <p:nvPr/>
        </p:nvSpPr>
        <p:spPr>
          <a:xfrm>
            <a:off x="95250" y="362899"/>
            <a:ext cx="6997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虚拟电厂与传统电厂的调节质量评价体系</a:t>
            </a:r>
            <a:endParaRPr lang="zh-CN" altLang="en-US" sz="28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1D0C114-722D-725D-9953-FD7AA326D3D3}"/>
              </a:ext>
            </a:extLst>
          </p:cNvPr>
          <p:cNvSpPr txBox="1"/>
          <p:nvPr/>
        </p:nvSpPr>
        <p:spPr>
          <a:xfrm>
            <a:off x="7729443" y="507556"/>
            <a:ext cx="5261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bg1">
                    <a:lumMod val="75000"/>
                  </a:schemeClr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lang="zh-CN" altLang="en-US" sz="1600" dirty="0">
                <a:solidFill>
                  <a:schemeClr val="bg1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计及市场主体调节质量的调峰出清机制</a:t>
            </a:r>
            <a:endParaRPr lang="zh-CN" altLang="en-US" sz="1600" dirty="0">
              <a:solidFill>
                <a:schemeClr val="bg1">
                  <a:lumMod val="7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363EBEF-4C60-70C8-3A1D-213A10AEA77A}"/>
              </a:ext>
            </a:extLst>
          </p:cNvPr>
          <p:cNvSpPr txBox="1"/>
          <p:nvPr/>
        </p:nvSpPr>
        <p:spPr>
          <a:xfrm>
            <a:off x="11896662" y="507556"/>
            <a:ext cx="5261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bg1">
                    <a:lumMod val="75000"/>
                  </a:schemeClr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lang="zh-CN" altLang="en-US" sz="1600" dirty="0">
                <a:solidFill>
                  <a:schemeClr val="bg1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面向虚拟电厂集群的电网调度框架</a:t>
            </a:r>
            <a:endParaRPr lang="zh-CN" altLang="en-US" sz="1600" dirty="0">
              <a:solidFill>
                <a:schemeClr val="bg1">
                  <a:lumMod val="7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AFF5040-EC1D-4A63-4137-B28DC686C01F}"/>
              </a:ext>
            </a:extLst>
          </p:cNvPr>
          <p:cNvSpPr/>
          <p:nvPr/>
        </p:nvSpPr>
        <p:spPr>
          <a:xfrm>
            <a:off x="577850" y="971550"/>
            <a:ext cx="6311900" cy="50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EDE7D3B-F5EE-4F13-227D-EEDDB501D3BB}"/>
              </a:ext>
            </a:extLst>
          </p:cNvPr>
          <p:cNvSpPr txBox="1"/>
          <p:nvPr/>
        </p:nvSpPr>
        <p:spPr>
          <a:xfrm>
            <a:off x="-14978806" y="1243304"/>
            <a:ext cx="17090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bg1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指标赋权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C8C5DA0-A2C2-EE04-71D1-22DAB111F5E1}"/>
              </a:ext>
            </a:extLst>
          </p:cNvPr>
          <p:cNvSpPr txBox="1"/>
          <p:nvPr/>
        </p:nvSpPr>
        <p:spPr>
          <a:xfrm>
            <a:off x="-9918907" y="1500448"/>
            <a:ext cx="60007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模糊层次分析法（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Fuzzy Analytic Hierarchy Process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FAHP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）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387DE82-4E58-0C74-371E-B42EB9DA87F5}"/>
              </a:ext>
            </a:extLst>
          </p:cNvPr>
          <p:cNvSpPr txBox="1"/>
          <p:nvPr/>
        </p:nvSpPr>
        <p:spPr>
          <a:xfrm>
            <a:off x="-14628143" y="1500448"/>
            <a:ext cx="4201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熵权法（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Entropy Weight Method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EWM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）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1FBB064-68B1-E3FB-8D1C-B194045E25C3}"/>
              </a:ext>
            </a:extLst>
          </p:cNvPr>
          <p:cNvSpPr txBox="1"/>
          <p:nvPr/>
        </p:nvSpPr>
        <p:spPr>
          <a:xfrm>
            <a:off x="-10343995" y="1500448"/>
            <a:ext cx="342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&amp;</a:t>
            </a:r>
            <a:endParaRPr lang="zh-CN" altLang="en-US" dirty="0"/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9F1314D9-4C68-0DA6-536B-C8EB68BB58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342829" y="1981780"/>
            <a:ext cx="3305942" cy="4601513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15EFB846-80AE-46C5-9E2B-BFB2BE1B0AB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93"/>
          <a:stretch/>
        </p:blipFill>
        <p:spPr bwMode="auto">
          <a:xfrm>
            <a:off x="1047749" y="2519776"/>
            <a:ext cx="2519045" cy="176276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0C87A949-CBCC-C490-B129-CF63650568A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200"/>
          <a:stretch/>
        </p:blipFill>
        <p:spPr bwMode="auto">
          <a:xfrm>
            <a:off x="1047750" y="4282536"/>
            <a:ext cx="2519045" cy="173545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88E82D5D-2A70-E248-4F0E-5E16A7FB6E82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72"/>
          <a:stretch/>
        </p:blipFill>
        <p:spPr bwMode="auto">
          <a:xfrm>
            <a:off x="3566794" y="2537556"/>
            <a:ext cx="2519045" cy="174498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251D6755-B880-3CE5-F211-2396584203F1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27"/>
          <a:stretch/>
        </p:blipFill>
        <p:spPr bwMode="auto">
          <a:xfrm>
            <a:off x="3566793" y="4262216"/>
            <a:ext cx="2519045" cy="172529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C1A6971D-439A-022D-21B1-9A0C5490FE20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48"/>
          <a:stretch/>
        </p:blipFill>
        <p:spPr bwMode="auto">
          <a:xfrm>
            <a:off x="6085839" y="2519776"/>
            <a:ext cx="2519045" cy="174244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C9913050-EA92-9A6F-2B93-728AA7E4031B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68"/>
          <a:stretch/>
        </p:blipFill>
        <p:spPr bwMode="auto">
          <a:xfrm>
            <a:off x="6013450" y="4300316"/>
            <a:ext cx="2519045" cy="175895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id="{70A8239F-F52E-F898-BA83-F82E1A47730F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65"/>
          <a:stretch/>
        </p:blipFill>
        <p:spPr bwMode="auto">
          <a:xfrm>
            <a:off x="8604884" y="2542540"/>
            <a:ext cx="2519045" cy="177292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2134A1C7-CA89-ADCF-0EE2-BE9B46B9308A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"/>
          <a:stretch/>
        </p:blipFill>
        <p:spPr bwMode="auto">
          <a:xfrm>
            <a:off x="8604884" y="4311862"/>
            <a:ext cx="2519045" cy="174879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8" name="文本框 37">
            <a:extLst>
              <a:ext uri="{FF2B5EF4-FFF2-40B4-BE49-F238E27FC236}">
                <a16:creationId xmlns:a16="http://schemas.microsoft.com/office/drawing/2014/main" id="{9A7DB140-0666-4BDF-E6DC-C5369CB52D89}"/>
              </a:ext>
            </a:extLst>
          </p:cNvPr>
          <p:cNvSpPr txBox="1"/>
          <p:nvPr/>
        </p:nvSpPr>
        <p:spPr>
          <a:xfrm>
            <a:off x="790659" y="1361290"/>
            <a:ext cx="20963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chemeClr val="bg1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调节质量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453C2B1F-C34C-5878-EC2A-00FCD6383563}"/>
              </a:ext>
            </a:extLst>
          </p:cNvPr>
          <p:cNvSpPr txBox="1"/>
          <p:nvPr/>
        </p:nvSpPr>
        <p:spPr>
          <a:xfrm>
            <a:off x="1423741" y="1669725"/>
            <a:ext cx="17670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五维雷达图</a:t>
            </a:r>
            <a:endParaRPr lang="zh-CN" altLang="en-US" sz="2000" dirty="0"/>
          </a:p>
        </p:txBody>
      </p:sp>
      <p:pic>
        <p:nvPicPr>
          <p:cNvPr id="43" name="图片 42">
            <a:extLst>
              <a:ext uri="{FF2B5EF4-FFF2-40B4-BE49-F238E27FC236}">
                <a16:creationId xmlns:a16="http://schemas.microsoft.com/office/drawing/2014/main" id="{F7113D7A-952C-C148-CB60-12A0E50B85C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25141" y="3034877"/>
            <a:ext cx="2809875" cy="2151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图片 43">
            <a:extLst>
              <a:ext uri="{FF2B5EF4-FFF2-40B4-BE49-F238E27FC236}">
                <a16:creationId xmlns:a16="http://schemas.microsoft.com/office/drawing/2014/main" id="{FCAEFED6-EDF3-AD03-80D9-571B531705A5}"/>
              </a:ext>
            </a:extLst>
          </p:cNvPr>
          <p:cNvPicPr>
            <a:picLocks noChangeAspect="1"/>
          </p:cNvPicPr>
          <p:nvPr/>
        </p:nvPicPr>
        <p:blipFill rotWithShape="1">
          <a:blip r:embed="rId14"/>
          <a:srcRect t="7423"/>
          <a:stretch/>
        </p:blipFill>
        <p:spPr>
          <a:xfrm>
            <a:off x="12192000" y="2241338"/>
            <a:ext cx="3551524" cy="4616662"/>
          </a:xfrm>
          <a:prstGeom prst="rect">
            <a:avLst/>
          </a:prstGeom>
        </p:spPr>
      </p:pic>
      <p:sp>
        <p:nvSpPr>
          <p:cNvPr id="45" name="文本框 44">
            <a:extLst>
              <a:ext uri="{FF2B5EF4-FFF2-40B4-BE49-F238E27FC236}">
                <a16:creationId xmlns:a16="http://schemas.microsoft.com/office/drawing/2014/main" id="{612A5CFE-A17F-5C41-7688-FC0ACD46B431}"/>
              </a:ext>
            </a:extLst>
          </p:cNvPr>
          <p:cNvSpPr txBox="1"/>
          <p:nvPr/>
        </p:nvSpPr>
        <p:spPr>
          <a:xfrm>
            <a:off x="14516100" y="1340052"/>
            <a:ext cx="20963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chemeClr val="bg1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虚拟电厂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5F2D9A94-1182-82FC-5574-834B09582CCC}"/>
              </a:ext>
            </a:extLst>
          </p:cNvPr>
          <p:cNvSpPr txBox="1"/>
          <p:nvPr/>
        </p:nvSpPr>
        <p:spPr>
          <a:xfrm>
            <a:off x="15149181" y="1648487"/>
            <a:ext cx="232919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资源聚合优化模型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5531952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5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7BBB5AD6-4B1F-6CE4-CED9-0CABFD42697E}"/>
              </a:ext>
            </a:extLst>
          </p:cNvPr>
          <p:cNvSpPr txBox="1"/>
          <p:nvPr/>
        </p:nvSpPr>
        <p:spPr>
          <a:xfrm>
            <a:off x="95250" y="362899"/>
            <a:ext cx="6997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虚拟电厂与传统电厂的调节质量评价体系</a:t>
            </a:r>
            <a:endParaRPr lang="zh-CN" altLang="en-US" sz="28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1D0C114-722D-725D-9953-FD7AA326D3D3}"/>
              </a:ext>
            </a:extLst>
          </p:cNvPr>
          <p:cNvSpPr txBox="1"/>
          <p:nvPr/>
        </p:nvSpPr>
        <p:spPr>
          <a:xfrm>
            <a:off x="7729443" y="507556"/>
            <a:ext cx="5261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bg1">
                    <a:lumMod val="75000"/>
                  </a:schemeClr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lang="zh-CN" altLang="en-US" sz="1600" dirty="0">
                <a:solidFill>
                  <a:schemeClr val="bg1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计及市场主体调节质量的调峰出清机制</a:t>
            </a:r>
            <a:endParaRPr lang="zh-CN" altLang="en-US" sz="1600" dirty="0">
              <a:solidFill>
                <a:schemeClr val="bg1">
                  <a:lumMod val="7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363EBEF-4C60-70C8-3A1D-213A10AEA77A}"/>
              </a:ext>
            </a:extLst>
          </p:cNvPr>
          <p:cNvSpPr txBox="1"/>
          <p:nvPr/>
        </p:nvSpPr>
        <p:spPr>
          <a:xfrm>
            <a:off x="11896662" y="507556"/>
            <a:ext cx="5261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bg1">
                    <a:lumMod val="75000"/>
                  </a:schemeClr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lang="zh-CN" altLang="en-US" sz="1600" dirty="0">
                <a:solidFill>
                  <a:schemeClr val="bg1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面向虚拟电厂集群的电网调度框架</a:t>
            </a:r>
            <a:endParaRPr lang="zh-CN" altLang="en-US" sz="1600" dirty="0">
              <a:solidFill>
                <a:schemeClr val="bg1">
                  <a:lumMod val="7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AFF5040-EC1D-4A63-4137-B28DC686C01F}"/>
              </a:ext>
            </a:extLst>
          </p:cNvPr>
          <p:cNvSpPr/>
          <p:nvPr/>
        </p:nvSpPr>
        <p:spPr>
          <a:xfrm>
            <a:off x="577850" y="971550"/>
            <a:ext cx="6311900" cy="50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5" name="图片 44">
            <a:extLst>
              <a:ext uri="{FF2B5EF4-FFF2-40B4-BE49-F238E27FC236}">
                <a16:creationId xmlns:a16="http://schemas.microsoft.com/office/drawing/2014/main" id="{0B1AB2ED-0331-89E9-DF7B-0D911A31A2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8048" y="3034877"/>
            <a:ext cx="2809875" cy="2151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图片 46">
            <a:extLst>
              <a:ext uri="{FF2B5EF4-FFF2-40B4-BE49-F238E27FC236}">
                <a16:creationId xmlns:a16="http://schemas.microsoft.com/office/drawing/2014/main" id="{280B84AC-82EB-DFE2-68B1-5D8CEE3B83B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7423"/>
          <a:stretch/>
        </p:blipFill>
        <p:spPr>
          <a:xfrm>
            <a:off x="2757707" y="2241338"/>
            <a:ext cx="3551524" cy="4616662"/>
          </a:xfrm>
          <a:prstGeom prst="rect">
            <a:avLst/>
          </a:prstGeom>
        </p:spPr>
      </p:pic>
      <p:sp>
        <p:nvSpPr>
          <p:cNvPr id="48" name="文本框 47">
            <a:extLst>
              <a:ext uri="{FF2B5EF4-FFF2-40B4-BE49-F238E27FC236}">
                <a16:creationId xmlns:a16="http://schemas.microsoft.com/office/drawing/2014/main" id="{55BCAD59-4980-1B94-E776-F2F32B163563}"/>
              </a:ext>
            </a:extLst>
          </p:cNvPr>
          <p:cNvSpPr txBox="1"/>
          <p:nvPr/>
        </p:nvSpPr>
        <p:spPr>
          <a:xfrm>
            <a:off x="668557" y="1340052"/>
            <a:ext cx="20963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chemeClr val="bg1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虚拟电厂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A134479F-454A-55DC-E73A-7C99CDD07FC3}"/>
              </a:ext>
            </a:extLst>
          </p:cNvPr>
          <p:cNvSpPr txBox="1"/>
          <p:nvPr/>
        </p:nvSpPr>
        <p:spPr>
          <a:xfrm>
            <a:off x="1301638" y="1648487"/>
            <a:ext cx="232919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资源聚合优化模型</a:t>
            </a:r>
            <a:endParaRPr lang="zh-CN" altLang="en-US" sz="2000" dirty="0"/>
          </a:p>
        </p:txBody>
      </p:sp>
      <p:pic>
        <p:nvPicPr>
          <p:cNvPr id="60" name="图片 59">
            <a:extLst>
              <a:ext uri="{FF2B5EF4-FFF2-40B4-BE49-F238E27FC236}">
                <a16:creationId xmlns:a16="http://schemas.microsoft.com/office/drawing/2014/main" id="{BEEDC6E6-85D8-402B-C691-104C881E38E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93"/>
          <a:stretch/>
        </p:blipFill>
        <p:spPr bwMode="auto">
          <a:xfrm>
            <a:off x="-21015152" y="2519776"/>
            <a:ext cx="2519045" cy="176276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1" name="图片 60">
            <a:extLst>
              <a:ext uri="{FF2B5EF4-FFF2-40B4-BE49-F238E27FC236}">
                <a16:creationId xmlns:a16="http://schemas.microsoft.com/office/drawing/2014/main" id="{A6E34816-66E5-B3F2-B288-2D33AD62F3F1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200"/>
          <a:stretch/>
        </p:blipFill>
        <p:spPr bwMode="auto">
          <a:xfrm>
            <a:off x="-18271950" y="4282536"/>
            <a:ext cx="2519045" cy="173545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2" name="图片 61">
            <a:extLst>
              <a:ext uri="{FF2B5EF4-FFF2-40B4-BE49-F238E27FC236}">
                <a16:creationId xmlns:a16="http://schemas.microsoft.com/office/drawing/2014/main" id="{084A2240-F455-75ED-22A5-833D03230E8F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72"/>
          <a:stretch/>
        </p:blipFill>
        <p:spPr bwMode="auto">
          <a:xfrm>
            <a:off x="-16248207" y="2537556"/>
            <a:ext cx="2519045" cy="174498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3" name="图片 62">
            <a:extLst>
              <a:ext uri="{FF2B5EF4-FFF2-40B4-BE49-F238E27FC236}">
                <a16:creationId xmlns:a16="http://schemas.microsoft.com/office/drawing/2014/main" id="{AF2ABF9D-612E-D073-B22B-467BA972F98B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27"/>
          <a:stretch/>
        </p:blipFill>
        <p:spPr bwMode="auto">
          <a:xfrm>
            <a:off x="-13553133" y="4262216"/>
            <a:ext cx="2519045" cy="172529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4" name="图片 63">
            <a:extLst>
              <a:ext uri="{FF2B5EF4-FFF2-40B4-BE49-F238E27FC236}">
                <a16:creationId xmlns:a16="http://schemas.microsoft.com/office/drawing/2014/main" id="{8C241884-737F-AA7F-BF93-3A01C7A4D302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48"/>
          <a:stretch/>
        </p:blipFill>
        <p:spPr bwMode="auto">
          <a:xfrm>
            <a:off x="-10951493" y="2519776"/>
            <a:ext cx="2519045" cy="174244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5" name="图片 64">
            <a:extLst>
              <a:ext uri="{FF2B5EF4-FFF2-40B4-BE49-F238E27FC236}">
                <a16:creationId xmlns:a16="http://schemas.microsoft.com/office/drawing/2014/main" id="{C7FA973D-5088-2117-0F23-0BA06AEA6966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68"/>
          <a:stretch/>
        </p:blipFill>
        <p:spPr bwMode="auto">
          <a:xfrm>
            <a:off x="-7353290" y="4300316"/>
            <a:ext cx="2519045" cy="175895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6" name="图片 65">
            <a:extLst>
              <a:ext uri="{FF2B5EF4-FFF2-40B4-BE49-F238E27FC236}">
                <a16:creationId xmlns:a16="http://schemas.microsoft.com/office/drawing/2014/main" id="{E85C854C-AF4A-ED24-87B9-6444E83E6BBB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65"/>
          <a:stretch/>
        </p:blipFill>
        <p:spPr bwMode="auto">
          <a:xfrm>
            <a:off x="-5240448" y="2542540"/>
            <a:ext cx="2519045" cy="177292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7" name="图片 66">
            <a:extLst>
              <a:ext uri="{FF2B5EF4-FFF2-40B4-BE49-F238E27FC236}">
                <a16:creationId xmlns:a16="http://schemas.microsoft.com/office/drawing/2014/main" id="{58B03C04-CB9A-3507-2BD4-4D574CD3E84A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"/>
          <a:stretch/>
        </p:blipFill>
        <p:spPr bwMode="auto">
          <a:xfrm>
            <a:off x="-3397132" y="4311862"/>
            <a:ext cx="2519045" cy="174879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8" name="文本框 67">
            <a:extLst>
              <a:ext uri="{FF2B5EF4-FFF2-40B4-BE49-F238E27FC236}">
                <a16:creationId xmlns:a16="http://schemas.microsoft.com/office/drawing/2014/main" id="{8548B054-C9BF-1343-EED1-3206A7DBAF98}"/>
              </a:ext>
            </a:extLst>
          </p:cNvPr>
          <p:cNvSpPr txBox="1"/>
          <p:nvPr/>
        </p:nvSpPr>
        <p:spPr>
          <a:xfrm>
            <a:off x="-16770181" y="1361290"/>
            <a:ext cx="20963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chemeClr val="bg1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调节质量</a:t>
            </a: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A321F823-1710-6117-7460-EF07442260F4}"/>
              </a:ext>
            </a:extLst>
          </p:cNvPr>
          <p:cNvSpPr txBox="1"/>
          <p:nvPr/>
        </p:nvSpPr>
        <p:spPr>
          <a:xfrm>
            <a:off x="-16137099" y="1669725"/>
            <a:ext cx="17670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五维雷达图</a:t>
            </a:r>
            <a:endParaRPr lang="zh-CN" altLang="en-US" sz="20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8F30A40-5B20-DC46-95FF-60B86F1C9B49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14" t="7829" r="11860"/>
          <a:stretch/>
        </p:blipFill>
        <p:spPr bwMode="auto">
          <a:xfrm>
            <a:off x="18535610" y="2780557"/>
            <a:ext cx="3551524" cy="3073697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120C29F-3916-C5E9-DEAF-F8AE5CFF7D76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9" t="8315" r="9933" b="3200"/>
          <a:stretch/>
        </p:blipFill>
        <p:spPr bwMode="auto">
          <a:xfrm>
            <a:off x="12334432" y="2780557"/>
            <a:ext cx="3738043" cy="2983361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FF8ED78-2040-918F-58D0-A71244A72CA7}"/>
              </a:ext>
            </a:extLst>
          </p:cNvPr>
          <p:cNvPicPr>
            <a:picLocks noChangeAspect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56" t="7065" r="5344" b="3261"/>
          <a:stretch/>
        </p:blipFill>
        <p:spPr bwMode="auto">
          <a:xfrm>
            <a:off x="24414854" y="2738437"/>
            <a:ext cx="4201982" cy="3025481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30809613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7BBB5AD6-4B1F-6CE4-CED9-0CABFD42697E}"/>
              </a:ext>
            </a:extLst>
          </p:cNvPr>
          <p:cNvSpPr txBox="1"/>
          <p:nvPr/>
        </p:nvSpPr>
        <p:spPr>
          <a:xfrm>
            <a:off x="95250" y="362899"/>
            <a:ext cx="6997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虚拟电厂与传统电厂的调节质量评价体系</a:t>
            </a:r>
            <a:endParaRPr lang="zh-CN" altLang="en-US" sz="28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1D0C114-722D-725D-9953-FD7AA326D3D3}"/>
              </a:ext>
            </a:extLst>
          </p:cNvPr>
          <p:cNvSpPr txBox="1"/>
          <p:nvPr/>
        </p:nvSpPr>
        <p:spPr>
          <a:xfrm>
            <a:off x="7729443" y="507556"/>
            <a:ext cx="5261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bg1">
                    <a:lumMod val="75000"/>
                  </a:schemeClr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lang="zh-CN" altLang="en-US" sz="1600" dirty="0">
                <a:solidFill>
                  <a:schemeClr val="bg1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计及市场主体调节质量的调峰出清机制</a:t>
            </a:r>
            <a:endParaRPr lang="zh-CN" altLang="en-US" sz="1600" dirty="0">
              <a:solidFill>
                <a:schemeClr val="bg1">
                  <a:lumMod val="7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363EBEF-4C60-70C8-3A1D-213A10AEA77A}"/>
              </a:ext>
            </a:extLst>
          </p:cNvPr>
          <p:cNvSpPr txBox="1"/>
          <p:nvPr/>
        </p:nvSpPr>
        <p:spPr>
          <a:xfrm>
            <a:off x="11896662" y="507556"/>
            <a:ext cx="5261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bg1">
                    <a:lumMod val="75000"/>
                  </a:schemeClr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lang="zh-CN" altLang="en-US" sz="1600" dirty="0">
                <a:solidFill>
                  <a:schemeClr val="bg1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面向虚拟电厂集群的电网调度框架</a:t>
            </a:r>
            <a:endParaRPr lang="zh-CN" altLang="en-US" sz="1600" dirty="0">
              <a:solidFill>
                <a:schemeClr val="bg1">
                  <a:lumMod val="7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AFF5040-EC1D-4A63-4137-B28DC686C01F}"/>
              </a:ext>
            </a:extLst>
          </p:cNvPr>
          <p:cNvSpPr/>
          <p:nvPr/>
        </p:nvSpPr>
        <p:spPr>
          <a:xfrm>
            <a:off x="577850" y="971550"/>
            <a:ext cx="6311900" cy="50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5" name="图片 44">
            <a:extLst>
              <a:ext uri="{FF2B5EF4-FFF2-40B4-BE49-F238E27FC236}">
                <a16:creationId xmlns:a16="http://schemas.microsoft.com/office/drawing/2014/main" id="{0B1AB2ED-0331-89E9-DF7B-0D911A31A2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899010" y="3034877"/>
            <a:ext cx="2809875" cy="2151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图片 46">
            <a:extLst>
              <a:ext uri="{FF2B5EF4-FFF2-40B4-BE49-F238E27FC236}">
                <a16:creationId xmlns:a16="http://schemas.microsoft.com/office/drawing/2014/main" id="{280B84AC-82EB-DFE2-68B1-5D8CEE3B83B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7423"/>
          <a:stretch/>
        </p:blipFill>
        <p:spPr>
          <a:xfrm>
            <a:off x="-9065089" y="2241338"/>
            <a:ext cx="3551524" cy="4616662"/>
          </a:xfrm>
          <a:prstGeom prst="rect">
            <a:avLst/>
          </a:prstGeom>
        </p:spPr>
      </p:pic>
      <p:sp>
        <p:nvSpPr>
          <p:cNvPr id="48" name="文本框 47">
            <a:extLst>
              <a:ext uri="{FF2B5EF4-FFF2-40B4-BE49-F238E27FC236}">
                <a16:creationId xmlns:a16="http://schemas.microsoft.com/office/drawing/2014/main" id="{55BCAD59-4980-1B94-E776-F2F32B163563}"/>
              </a:ext>
            </a:extLst>
          </p:cNvPr>
          <p:cNvSpPr txBox="1"/>
          <p:nvPr/>
        </p:nvSpPr>
        <p:spPr>
          <a:xfrm>
            <a:off x="668557" y="1340052"/>
            <a:ext cx="20963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chemeClr val="bg1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虚拟电厂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A134479F-454A-55DC-E73A-7C99CDD07FC3}"/>
              </a:ext>
            </a:extLst>
          </p:cNvPr>
          <p:cNvSpPr txBox="1"/>
          <p:nvPr/>
        </p:nvSpPr>
        <p:spPr>
          <a:xfrm>
            <a:off x="1301638" y="1648487"/>
            <a:ext cx="232919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资源聚合优化模型</a:t>
            </a:r>
            <a:endParaRPr lang="zh-CN" altLang="en-US" sz="2000" dirty="0"/>
          </a:p>
        </p:txBody>
      </p:sp>
      <p:pic>
        <p:nvPicPr>
          <p:cNvPr id="71" name="图片 70">
            <a:extLst>
              <a:ext uri="{FF2B5EF4-FFF2-40B4-BE49-F238E27FC236}">
                <a16:creationId xmlns:a16="http://schemas.microsoft.com/office/drawing/2014/main" id="{95032E43-0223-B7A1-5DC3-D20ED5ABF1F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14" t="7829" r="11860"/>
          <a:stretch/>
        </p:blipFill>
        <p:spPr bwMode="auto">
          <a:xfrm>
            <a:off x="4063329" y="2780557"/>
            <a:ext cx="3551524" cy="3073697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2" name="图片 71">
            <a:extLst>
              <a:ext uri="{FF2B5EF4-FFF2-40B4-BE49-F238E27FC236}">
                <a16:creationId xmlns:a16="http://schemas.microsoft.com/office/drawing/2014/main" id="{D7632A45-8745-7FDC-2597-4524C1835E81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9" t="8315" r="9933" b="3200"/>
          <a:stretch/>
        </p:blipFill>
        <p:spPr bwMode="auto">
          <a:xfrm>
            <a:off x="316594" y="2780557"/>
            <a:ext cx="3738043" cy="2983361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3" name="图片 72">
            <a:extLst>
              <a:ext uri="{FF2B5EF4-FFF2-40B4-BE49-F238E27FC236}">
                <a16:creationId xmlns:a16="http://schemas.microsoft.com/office/drawing/2014/main" id="{0846CFDE-0EC5-67B2-F016-66DEA83EEBA2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56" t="7065" r="5344" b="3261"/>
          <a:stretch/>
        </p:blipFill>
        <p:spPr bwMode="auto">
          <a:xfrm>
            <a:off x="7728762" y="2738437"/>
            <a:ext cx="4201982" cy="3025481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6224048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7BBB5AD6-4B1F-6CE4-CED9-0CABFD42697E}"/>
              </a:ext>
            </a:extLst>
          </p:cNvPr>
          <p:cNvSpPr txBox="1"/>
          <p:nvPr/>
        </p:nvSpPr>
        <p:spPr>
          <a:xfrm>
            <a:off x="95250" y="362899"/>
            <a:ext cx="6997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lang="zh-CN" altLang="en-US" sz="28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计及市场主体调节质量的调峰出清</a:t>
            </a: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机制</a:t>
            </a:r>
            <a:endParaRPr lang="zh-CN" altLang="en-US" sz="2800" dirty="0">
              <a:effectLst/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1D0C114-722D-725D-9953-FD7AA326D3D3}"/>
              </a:ext>
            </a:extLst>
          </p:cNvPr>
          <p:cNvSpPr txBox="1"/>
          <p:nvPr/>
        </p:nvSpPr>
        <p:spPr>
          <a:xfrm>
            <a:off x="7729443" y="507556"/>
            <a:ext cx="5261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bg1">
                    <a:lumMod val="75000"/>
                  </a:schemeClr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lang="zh-CN" altLang="en-US" sz="1600" dirty="0">
                <a:solidFill>
                  <a:schemeClr val="bg1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面向虚拟电厂集群的电网调度框架</a:t>
            </a:r>
            <a:endParaRPr lang="zh-CN" altLang="en-US" sz="1600" dirty="0">
              <a:solidFill>
                <a:schemeClr val="bg1">
                  <a:lumMod val="7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363EBEF-4C60-70C8-3A1D-213A10AEA77A}"/>
              </a:ext>
            </a:extLst>
          </p:cNvPr>
          <p:cNvSpPr txBox="1"/>
          <p:nvPr/>
        </p:nvSpPr>
        <p:spPr>
          <a:xfrm>
            <a:off x="-5305488" y="507556"/>
            <a:ext cx="5261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bg1">
                    <a:lumMod val="75000"/>
                  </a:schemeClr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lang="zh-CN" altLang="en-US" sz="1600" dirty="0">
                <a:solidFill>
                  <a:schemeClr val="bg1">
                    <a:lumMod val="75000"/>
                  </a:schemeClr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虚拟电厂与传统电厂的调节质量评价体系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AFF5040-EC1D-4A63-4137-B28DC686C01F}"/>
              </a:ext>
            </a:extLst>
          </p:cNvPr>
          <p:cNvSpPr/>
          <p:nvPr/>
        </p:nvSpPr>
        <p:spPr>
          <a:xfrm>
            <a:off x="577850" y="971550"/>
            <a:ext cx="5899150" cy="6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55BCAD59-4980-1B94-E776-F2F32B163563}"/>
              </a:ext>
            </a:extLst>
          </p:cNvPr>
          <p:cNvSpPr txBox="1"/>
          <p:nvPr/>
        </p:nvSpPr>
        <p:spPr>
          <a:xfrm>
            <a:off x="-15102362" y="1340052"/>
            <a:ext cx="20963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chemeClr val="bg1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虚拟电厂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A134479F-454A-55DC-E73A-7C99CDD07FC3}"/>
              </a:ext>
            </a:extLst>
          </p:cNvPr>
          <p:cNvSpPr txBox="1"/>
          <p:nvPr/>
        </p:nvSpPr>
        <p:spPr>
          <a:xfrm>
            <a:off x="-14469281" y="1648487"/>
            <a:ext cx="232919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资源聚合优化模型</a:t>
            </a:r>
            <a:endParaRPr lang="zh-CN" altLang="en-US" sz="2000" dirty="0"/>
          </a:p>
        </p:txBody>
      </p:sp>
      <p:pic>
        <p:nvPicPr>
          <p:cNvPr id="71" name="图片 70">
            <a:extLst>
              <a:ext uri="{FF2B5EF4-FFF2-40B4-BE49-F238E27FC236}">
                <a16:creationId xmlns:a16="http://schemas.microsoft.com/office/drawing/2014/main" id="{95032E43-0223-B7A1-5DC3-D20ED5ABF1F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14" t="7829" r="11860"/>
          <a:stretch/>
        </p:blipFill>
        <p:spPr bwMode="auto">
          <a:xfrm>
            <a:off x="-12727267" y="2780557"/>
            <a:ext cx="3551524" cy="3073697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2" name="图片 71">
            <a:extLst>
              <a:ext uri="{FF2B5EF4-FFF2-40B4-BE49-F238E27FC236}">
                <a16:creationId xmlns:a16="http://schemas.microsoft.com/office/drawing/2014/main" id="{D7632A45-8745-7FDC-2597-4524C1835E8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9" t="8315" r="9933" b="3200"/>
          <a:stretch/>
        </p:blipFill>
        <p:spPr bwMode="auto">
          <a:xfrm>
            <a:off x="-17650567" y="2780557"/>
            <a:ext cx="3738043" cy="2983361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3" name="图片 72">
            <a:extLst>
              <a:ext uri="{FF2B5EF4-FFF2-40B4-BE49-F238E27FC236}">
                <a16:creationId xmlns:a16="http://schemas.microsoft.com/office/drawing/2014/main" id="{0846CFDE-0EC5-67B2-F016-66DEA83EEBA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56" t="7065" r="5344" b="3261"/>
          <a:stretch/>
        </p:blipFill>
        <p:spPr bwMode="auto">
          <a:xfrm>
            <a:off x="-7618041" y="2738437"/>
            <a:ext cx="4201982" cy="3025481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AD67A102-0CA2-E4D5-CAE2-B0577EC8C4D4}"/>
              </a:ext>
            </a:extLst>
          </p:cNvPr>
          <p:cNvSpPr txBox="1"/>
          <p:nvPr/>
        </p:nvSpPr>
        <p:spPr>
          <a:xfrm>
            <a:off x="6169995" y="3129686"/>
            <a:ext cx="270827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调峰出清模型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9FE5A12-E8AC-8344-9A70-79D95444C439}"/>
              </a:ext>
            </a:extLst>
          </p:cNvPr>
          <p:cNvSpPr txBox="1"/>
          <p:nvPr/>
        </p:nvSpPr>
        <p:spPr>
          <a:xfrm>
            <a:off x="5821496" y="3122760"/>
            <a:ext cx="4010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+</a:t>
            </a:r>
            <a:endParaRPr lang="zh-CN" altLang="en-US" sz="32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97148D6-55FF-2D65-59B1-5CBEAF9FC25C}"/>
              </a:ext>
            </a:extLst>
          </p:cNvPr>
          <p:cNvSpPr txBox="1"/>
          <p:nvPr/>
        </p:nvSpPr>
        <p:spPr>
          <a:xfrm>
            <a:off x="4032626" y="3136612"/>
            <a:ext cx="19631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调节质量</a:t>
            </a:r>
          </a:p>
        </p:txBody>
      </p:sp>
    </p:spTree>
    <p:extLst>
      <p:ext uri="{BB962C8B-B14F-4D97-AF65-F5344CB8AC3E}">
        <p14:creationId xmlns:p14="http://schemas.microsoft.com/office/powerpoint/2010/main" val="340071952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2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01D0C114-722D-725D-9953-FD7AA326D3D3}"/>
              </a:ext>
            </a:extLst>
          </p:cNvPr>
          <p:cNvSpPr txBox="1"/>
          <p:nvPr/>
        </p:nvSpPr>
        <p:spPr>
          <a:xfrm>
            <a:off x="7729443" y="507556"/>
            <a:ext cx="5261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bg1">
                    <a:lumMod val="75000"/>
                  </a:schemeClr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lang="zh-CN" altLang="en-US" sz="1600" dirty="0">
                <a:solidFill>
                  <a:schemeClr val="bg1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面向虚拟电厂集群的电网调度框架</a:t>
            </a:r>
            <a:endParaRPr lang="zh-CN" altLang="en-US" sz="1600" dirty="0">
              <a:solidFill>
                <a:schemeClr val="bg1">
                  <a:lumMod val="7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65F2270-60C7-46F5-6443-B47713C67C96}"/>
              </a:ext>
            </a:extLst>
          </p:cNvPr>
          <p:cNvSpPr txBox="1"/>
          <p:nvPr/>
        </p:nvSpPr>
        <p:spPr>
          <a:xfrm>
            <a:off x="95250" y="362899"/>
            <a:ext cx="6997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lang="zh-CN" altLang="en-US" sz="28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计及市场主体调节质量的调峰出清</a:t>
            </a: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机制</a:t>
            </a:r>
            <a:endParaRPr lang="zh-CN" altLang="en-US" sz="2800" dirty="0">
              <a:effectLst/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19BF634-0A5B-4BB8-E62B-E42330DEA6D8}"/>
              </a:ext>
            </a:extLst>
          </p:cNvPr>
          <p:cNvSpPr/>
          <p:nvPr/>
        </p:nvSpPr>
        <p:spPr>
          <a:xfrm>
            <a:off x="577850" y="971550"/>
            <a:ext cx="5899150" cy="6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03B40B1-936D-42E6-2B14-8BC33EBB2921}"/>
              </a:ext>
            </a:extLst>
          </p:cNvPr>
          <p:cNvSpPr txBox="1"/>
          <p:nvPr/>
        </p:nvSpPr>
        <p:spPr>
          <a:xfrm>
            <a:off x="3639784" y="2571227"/>
            <a:ext cx="30108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bg1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调峰出清模型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35C0F3E-54A0-8D65-8395-345B88BC78DA}"/>
              </a:ext>
            </a:extLst>
          </p:cNvPr>
          <p:cNvSpPr txBox="1"/>
          <p:nvPr/>
        </p:nvSpPr>
        <p:spPr>
          <a:xfrm>
            <a:off x="4710729" y="2782669"/>
            <a:ext cx="223837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经济性目标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00EE04A-EF0E-AF85-CE5E-EF575D4B5FB2}"/>
              </a:ext>
            </a:extLst>
          </p:cNvPr>
          <p:cNvSpPr txBox="1"/>
          <p:nvPr/>
        </p:nvSpPr>
        <p:spPr>
          <a:xfrm>
            <a:off x="5561012" y="3429000"/>
            <a:ext cx="223837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质量性目标</a:t>
            </a:r>
          </a:p>
        </p:txBody>
      </p:sp>
    </p:spTree>
    <p:extLst>
      <p:ext uri="{BB962C8B-B14F-4D97-AF65-F5344CB8AC3E}">
        <p14:creationId xmlns:p14="http://schemas.microsoft.com/office/powerpoint/2010/main" val="15233115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01D0C114-722D-725D-9953-FD7AA326D3D3}"/>
              </a:ext>
            </a:extLst>
          </p:cNvPr>
          <p:cNvSpPr txBox="1"/>
          <p:nvPr/>
        </p:nvSpPr>
        <p:spPr>
          <a:xfrm>
            <a:off x="7729443" y="507556"/>
            <a:ext cx="5261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bg1">
                    <a:lumMod val="75000"/>
                  </a:schemeClr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lang="zh-CN" altLang="en-US" sz="1600" dirty="0">
                <a:solidFill>
                  <a:schemeClr val="bg1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面向虚拟电厂集群的电网调度框架</a:t>
            </a:r>
            <a:endParaRPr lang="zh-CN" altLang="en-US" sz="1600" dirty="0">
              <a:solidFill>
                <a:schemeClr val="bg1">
                  <a:lumMod val="7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65F2270-60C7-46F5-6443-B47713C67C96}"/>
              </a:ext>
            </a:extLst>
          </p:cNvPr>
          <p:cNvSpPr txBox="1"/>
          <p:nvPr/>
        </p:nvSpPr>
        <p:spPr>
          <a:xfrm>
            <a:off x="95250" y="362899"/>
            <a:ext cx="6997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lang="zh-CN" altLang="en-US" sz="28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计及市场主体调节质量的调峰出清</a:t>
            </a: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机制</a:t>
            </a:r>
            <a:endParaRPr lang="zh-CN" altLang="en-US" sz="2800" dirty="0">
              <a:effectLst/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19BF634-0A5B-4BB8-E62B-E42330DEA6D8}"/>
              </a:ext>
            </a:extLst>
          </p:cNvPr>
          <p:cNvSpPr/>
          <p:nvPr/>
        </p:nvSpPr>
        <p:spPr>
          <a:xfrm>
            <a:off x="577850" y="971550"/>
            <a:ext cx="5899150" cy="6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03B40B1-936D-42E6-2B14-8BC33EBB2921}"/>
              </a:ext>
            </a:extLst>
          </p:cNvPr>
          <p:cNvSpPr txBox="1"/>
          <p:nvPr/>
        </p:nvSpPr>
        <p:spPr>
          <a:xfrm>
            <a:off x="3639784" y="2571227"/>
            <a:ext cx="30108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bg1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调峰出清模型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35C0F3E-54A0-8D65-8395-345B88BC78DA}"/>
              </a:ext>
            </a:extLst>
          </p:cNvPr>
          <p:cNvSpPr txBox="1"/>
          <p:nvPr/>
        </p:nvSpPr>
        <p:spPr>
          <a:xfrm>
            <a:off x="4513879" y="2782669"/>
            <a:ext cx="223837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经济性目标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00EE04A-EF0E-AF85-CE5E-EF575D4B5FB2}"/>
              </a:ext>
            </a:extLst>
          </p:cNvPr>
          <p:cNvSpPr txBox="1"/>
          <p:nvPr/>
        </p:nvSpPr>
        <p:spPr>
          <a:xfrm>
            <a:off x="4728856" y="3760404"/>
            <a:ext cx="19722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质量性目标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160AB31-B8F2-10CB-13DC-4D149DACFA0E}"/>
              </a:ext>
            </a:extLst>
          </p:cNvPr>
          <p:cNvSpPr txBox="1"/>
          <p:nvPr/>
        </p:nvSpPr>
        <p:spPr>
          <a:xfrm>
            <a:off x="6477000" y="2967334"/>
            <a:ext cx="107094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（目标）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D262FCD-25F8-484C-149F-5D82A1F81CEB}"/>
              </a:ext>
            </a:extLst>
          </p:cNvPr>
          <p:cNvSpPr txBox="1"/>
          <p:nvPr/>
        </p:nvSpPr>
        <p:spPr>
          <a:xfrm>
            <a:off x="6476999" y="3872127"/>
            <a:ext cx="107094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（约束）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E2DF5557-4893-2A5A-4E70-819ACEB7B6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4975" y="7162799"/>
            <a:ext cx="6793717" cy="5742309"/>
          </a:xfrm>
          <a:prstGeom prst="rect">
            <a:avLst/>
          </a:prstGeom>
          <a:effectLst>
            <a:outerShdw blurRad="50800" dist="88900" dir="13500000" algn="b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5722905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01D0C114-722D-725D-9953-FD7AA326D3D3}"/>
              </a:ext>
            </a:extLst>
          </p:cNvPr>
          <p:cNvSpPr txBox="1"/>
          <p:nvPr/>
        </p:nvSpPr>
        <p:spPr>
          <a:xfrm>
            <a:off x="7729443" y="507556"/>
            <a:ext cx="5261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bg1">
                    <a:lumMod val="75000"/>
                  </a:schemeClr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lang="zh-CN" altLang="en-US" sz="1600" dirty="0">
                <a:solidFill>
                  <a:schemeClr val="bg1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面向虚拟电厂集群的电网调度框架</a:t>
            </a:r>
            <a:endParaRPr lang="zh-CN" altLang="en-US" sz="1600" dirty="0">
              <a:solidFill>
                <a:schemeClr val="bg1">
                  <a:lumMod val="7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65F2270-60C7-46F5-6443-B47713C67C96}"/>
              </a:ext>
            </a:extLst>
          </p:cNvPr>
          <p:cNvSpPr txBox="1"/>
          <p:nvPr/>
        </p:nvSpPr>
        <p:spPr>
          <a:xfrm>
            <a:off x="95250" y="362899"/>
            <a:ext cx="6997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lang="zh-CN" altLang="en-US" sz="28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计及市场主体调节质量的调峰出清</a:t>
            </a: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机制</a:t>
            </a:r>
            <a:endParaRPr lang="zh-CN" altLang="en-US" sz="2800" dirty="0">
              <a:effectLst/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19BF634-0A5B-4BB8-E62B-E42330DEA6D8}"/>
              </a:ext>
            </a:extLst>
          </p:cNvPr>
          <p:cNvSpPr/>
          <p:nvPr/>
        </p:nvSpPr>
        <p:spPr>
          <a:xfrm>
            <a:off x="577850" y="971550"/>
            <a:ext cx="5899150" cy="6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EB54B83-E12F-E14E-C5C0-322CDB62FC79}"/>
              </a:ext>
            </a:extLst>
          </p:cNvPr>
          <p:cNvSpPr txBox="1"/>
          <p:nvPr/>
        </p:nvSpPr>
        <p:spPr>
          <a:xfrm>
            <a:off x="1167429" y="3523675"/>
            <a:ext cx="223837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经济性目标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69A6156-34C9-602C-88F9-BDF352753FE7}"/>
              </a:ext>
            </a:extLst>
          </p:cNvPr>
          <p:cNvSpPr txBox="1"/>
          <p:nvPr/>
        </p:nvSpPr>
        <p:spPr>
          <a:xfrm>
            <a:off x="1382406" y="4501410"/>
            <a:ext cx="19722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质量性目标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AF79A1D-4D2B-62A4-0707-B069720A9675}"/>
              </a:ext>
            </a:extLst>
          </p:cNvPr>
          <p:cNvSpPr txBox="1"/>
          <p:nvPr/>
        </p:nvSpPr>
        <p:spPr>
          <a:xfrm>
            <a:off x="3130550" y="3708340"/>
            <a:ext cx="107094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（目标）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049F375-A5CC-7F0C-57EB-CC0A999843C9}"/>
              </a:ext>
            </a:extLst>
          </p:cNvPr>
          <p:cNvSpPr txBox="1"/>
          <p:nvPr/>
        </p:nvSpPr>
        <p:spPr>
          <a:xfrm>
            <a:off x="3130549" y="4613133"/>
            <a:ext cx="107094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（约束）</a:t>
            </a: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ED1E1CE1-030F-BA1D-3323-DC2A5B137B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0375" y="2635249"/>
            <a:ext cx="6793717" cy="5742309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88900" dir="13500000" algn="br" rotWithShape="0">
              <a:prstClr val="black">
                <a:alpha val="40000"/>
              </a:prstClr>
            </a:outerShdw>
          </a:effec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BECA346D-0A50-F944-9A80-EE46BDDAA735}"/>
              </a:ext>
            </a:extLst>
          </p:cNvPr>
          <p:cNvSpPr txBox="1"/>
          <p:nvPr/>
        </p:nvSpPr>
        <p:spPr>
          <a:xfrm>
            <a:off x="640073" y="1358037"/>
            <a:ext cx="31610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bg1">
                    <a:lumMod val="6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纳入调节质量的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3448280-5C34-C738-81E6-14939D987ED8}"/>
              </a:ext>
            </a:extLst>
          </p:cNvPr>
          <p:cNvSpPr txBox="1"/>
          <p:nvPr/>
        </p:nvSpPr>
        <p:spPr>
          <a:xfrm>
            <a:off x="1442245" y="1578629"/>
            <a:ext cx="27506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调峰出清模型</a:t>
            </a:r>
          </a:p>
        </p:txBody>
      </p:sp>
    </p:spTree>
    <p:extLst>
      <p:ext uri="{BB962C8B-B14F-4D97-AF65-F5344CB8AC3E}">
        <p14:creationId xmlns:p14="http://schemas.microsoft.com/office/powerpoint/2010/main" val="57905883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01D0C114-722D-725D-9953-FD7AA326D3D3}"/>
              </a:ext>
            </a:extLst>
          </p:cNvPr>
          <p:cNvSpPr txBox="1"/>
          <p:nvPr/>
        </p:nvSpPr>
        <p:spPr>
          <a:xfrm>
            <a:off x="7729443" y="507556"/>
            <a:ext cx="5261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bg1">
                    <a:lumMod val="75000"/>
                  </a:schemeClr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lang="zh-CN" altLang="en-US" sz="1600" dirty="0">
                <a:solidFill>
                  <a:schemeClr val="bg1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面向虚拟电厂集群的电网调度框架</a:t>
            </a:r>
            <a:endParaRPr lang="zh-CN" altLang="en-US" sz="1600" dirty="0">
              <a:solidFill>
                <a:schemeClr val="bg1">
                  <a:lumMod val="7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65F2270-60C7-46F5-6443-B47713C67C96}"/>
              </a:ext>
            </a:extLst>
          </p:cNvPr>
          <p:cNvSpPr txBox="1"/>
          <p:nvPr/>
        </p:nvSpPr>
        <p:spPr>
          <a:xfrm>
            <a:off x="95250" y="362899"/>
            <a:ext cx="6997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lang="zh-CN" altLang="en-US" sz="28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计及市场主体调节质量的调峰出清</a:t>
            </a: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机制</a:t>
            </a:r>
            <a:endParaRPr lang="zh-CN" altLang="en-US" sz="2800" dirty="0">
              <a:effectLst/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19BF634-0A5B-4BB8-E62B-E42330DEA6D8}"/>
              </a:ext>
            </a:extLst>
          </p:cNvPr>
          <p:cNvSpPr/>
          <p:nvPr/>
        </p:nvSpPr>
        <p:spPr>
          <a:xfrm>
            <a:off x="577850" y="971550"/>
            <a:ext cx="5899150" cy="6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2F97E732-EA79-24C6-28BF-4C743FBBA3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0375" y="1631949"/>
            <a:ext cx="6793717" cy="5742309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88900" dir="13500000" algn="br" rotWithShape="0">
              <a:prstClr val="black">
                <a:alpha val="40000"/>
              </a:prstClr>
            </a:outerShdw>
          </a:effectLst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853866E6-CE00-8572-B3EA-C05802734C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1007" y="7440254"/>
            <a:ext cx="7172956" cy="5646996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88900" dir="13500000" algn="br" rotWithShape="0">
              <a:prstClr val="black">
                <a:alpha val="40000"/>
              </a:prstClr>
            </a:outerShdw>
          </a:effectLst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A81F965B-9058-0B48-E94F-AC639B902822}"/>
              </a:ext>
            </a:extLst>
          </p:cNvPr>
          <p:cNvSpPr txBox="1"/>
          <p:nvPr/>
        </p:nvSpPr>
        <p:spPr>
          <a:xfrm>
            <a:off x="1167429" y="3523675"/>
            <a:ext cx="223837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经济性目标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991C93A-DA6C-C7F8-6A5D-7DCDC9F481F5}"/>
              </a:ext>
            </a:extLst>
          </p:cNvPr>
          <p:cNvSpPr txBox="1"/>
          <p:nvPr/>
        </p:nvSpPr>
        <p:spPr>
          <a:xfrm>
            <a:off x="1382406" y="4501410"/>
            <a:ext cx="19722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质量性目标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435AC31-16A0-621C-D04E-A4A6DC184CAA}"/>
              </a:ext>
            </a:extLst>
          </p:cNvPr>
          <p:cNvSpPr txBox="1"/>
          <p:nvPr/>
        </p:nvSpPr>
        <p:spPr>
          <a:xfrm>
            <a:off x="3130550" y="3708340"/>
            <a:ext cx="107094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（目标）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2FED8DF1-3088-44B2-A560-8541495B774E}"/>
              </a:ext>
            </a:extLst>
          </p:cNvPr>
          <p:cNvSpPr txBox="1"/>
          <p:nvPr/>
        </p:nvSpPr>
        <p:spPr>
          <a:xfrm>
            <a:off x="3130549" y="4613133"/>
            <a:ext cx="107094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（约束）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39D3993-FD43-CDEF-113E-05248906987F}"/>
              </a:ext>
            </a:extLst>
          </p:cNvPr>
          <p:cNvSpPr txBox="1"/>
          <p:nvPr/>
        </p:nvSpPr>
        <p:spPr>
          <a:xfrm>
            <a:off x="640073" y="1358037"/>
            <a:ext cx="31610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bg1">
                    <a:lumMod val="6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纳入调节质量的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525E712-DADD-09EF-B5F4-BEE921549376}"/>
              </a:ext>
            </a:extLst>
          </p:cNvPr>
          <p:cNvSpPr txBox="1"/>
          <p:nvPr/>
        </p:nvSpPr>
        <p:spPr>
          <a:xfrm>
            <a:off x="1442245" y="1578629"/>
            <a:ext cx="27506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调峰出清模型</a:t>
            </a:r>
          </a:p>
        </p:txBody>
      </p:sp>
    </p:spTree>
    <p:extLst>
      <p:ext uri="{BB962C8B-B14F-4D97-AF65-F5344CB8AC3E}">
        <p14:creationId xmlns:p14="http://schemas.microsoft.com/office/powerpoint/2010/main" val="283758666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01D0C114-722D-725D-9953-FD7AA326D3D3}"/>
              </a:ext>
            </a:extLst>
          </p:cNvPr>
          <p:cNvSpPr txBox="1"/>
          <p:nvPr/>
        </p:nvSpPr>
        <p:spPr>
          <a:xfrm>
            <a:off x="7729443" y="507556"/>
            <a:ext cx="5261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bg1">
                    <a:lumMod val="75000"/>
                  </a:schemeClr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lang="zh-CN" altLang="en-US" sz="1600" dirty="0">
                <a:solidFill>
                  <a:schemeClr val="bg1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面向虚拟电厂集群的电网调度框架</a:t>
            </a:r>
            <a:endParaRPr lang="zh-CN" altLang="en-US" sz="1600" dirty="0">
              <a:solidFill>
                <a:schemeClr val="bg1">
                  <a:lumMod val="7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65F2270-60C7-46F5-6443-B47713C67C96}"/>
              </a:ext>
            </a:extLst>
          </p:cNvPr>
          <p:cNvSpPr txBox="1"/>
          <p:nvPr/>
        </p:nvSpPr>
        <p:spPr>
          <a:xfrm>
            <a:off x="95250" y="362899"/>
            <a:ext cx="6997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lang="zh-CN" altLang="en-US" sz="28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计及市场主体调节质量的调峰出清</a:t>
            </a: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机制</a:t>
            </a:r>
            <a:endParaRPr lang="zh-CN" altLang="en-US" sz="2800" dirty="0">
              <a:effectLst/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19BF634-0A5B-4BB8-E62B-E42330DEA6D8}"/>
              </a:ext>
            </a:extLst>
          </p:cNvPr>
          <p:cNvSpPr/>
          <p:nvPr/>
        </p:nvSpPr>
        <p:spPr>
          <a:xfrm>
            <a:off x="577850" y="971550"/>
            <a:ext cx="5899150" cy="6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7689A6D-A0A2-E6F3-2837-A892AB1DE2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5525" y="1327149"/>
            <a:ext cx="6793717" cy="5742309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88900" dir="13500000" algn="br" rotWithShape="0">
              <a:prstClr val="black">
                <a:alpha val="40000"/>
              </a:prstClr>
            </a:outerShdw>
          </a:effec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546C877C-A6C1-E100-6DEB-C3EC64D0EF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1007" y="2239604"/>
            <a:ext cx="7172956" cy="5646996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88900" dir="13500000" algn="br" rotWithShape="0">
              <a:prstClr val="black">
                <a:alpha val="40000"/>
              </a:prstClr>
            </a:outerShdw>
          </a:effectLst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ED2ACBEF-4A27-2DC2-2757-F0BFA63A9A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9014" y="7720860"/>
            <a:ext cx="7230849" cy="5310490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88900" dir="13500000" algn="br" rotWithShape="0">
              <a:prstClr val="black">
                <a:alpha val="40000"/>
              </a:prstClr>
            </a:outerShdw>
          </a:effectLst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458429FA-1315-ED44-7F54-359E148783FF}"/>
              </a:ext>
            </a:extLst>
          </p:cNvPr>
          <p:cNvSpPr txBox="1"/>
          <p:nvPr/>
        </p:nvSpPr>
        <p:spPr>
          <a:xfrm>
            <a:off x="1167429" y="3523675"/>
            <a:ext cx="223837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经济性目标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00C46D0-96AE-21EF-6AA8-5D1C810D91C3}"/>
              </a:ext>
            </a:extLst>
          </p:cNvPr>
          <p:cNvSpPr txBox="1"/>
          <p:nvPr/>
        </p:nvSpPr>
        <p:spPr>
          <a:xfrm>
            <a:off x="1382406" y="4501410"/>
            <a:ext cx="19722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质量性目标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ED4D063-AF3D-63DC-457C-F8BD06A6E897}"/>
              </a:ext>
            </a:extLst>
          </p:cNvPr>
          <p:cNvSpPr txBox="1"/>
          <p:nvPr/>
        </p:nvSpPr>
        <p:spPr>
          <a:xfrm>
            <a:off x="3130550" y="3708340"/>
            <a:ext cx="107094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（目标）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E65093F-CA47-52FB-F3B5-43841909C434}"/>
              </a:ext>
            </a:extLst>
          </p:cNvPr>
          <p:cNvSpPr txBox="1"/>
          <p:nvPr/>
        </p:nvSpPr>
        <p:spPr>
          <a:xfrm>
            <a:off x="3130549" y="4613133"/>
            <a:ext cx="107094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（约束）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AFED5D7-DC38-130F-77A7-D75B025C94D2}"/>
              </a:ext>
            </a:extLst>
          </p:cNvPr>
          <p:cNvSpPr txBox="1"/>
          <p:nvPr/>
        </p:nvSpPr>
        <p:spPr>
          <a:xfrm>
            <a:off x="640073" y="1358037"/>
            <a:ext cx="31610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bg1">
                    <a:lumMod val="6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纳入调节质量的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E50331A-EF82-C09A-B58B-09E699B5FF6B}"/>
              </a:ext>
            </a:extLst>
          </p:cNvPr>
          <p:cNvSpPr txBox="1"/>
          <p:nvPr/>
        </p:nvSpPr>
        <p:spPr>
          <a:xfrm>
            <a:off x="1442245" y="1578629"/>
            <a:ext cx="27506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调峰出清模型</a:t>
            </a:r>
          </a:p>
        </p:txBody>
      </p:sp>
    </p:spTree>
    <p:extLst>
      <p:ext uri="{BB962C8B-B14F-4D97-AF65-F5344CB8AC3E}">
        <p14:creationId xmlns:p14="http://schemas.microsoft.com/office/powerpoint/2010/main" val="19931521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01D0C114-722D-725D-9953-FD7AA326D3D3}"/>
              </a:ext>
            </a:extLst>
          </p:cNvPr>
          <p:cNvSpPr txBox="1"/>
          <p:nvPr/>
        </p:nvSpPr>
        <p:spPr>
          <a:xfrm>
            <a:off x="7729443" y="507556"/>
            <a:ext cx="5261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bg1">
                    <a:lumMod val="75000"/>
                  </a:schemeClr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lang="zh-CN" altLang="en-US" sz="1600" dirty="0">
                <a:solidFill>
                  <a:schemeClr val="bg1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面向虚拟电厂集群的电网调度框架</a:t>
            </a:r>
            <a:endParaRPr lang="zh-CN" altLang="en-US" sz="1600" dirty="0">
              <a:solidFill>
                <a:schemeClr val="bg1">
                  <a:lumMod val="7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65F2270-60C7-46F5-6443-B47713C67C96}"/>
              </a:ext>
            </a:extLst>
          </p:cNvPr>
          <p:cNvSpPr txBox="1"/>
          <p:nvPr/>
        </p:nvSpPr>
        <p:spPr>
          <a:xfrm>
            <a:off x="95250" y="362899"/>
            <a:ext cx="6997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lang="zh-CN" altLang="en-US" sz="28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计及市场主体调节质量的调峰出清</a:t>
            </a: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机制</a:t>
            </a:r>
            <a:endParaRPr lang="zh-CN" altLang="en-US" sz="2800" dirty="0">
              <a:effectLst/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19BF634-0A5B-4BB8-E62B-E42330DEA6D8}"/>
              </a:ext>
            </a:extLst>
          </p:cNvPr>
          <p:cNvSpPr/>
          <p:nvPr/>
        </p:nvSpPr>
        <p:spPr>
          <a:xfrm>
            <a:off x="577850" y="971550"/>
            <a:ext cx="5899150" cy="6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BD721308-D5ED-599B-342C-CB9DF176AF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5525" y="1327149"/>
            <a:ext cx="6793717" cy="5742309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88900" dir="13500000" algn="br" rotWithShape="0">
              <a:prstClr val="black">
                <a:alpha val="40000"/>
              </a:prstClr>
            </a:outerShdw>
          </a:effectLst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CB152768-04A2-7BA9-2B09-3806381615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7793" y="1481850"/>
            <a:ext cx="7172956" cy="5646996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88900" dir="13500000" algn="br" rotWithShape="0">
              <a:prstClr val="black">
                <a:alpha val="40000"/>
              </a:prstClr>
            </a:outerShdw>
          </a:effectLst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FFB825CF-8320-DC07-5D29-3D0ADCCE86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9014" y="2082060"/>
            <a:ext cx="7230849" cy="5310490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88900" dir="13500000" algn="br" rotWithShape="0">
              <a:prstClr val="black">
                <a:alpha val="40000"/>
              </a:prstClr>
            </a:outerShdw>
          </a:effectLst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783E69B9-4F06-4F84-5D08-2A301FB38598}"/>
              </a:ext>
            </a:extLst>
          </p:cNvPr>
          <p:cNvSpPr txBox="1"/>
          <p:nvPr/>
        </p:nvSpPr>
        <p:spPr>
          <a:xfrm>
            <a:off x="1167429" y="3523675"/>
            <a:ext cx="223837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经济性目标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405FA1AE-1842-1D24-E79A-D68379215AC8}"/>
              </a:ext>
            </a:extLst>
          </p:cNvPr>
          <p:cNvSpPr txBox="1"/>
          <p:nvPr/>
        </p:nvSpPr>
        <p:spPr>
          <a:xfrm>
            <a:off x="1382406" y="4501410"/>
            <a:ext cx="19722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质量性目标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A304EFC6-4EC3-BE84-8A08-6423AF6E857B}"/>
              </a:ext>
            </a:extLst>
          </p:cNvPr>
          <p:cNvSpPr txBox="1"/>
          <p:nvPr/>
        </p:nvSpPr>
        <p:spPr>
          <a:xfrm>
            <a:off x="3130550" y="3708340"/>
            <a:ext cx="107094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（目标）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51DF412-475C-FDA1-C398-1AACEA2B3098}"/>
              </a:ext>
            </a:extLst>
          </p:cNvPr>
          <p:cNvSpPr txBox="1"/>
          <p:nvPr/>
        </p:nvSpPr>
        <p:spPr>
          <a:xfrm>
            <a:off x="3130549" y="4613133"/>
            <a:ext cx="107094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（约束）</a:t>
            </a: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23CA1AF3-6B2D-70BE-D6EF-A223B60B5E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88591" y="7557673"/>
            <a:ext cx="7324489" cy="5650925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88900" dir="13500000" algn="br" rotWithShape="0">
              <a:prstClr val="black">
                <a:alpha val="40000"/>
              </a:prstClr>
            </a:outerShdw>
          </a:effec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0FAF03FA-02F5-5C66-5C38-33A198D51652}"/>
              </a:ext>
            </a:extLst>
          </p:cNvPr>
          <p:cNvSpPr txBox="1"/>
          <p:nvPr/>
        </p:nvSpPr>
        <p:spPr>
          <a:xfrm>
            <a:off x="640073" y="1358037"/>
            <a:ext cx="31610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bg1">
                    <a:lumMod val="6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纳入调节质量的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8A9DAA3-9F60-42B6-F827-CF70C5E26C76}"/>
              </a:ext>
            </a:extLst>
          </p:cNvPr>
          <p:cNvSpPr txBox="1"/>
          <p:nvPr/>
        </p:nvSpPr>
        <p:spPr>
          <a:xfrm>
            <a:off x="1442245" y="1578629"/>
            <a:ext cx="27506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调峰出清模型</a:t>
            </a:r>
          </a:p>
        </p:txBody>
      </p:sp>
    </p:spTree>
    <p:extLst>
      <p:ext uri="{BB962C8B-B14F-4D97-AF65-F5344CB8AC3E}">
        <p14:creationId xmlns:p14="http://schemas.microsoft.com/office/powerpoint/2010/main" val="150988480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01D0C114-722D-725D-9953-FD7AA326D3D3}"/>
              </a:ext>
            </a:extLst>
          </p:cNvPr>
          <p:cNvSpPr txBox="1"/>
          <p:nvPr/>
        </p:nvSpPr>
        <p:spPr>
          <a:xfrm>
            <a:off x="7729443" y="507556"/>
            <a:ext cx="5261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bg1">
                    <a:lumMod val="75000"/>
                  </a:schemeClr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lang="zh-CN" altLang="en-US" sz="1600" dirty="0">
                <a:solidFill>
                  <a:schemeClr val="bg1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面向虚拟电厂集群的电网调度框架</a:t>
            </a:r>
            <a:endParaRPr lang="zh-CN" altLang="en-US" sz="1600" dirty="0">
              <a:solidFill>
                <a:schemeClr val="bg1">
                  <a:lumMod val="7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65F2270-60C7-46F5-6443-B47713C67C96}"/>
              </a:ext>
            </a:extLst>
          </p:cNvPr>
          <p:cNvSpPr txBox="1"/>
          <p:nvPr/>
        </p:nvSpPr>
        <p:spPr>
          <a:xfrm>
            <a:off x="95250" y="362899"/>
            <a:ext cx="6997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lang="zh-CN" altLang="en-US" sz="28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计及市场主体调节质量的调峰出清</a:t>
            </a: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机制</a:t>
            </a:r>
            <a:endParaRPr lang="zh-CN" altLang="en-US" sz="2800" dirty="0">
              <a:effectLst/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19BF634-0A5B-4BB8-E62B-E42330DEA6D8}"/>
              </a:ext>
            </a:extLst>
          </p:cNvPr>
          <p:cNvSpPr/>
          <p:nvPr/>
        </p:nvSpPr>
        <p:spPr>
          <a:xfrm>
            <a:off x="577850" y="971550"/>
            <a:ext cx="5899150" cy="6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6024973-B6B8-5F69-731E-EA65B7CA17BB}"/>
              </a:ext>
            </a:extLst>
          </p:cNvPr>
          <p:cNvSpPr txBox="1"/>
          <p:nvPr/>
        </p:nvSpPr>
        <p:spPr>
          <a:xfrm>
            <a:off x="1167429" y="3523675"/>
            <a:ext cx="223837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经济性目标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2F38BF6-849C-689A-D628-F2053AD39021}"/>
              </a:ext>
            </a:extLst>
          </p:cNvPr>
          <p:cNvSpPr txBox="1"/>
          <p:nvPr/>
        </p:nvSpPr>
        <p:spPr>
          <a:xfrm>
            <a:off x="1382406" y="4501410"/>
            <a:ext cx="19722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质量性目标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2F7DA7B-1A50-6F8A-74BB-9C29217D528D}"/>
              </a:ext>
            </a:extLst>
          </p:cNvPr>
          <p:cNvSpPr txBox="1"/>
          <p:nvPr/>
        </p:nvSpPr>
        <p:spPr>
          <a:xfrm>
            <a:off x="3130550" y="3708340"/>
            <a:ext cx="107094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（目标）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679C63D-3B72-F923-109E-B58AC03FF4D2}"/>
              </a:ext>
            </a:extLst>
          </p:cNvPr>
          <p:cNvSpPr txBox="1"/>
          <p:nvPr/>
        </p:nvSpPr>
        <p:spPr>
          <a:xfrm>
            <a:off x="3130549" y="4613133"/>
            <a:ext cx="107094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（约束）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BD721308-D5ED-599B-342C-CB9DF176AF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5525" y="1327149"/>
            <a:ext cx="6793717" cy="5742309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88900" dir="13500000" algn="br" rotWithShape="0">
              <a:prstClr val="black">
                <a:alpha val="40000"/>
              </a:prstClr>
            </a:outerShdw>
          </a:effectLst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F029F64E-ED5F-A5C4-987E-186DEA9443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7793" y="1481850"/>
            <a:ext cx="7172956" cy="5646996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88900" dir="13500000" algn="br" rotWithShape="0">
              <a:prstClr val="black">
                <a:alpha val="40000"/>
              </a:prstClr>
            </a:outerShdw>
          </a:effectLst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FFB825CF-8320-DC07-5D29-3D0ADCCE86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02841" y="1670790"/>
            <a:ext cx="7230849" cy="5310490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88900" dir="13500000" algn="br" rotWithShape="0">
              <a:prstClr val="black">
                <a:alpha val="40000"/>
              </a:prstClr>
            </a:outerShdw>
          </a:effectLst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F277C6A5-376A-F221-EA8A-5897B924A6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88591" y="2166523"/>
            <a:ext cx="7324489" cy="5650925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88900" dir="13500000" algn="br" rotWithShape="0">
              <a:prstClr val="black">
                <a:alpha val="40000"/>
              </a:prstClr>
            </a:outerShdw>
          </a:effec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3E12F1D4-B5E7-6CBB-592B-56E92D2D7EDD}"/>
              </a:ext>
            </a:extLst>
          </p:cNvPr>
          <p:cNvSpPr txBox="1"/>
          <p:nvPr/>
        </p:nvSpPr>
        <p:spPr>
          <a:xfrm>
            <a:off x="640073" y="1358037"/>
            <a:ext cx="31610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bg1">
                    <a:lumMod val="6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纳入调节质量的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7C57F82-BFE8-B459-E55D-CBF0E8A61DA5}"/>
              </a:ext>
            </a:extLst>
          </p:cNvPr>
          <p:cNvSpPr txBox="1"/>
          <p:nvPr/>
        </p:nvSpPr>
        <p:spPr>
          <a:xfrm>
            <a:off x="1442245" y="1578629"/>
            <a:ext cx="27506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调峰出清模型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06040AA-42B4-E216-F7A2-A4C461BDD17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93749" y="7692477"/>
            <a:ext cx="4811844" cy="8858317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88900" dir="13500000" algn="br" rotWithShape="0">
              <a:prstClr val="black">
                <a:alpha val="40000"/>
              </a:prstClr>
            </a:outerShdw>
          </a:effec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8401A2B-5D04-9348-04B9-A3E68A91178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78814" y="10645227"/>
            <a:ext cx="4078901" cy="8923856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88900" dir="13500000" algn="b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3396056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01D0C114-722D-725D-9953-FD7AA326D3D3}"/>
              </a:ext>
            </a:extLst>
          </p:cNvPr>
          <p:cNvSpPr txBox="1"/>
          <p:nvPr/>
        </p:nvSpPr>
        <p:spPr>
          <a:xfrm>
            <a:off x="7729443" y="507556"/>
            <a:ext cx="5261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bg1">
                    <a:lumMod val="75000"/>
                  </a:schemeClr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lang="zh-CN" altLang="en-US" sz="1600" dirty="0">
                <a:solidFill>
                  <a:schemeClr val="bg1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面向虚拟电厂集群的电网调度框架</a:t>
            </a:r>
            <a:endParaRPr lang="zh-CN" altLang="en-US" sz="1600" dirty="0">
              <a:solidFill>
                <a:schemeClr val="bg1">
                  <a:lumMod val="7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65F2270-60C7-46F5-6443-B47713C67C96}"/>
              </a:ext>
            </a:extLst>
          </p:cNvPr>
          <p:cNvSpPr txBox="1"/>
          <p:nvPr/>
        </p:nvSpPr>
        <p:spPr>
          <a:xfrm>
            <a:off x="95250" y="362899"/>
            <a:ext cx="6997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lang="zh-CN" altLang="en-US" sz="28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计及市场主体调节质量的调峰出清</a:t>
            </a: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机制</a:t>
            </a:r>
            <a:endParaRPr lang="zh-CN" altLang="en-US" sz="2800" dirty="0">
              <a:effectLst/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19BF634-0A5B-4BB8-E62B-E42330DEA6D8}"/>
              </a:ext>
            </a:extLst>
          </p:cNvPr>
          <p:cNvSpPr/>
          <p:nvPr/>
        </p:nvSpPr>
        <p:spPr>
          <a:xfrm>
            <a:off x="577850" y="971550"/>
            <a:ext cx="5899150" cy="6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6024973-B6B8-5F69-731E-EA65B7CA17BB}"/>
              </a:ext>
            </a:extLst>
          </p:cNvPr>
          <p:cNvSpPr txBox="1"/>
          <p:nvPr/>
        </p:nvSpPr>
        <p:spPr>
          <a:xfrm>
            <a:off x="-3288459" y="3523675"/>
            <a:ext cx="223837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经济性目标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2F38BF6-849C-689A-D628-F2053AD39021}"/>
              </a:ext>
            </a:extLst>
          </p:cNvPr>
          <p:cNvSpPr txBox="1"/>
          <p:nvPr/>
        </p:nvSpPr>
        <p:spPr>
          <a:xfrm>
            <a:off x="-3073482" y="4501410"/>
            <a:ext cx="19722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质量性目标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2F7DA7B-1A50-6F8A-74BB-9C29217D528D}"/>
              </a:ext>
            </a:extLst>
          </p:cNvPr>
          <p:cNvSpPr txBox="1"/>
          <p:nvPr/>
        </p:nvSpPr>
        <p:spPr>
          <a:xfrm>
            <a:off x="-1325338" y="3708340"/>
            <a:ext cx="107094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（目标）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679C63D-3B72-F923-109E-B58AC03FF4D2}"/>
              </a:ext>
            </a:extLst>
          </p:cNvPr>
          <p:cNvSpPr txBox="1"/>
          <p:nvPr/>
        </p:nvSpPr>
        <p:spPr>
          <a:xfrm>
            <a:off x="-1325339" y="4613133"/>
            <a:ext cx="107094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（约束）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BD721308-D5ED-599B-342C-CB9DF176AF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5525" y="7684409"/>
            <a:ext cx="6793717" cy="5742309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88900" dir="13500000" algn="br" rotWithShape="0">
              <a:prstClr val="black">
                <a:alpha val="40000"/>
              </a:prstClr>
            </a:outerShdw>
          </a:effectLst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F029F64E-ED5F-A5C4-987E-186DEA9443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7793" y="11235458"/>
            <a:ext cx="7172956" cy="5646996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88900" dir="13500000" algn="br" rotWithShape="0">
              <a:prstClr val="black">
                <a:alpha val="40000"/>
              </a:prstClr>
            </a:outerShdw>
          </a:effectLst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FFB825CF-8320-DC07-5D29-3D0ADCCE86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02841" y="14312744"/>
            <a:ext cx="7230849" cy="5310490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88900" dir="13500000" algn="br" rotWithShape="0">
              <a:prstClr val="black">
                <a:alpha val="40000"/>
              </a:prstClr>
            </a:outerShdw>
          </a:effectLst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F277C6A5-376A-F221-EA8A-5897B924A6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88591" y="16492134"/>
            <a:ext cx="7324489" cy="5650925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88900" dir="13500000" algn="br" rotWithShape="0">
              <a:prstClr val="black">
                <a:alpha val="40000"/>
              </a:prstClr>
            </a:outerShdw>
          </a:effec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67F34151-DFF5-99FD-3137-47A0469D3599}"/>
              </a:ext>
            </a:extLst>
          </p:cNvPr>
          <p:cNvSpPr txBox="1"/>
          <p:nvPr/>
        </p:nvSpPr>
        <p:spPr>
          <a:xfrm>
            <a:off x="640073" y="1358037"/>
            <a:ext cx="31610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bg1">
                    <a:lumMod val="6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纳入调节质量的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EC7E0D3-7D4E-1295-E1A0-8CC1C531F191}"/>
              </a:ext>
            </a:extLst>
          </p:cNvPr>
          <p:cNvSpPr txBox="1"/>
          <p:nvPr/>
        </p:nvSpPr>
        <p:spPr>
          <a:xfrm>
            <a:off x="1442245" y="1578629"/>
            <a:ext cx="27506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调峰出清模型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2A6286B-E256-F698-1656-1F6EBF7509D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93749" y="2301327"/>
            <a:ext cx="4811844" cy="8858317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88900" dir="13500000" algn="br" rotWithShape="0">
              <a:prstClr val="black">
                <a:alpha val="40000"/>
              </a:prstClr>
            </a:outerShdw>
          </a:effectLst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60E11E72-6C43-BFAE-3E3B-7E160B7D280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78814" y="2301327"/>
            <a:ext cx="4078901" cy="8923856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88900" dir="13500000" algn="br" rotWithShape="0">
              <a:prstClr val="black">
                <a:alpha val="40000"/>
              </a:prstClr>
            </a:outerShdw>
          </a:effectLst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8B49DD8D-176F-C25A-24B0-43B477D82CF9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09" r="5826"/>
          <a:stretch/>
        </p:blipFill>
        <p:spPr bwMode="auto">
          <a:xfrm>
            <a:off x="2162175" y="7744692"/>
            <a:ext cx="7867650" cy="49815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0676187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01D0C114-722D-725D-9953-FD7AA326D3D3}"/>
              </a:ext>
            </a:extLst>
          </p:cNvPr>
          <p:cNvSpPr txBox="1"/>
          <p:nvPr/>
        </p:nvSpPr>
        <p:spPr>
          <a:xfrm>
            <a:off x="7729443" y="507556"/>
            <a:ext cx="5261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bg1">
                    <a:lumMod val="75000"/>
                  </a:schemeClr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lang="zh-CN" altLang="en-US" sz="1600" dirty="0">
                <a:solidFill>
                  <a:schemeClr val="bg1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面向虚拟电厂集群的电网调度框架</a:t>
            </a:r>
            <a:endParaRPr lang="zh-CN" altLang="en-US" sz="1600" dirty="0">
              <a:solidFill>
                <a:schemeClr val="bg1">
                  <a:lumMod val="7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65F2270-60C7-46F5-6443-B47713C67C96}"/>
              </a:ext>
            </a:extLst>
          </p:cNvPr>
          <p:cNvSpPr txBox="1"/>
          <p:nvPr/>
        </p:nvSpPr>
        <p:spPr>
          <a:xfrm>
            <a:off x="95250" y="362899"/>
            <a:ext cx="6997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lang="zh-CN" altLang="en-US" sz="28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计及市场主体调节质量的调峰出清</a:t>
            </a: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机制</a:t>
            </a:r>
            <a:endParaRPr lang="zh-CN" altLang="en-US" sz="2800" dirty="0">
              <a:effectLst/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19BF634-0A5B-4BB8-E62B-E42330DEA6D8}"/>
              </a:ext>
            </a:extLst>
          </p:cNvPr>
          <p:cNvSpPr/>
          <p:nvPr/>
        </p:nvSpPr>
        <p:spPr>
          <a:xfrm>
            <a:off x="577850" y="971550"/>
            <a:ext cx="5899150" cy="6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7F34151-DFF5-99FD-3137-47A0469D3599}"/>
              </a:ext>
            </a:extLst>
          </p:cNvPr>
          <p:cNvSpPr txBox="1"/>
          <p:nvPr/>
        </p:nvSpPr>
        <p:spPr>
          <a:xfrm>
            <a:off x="640073" y="1358037"/>
            <a:ext cx="31610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bg1">
                    <a:lumMod val="6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纳入调节质量的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EC7E0D3-7D4E-1295-E1A0-8CC1C531F191}"/>
              </a:ext>
            </a:extLst>
          </p:cNvPr>
          <p:cNvSpPr txBox="1"/>
          <p:nvPr/>
        </p:nvSpPr>
        <p:spPr>
          <a:xfrm>
            <a:off x="1442245" y="1578629"/>
            <a:ext cx="27506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调峰出清模型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A7B7243-44B9-408C-0E1F-F9B48FFD1B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3749" y="7692477"/>
            <a:ext cx="4811844" cy="8858317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88900" dir="13500000" algn="br" rotWithShape="0">
              <a:prstClr val="black">
                <a:alpha val="40000"/>
              </a:prstClr>
            </a:outerShdw>
          </a:effectLst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9715C00A-4590-2CCA-E66D-7CB88778F6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8814" y="10645227"/>
            <a:ext cx="4078901" cy="8923856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88900" dir="13500000" algn="br" rotWithShape="0">
              <a:prstClr val="black">
                <a:alpha val="40000"/>
              </a:prstClr>
            </a:outerShdw>
          </a:effectLst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20F738E2-0951-FC31-A350-DA63441E3F7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09" r="5826"/>
          <a:stretch/>
        </p:blipFill>
        <p:spPr bwMode="auto">
          <a:xfrm>
            <a:off x="2162175" y="2010642"/>
            <a:ext cx="7867650" cy="4981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90724790-0F3E-0BDC-1B77-40748251AC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23624" y="7627603"/>
            <a:ext cx="4028455" cy="8785179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88900" dir="13500000" algn="b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6921076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01D0C114-722D-725D-9953-FD7AA326D3D3}"/>
              </a:ext>
            </a:extLst>
          </p:cNvPr>
          <p:cNvSpPr txBox="1"/>
          <p:nvPr/>
        </p:nvSpPr>
        <p:spPr>
          <a:xfrm>
            <a:off x="7729443" y="507556"/>
            <a:ext cx="5261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bg1">
                    <a:lumMod val="75000"/>
                  </a:schemeClr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lang="zh-CN" altLang="en-US" sz="1600" dirty="0">
                <a:solidFill>
                  <a:schemeClr val="bg1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面向虚拟电厂集群的电网调度框架</a:t>
            </a:r>
            <a:endParaRPr lang="zh-CN" altLang="en-US" sz="1600" dirty="0">
              <a:solidFill>
                <a:schemeClr val="bg1">
                  <a:lumMod val="7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65F2270-60C7-46F5-6443-B47713C67C96}"/>
              </a:ext>
            </a:extLst>
          </p:cNvPr>
          <p:cNvSpPr txBox="1"/>
          <p:nvPr/>
        </p:nvSpPr>
        <p:spPr>
          <a:xfrm>
            <a:off x="95250" y="362899"/>
            <a:ext cx="6997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lang="zh-CN" altLang="en-US" sz="28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计及市场主体调节质量的调峰出清</a:t>
            </a: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机制</a:t>
            </a:r>
            <a:endParaRPr lang="zh-CN" altLang="en-US" sz="2800" dirty="0">
              <a:effectLst/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19BF634-0A5B-4BB8-E62B-E42330DEA6D8}"/>
              </a:ext>
            </a:extLst>
          </p:cNvPr>
          <p:cNvSpPr/>
          <p:nvPr/>
        </p:nvSpPr>
        <p:spPr>
          <a:xfrm>
            <a:off x="577850" y="971550"/>
            <a:ext cx="5899150" cy="6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7F34151-DFF5-99FD-3137-47A0469D3599}"/>
              </a:ext>
            </a:extLst>
          </p:cNvPr>
          <p:cNvSpPr txBox="1"/>
          <p:nvPr/>
        </p:nvSpPr>
        <p:spPr>
          <a:xfrm>
            <a:off x="640073" y="1358037"/>
            <a:ext cx="31610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bg1">
                    <a:lumMod val="6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纳入调节质量的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EC7E0D3-7D4E-1295-E1A0-8CC1C531F191}"/>
              </a:ext>
            </a:extLst>
          </p:cNvPr>
          <p:cNvSpPr txBox="1"/>
          <p:nvPr/>
        </p:nvSpPr>
        <p:spPr>
          <a:xfrm>
            <a:off x="1442245" y="1578629"/>
            <a:ext cx="27506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调峰出清模型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20F738E2-0951-FC31-A350-DA63441E3F7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09" r="5826"/>
          <a:stretch/>
        </p:blipFill>
        <p:spPr bwMode="auto">
          <a:xfrm>
            <a:off x="-232979" y="2010642"/>
            <a:ext cx="7867650" cy="4981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8A87244-66B0-EA70-F7AF-F96A59B983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3624" y="1663328"/>
            <a:ext cx="4028455" cy="8785179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88900" dir="13500000" algn="br" rotWithShape="0">
              <a:prstClr val="black">
                <a:alpha val="40000"/>
              </a:prstClr>
            </a:outerShdw>
          </a:effectLst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63E1A844-1EBD-8835-F637-F8E6600C246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4474"/>
          <a:stretch/>
        </p:blipFill>
        <p:spPr>
          <a:xfrm>
            <a:off x="1759064" y="7955819"/>
            <a:ext cx="8673872" cy="6551174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88900" dir="13500000" algn="b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2564646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01D0C114-722D-725D-9953-FD7AA326D3D3}"/>
              </a:ext>
            </a:extLst>
          </p:cNvPr>
          <p:cNvSpPr txBox="1"/>
          <p:nvPr/>
        </p:nvSpPr>
        <p:spPr>
          <a:xfrm>
            <a:off x="7729443" y="507556"/>
            <a:ext cx="5261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bg1">
                    <a:lumMod val="75000"/>
                  </a:schemeClr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lang="zh-CN" altLang="en-US" sz="1600" dirty="0">
                <a:solidFill>
                  <a:schemeClr val="bg1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面向虚拟电厂集群的电网调度框架</a:t>
            </a:r>
            <a:endParaRPr lang="zh-CN" altLang="en-US" sz="1600" dirty="0">
              <a:solidFill>
                <a:schemeClr val="bg1">
                  <a:lumMod val="7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65F2270-60C7-46F5-6443-B47713C67C96}"/>
              </a:ext>
            </a:extLst>
          </p:cNvPr>
          <p:cNvSpPr txBox="1"/>
          <p:nvPr/>
        </p:nvSpPr>
        <p:spPr>
          <a:xfrm>
            <a:off x="95250" y="362899"/>
            <a:ext cx="6997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lang="zh-CN" altLang="en-US" sz="28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计及市场主体调节质量的调峰出清</a:t>
            </a: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机制</a:t>
            </a:r>
            <a:endParaRPr lang="zh-CN" altLang="en-US" sz="2800" dirty="0">
              <a:effectLst/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19BF634-0A5B-4BB8-E62B-E42330DEA6D8}"/>
              </a:ext>
            </a:extLst>
          </p:cNvPr>
          <p:cNvSpPr/>
          <p:nvPr/>
        </p:nvSpPr>
        <p:spPr>
          <a:xfrm>
            <a:off x="577850" y="971550"/>
            <a:ext cx="5899150" cy="6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7F34151-DFF5-99FD-3137-47A0469D3599}"/>
              </a:ext>
            </a:extLst>
          </p:cNvPr>
          <p:cNvSpPr txBox="1"/>
          <p:nvPr/>
        </p:nvSpPr>
        <p:spPr>
          <a:xfrm>
            <a:off x="640073" y="1358037"/>
            <a:ext cx="31610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bg1">
                    <a:lumMod val="6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纳入调节质量的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EC7E0D3-7D4E-1295-E1A0-8CC1C531F191}"/>
              </a:ext>
            </a:extLst>
          </p:cNvPr>
          <p:cNvSpPr txBox="1"/>
          <p:nvPr/>
        </p:nvSpPr>
        <p:spPr>
          <a:xfrm>
            <a:off x="1442245" y="1578629"/>
            <a:ext cx="27506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调峰出清模型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20F738E2-0951-FC31-A350-DA63441E3F7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09" r="5826"/>
          <a:stretch/>
        </p:blipFill>
        <p:spPr bwMode="auto">
          <a:xfrm>
            <a:off x="-232979" y="7569585"/>
            <a:ext cx="7867650" cy="4981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8A87244-66B0-EA70-F7AF-F96A59B983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3624" y="12563501"/>
            <a:ext cx="4028455" cy="8785179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88900" dir="13500000" algn="br" rotWithShape="0">
              <a:prstClr val="black">
                <a:alpha val="40000"/>
              </a:prstClr>
            </a:outerShdw>
          </a:effectLst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A5788178-7451-6258-0E23-FA099486D59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4474"/>
          <a:stretch/>
        </p:blipFill>
        <p:spPr>
          <a:xfrm>
            <a:off x="1759064" y="2512988"/>
            <a:ext cx="8673872" cy="6551174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88900" dir="13500000" algn="b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12333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7BBB5AD6-4B1F-6CE4-CED9-0CABFD42697E}"/>
              </a:ext>
            </a:extLst>
          </p:cNvPr>
          <p:cNvSpPr txBox="1"/>
          <p:nvPr/>
        </p:nvSpPr>
        <p:spPr>
          <a:xfrm>
            <a:off x="95250" y="362899"/>
            <a:ext cx="6997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lang="zh-CN" altLang="en-US" sz="28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面向虚拟电厂集群的电网调度框架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363EBEF-4C60-70C8-3A1D-213A10AEA77A}"/>
              </a:ext>
            </a:extLst>
          </p:cNvPr>
          <p:cNvSpPr txBox="1"/>
          <p:nvPr/>
        </p:nvSpPr>
        <p:spPr>
          <a:xfrm>
            <a:off x="-5305488" y="507556"/>
            <a:ext cx="5261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bg1">
                    <a:lumMod val="75000"/>
                  </a:schemeClr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lang="zh-CN" altLang="en-US" sz="1600" dirty="0">
                <a:solidFill>
                  <a:schemeClr val="bg1">
                    <a:lumMod val="75000"/>
                  </a:schemeClr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计及市场主体调节质量的调峰出清机制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AFF5040-EC1D-4A63-4137-B28DC686C01F}"/>
              </a:ext>
            </a:extLst>
          </p:cNvPr>
          <p:cNvSpPr/>
          <p:nvPr/>
        </p:nvSpPr>
        <p:spPr>
          <a:xfrm>
            <a:off x="577850" y="971550"/>
            <a:ext cx="5229225" cy="603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AED9B43-2626-EE08-6BB0-61B7302EB02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474"/>
          <a:stretch/>
        </p:blipFill>
        <p:spPr>
          <a:xfrm>
            <a:off x="1759064" y="7955819"/>
            <a:ext cx="8673872" cy="6551174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88900" dir="13500000" algn="br" rotWithShape="0">
              <a:prstClr val="black">
                <a:alpha val="40000"/>
              </a:prstClr>
            </a:outerShdw>
          </a:effec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61AB7E45-066D-ADE3-FA41-4744AE8C7185}"/>
              </a:ext>
            </a:extLst>
          </p:cNvPr>
          <p:cNvSpPr txBox="1"/>
          <p:nvPr/>
        </p:nvSpPr>
        <p:spPr>
          <a:xfrm>
            <a:off x="-3409393" y="1358037"/>
            <a:ext cx="31610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bg1">
                    <a:lumMod val="6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纳入调节质量的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11B6B51-C2B5-4381-DE87-F222EDBEFA45}"/>
              </a:ext>
            </a:extLst>
          </p:cNvPr>
          <p:cNvSpPr txBox="1"/>
          <p:nvPr/>
        </p:nvSpPr>
        <p:spPr>
          <a:xfrm>
            <a:off x="-5118181" y="1578629"/>
            <a:ext cx="27506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调峰出清模型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7E58601-6FA5-7867-5953-9FAC068C57C6}"/>
              </a:ext>
            </a:extLst>
          </p:cNvPr>
          <p:cNvSpPr txBox="1"/>
          <p:nvPr/>
        </p:nvSpPr>
        <p:spPr>
          <a:xfrm>
            <a:off x="5097968" y="3334987"/>
            <a:ext cx="18563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虚拟电厂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F8E3804-F79C-E26A-C007-70CFDEA5BBB5}"/>
              </a:ext>
            </a:extLst>
          </p:cNvPr>
          <p:cNvSpPr txBox="1"/>
          <p:nvPr/>
        </p:nvSpPr>
        <p:spPr>
          <a:xfrm>
            <a:off x="5097968" y="3334986"/>
            <a:ext cx="18563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虚拟电厂</a:t>
            </a:r>
          </a:p>
        </p:txBody>
      </p:sp>
    </p:spTree>
    <p:extLst>
      <p:ext uri="{BB962C8B-B14F-4D97-AF65-F5344CB8AC3E}">
        <p14:creationId xmlns:p14="http://schemas.microsoft.com/office/powerpoint/2010/main" val="1702157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7BBB5AD6-4B1F-6CE4-CED9-0CABFD42697E}"/>
              </a:ext>
            </a:extLst>
          </p:cNvPr>
          <p:cNvSpPr txBox="1"/>
          <p:nvPr/>
        </p:nvSpPr>
        <p:spPr>
          <a:xfrm>
            <a:off x="95250" y="362899"/>
            <a:ext cx="6997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lang="zh-CN" altLang="en-US" sz="28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面向虚拟电厂集群的电网调度框架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AFF5040-EC1D-4A63-4137-B28DC686C01F}"/>
              </a:ext>
            </a:extLst>
          </p:cNvPr>
          <p:cNvSpPr/>
          <p:nvPr/>
        </p:nvSpPr>
        <p:spPr>
          <a:xfrm>
            <a:off x="577850" y="971550"/>
            <a:ext cx="5229225" cy="603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7E58601-6FA5-7867-5953-9FAC068C57C6}"/>
              </a:ext>
            </a:extLst>
          </p:cNvPr>
          <p:cNvSpPr txBox="1"/>
          <p:nvPr/>
        </p:nvSpPr>
        <p:spPr>
          <a:xfrm>
            <a:off x="5626100" y="2780557"/>
            <a:ext cx="20451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虚拟电厂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F7B2D2C-2A0F-9AC4-1FFD-297EBE0E57A0}"/>
              </a:ext>
            </a:extLst>
          </p:cNvPr>
          <p:cNvSpPr txBox="1"/>
          <p:nvPr/>
        </p:nvSpPr>
        <p:spPr>
          <a:xfrm>
            <a:off x="4550286" y="2858601"/>
            <a:ext cx="15425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综合型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C7B6F82-D5EE-C7AA-67FC-DA3E1BA11D7F}"/>
              </a:ext>
            </a:extLst>
          </p:cNvPr>
          <p:cNvSpPr txBox="1"/>
          <p:nvPr/>
        </p:nvSpPr>
        <p:spPr>
          <a:xfrm>
            <a:off x="5626100" y="3688497"/>
            <a:ext cx="20451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虚拟电厂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C81F035-FF9B-205A-26D4-5A9BCFAAFD65}"/>
              </a:ext>
            </a:extLst>
          </p:cNvPr>
          <p:cNvSpPr txBox="1"/>
          <p:nvPr/>
        </p:nvSpPr>
        <p:spPr>
          <a:xfrm>
            <a:off x="4550286" y="3750052"/>
            <a:ext cx="15425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特征型</a:t>
            </a:r>
          </a:p>
        </p:txBody>
      </p:sp>
    </p:spTree>
    <p:extLst>
      <p:ext uri="{BB962C8B-B14F-4D97-AF65-F5344CB8AC3E}">
        <p14:creationId xmlns:p14="http://schemas.microsoft.com/office/powerpoint/2010/main" val="219705351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7BBB5AD6-4B1F-6CE4-CED9-0CABFD42697E}"/>
              </a:ext>
            </a:extLst>
          </p:cNvPr>
          <p:cNvSpPr txBox="1"/>
          <p:nvPr/>
        </p:nvSpPr>
        <p:spPr>
          <a:xfrm>
            <a:off x="95250" y="362899"/>
            <a:ext cx="6997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lang="zh-CN" altLang="en-US" sz="28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面向虚拟电厂集群的电网调度框架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AFF5040-EC1D-4A63-4137-B28DC686C01F}"/>
              </a:ext>
            </a:extLst>
          </p:cNvPr>
          <p:cNvSpPr/>
          <p:nvPr/>
        </p:nvSpPr>
        <p:spPr>
          <a:xfrm>
            <a:off x="577850" y="971550"/>
            <a:ext cx="5229225" cy="603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7E58601-6FA5-7867-5953-9FAC068C57C6}"/>
              </a:ext>
            </a:extLst>
          </p:cNvPr>
          <p:cNvSpPr txBox="1"/>
          <p:nvPr/>
        </p:nvSpPr>
        <p:spPr>
          <a:xfrm>
            <a:off x="3041650" y="2263646"/>
            <a:ext cx="20451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虚拟电厂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F7B2D2C-2A0F-9AC4-1FFD-297EBE0E57A0}"/>
              </a:ext>
            </a:extLst>
          </p:cNvPr>
          <p:cNvSpPr txBox="1"/>
          <p:nvPr/>
        </p:nvSpPr>
        <p:spPr>
          <a:xfrm>
            <a:off x="1972186" y="2318851"/>
            <a:ext cx="15425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综合型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C7B6F82-D5EE-C7AA-67FC-DA3E1BA11D7F}"/>
              </a:ext>
            </a:extLst>
          </p:cNvPr>
          <p:cNvSpPr txBox="1"/>
          <p:nvPr/>
        </p:nvSpPr>
        <p:spPr>
          <a:xfrm>
            <a:off x="3035300" y="3686415"/>
            <a:ext cx="20451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虚拟电厂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C81F035-FF9B-205A-26D4-5A9BCFAAFD65}"/>
              </a:ext>
            </a:extLst>
          </p:cNvPr>
          <p:cNvSpPr txBox="1"/>
          <p:nvPr/>
        </p:nvSpPr>
        <p:spPr>
          <a:xfrm>
            <a:off x="1972186" y="3741620"/>
            <a:ext cx="15425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特征型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45518FE-31FB-8952-E540-8E6CC40728CD}"/>
              </a:ext>
            </a:extLst>
          </p:cNvPr>
          <p:cNvSpPr txBox="1"/>
          <p:nvPr/>
        </p:nvSpPr>
        <p:spPr>
          <a:xfrm>
            <a:off x="3221037" y="2848421"/>
            <a:ext cx="52292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·</a:t>
            </a:r>
            <a:r>
              <a:rPr lang="zh-CN" altLang="zh-CN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以最大化调节质量聚合而</a:t>
            </a: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成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E7F7A9E-5FD8-DF13-E956-5F3F44C19241}"/>
              </a:ext>
            </a:extLst>
          </p:cNvPr>
          <p:cNvSpPr txBox="1"/>
          <p:nvPr/>
        </p:nvSpPr>
        <p:spPr>
          <a:xfrm>
            <a:off x="3333750" y="4298544"/>
            <a:ext cx="78406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·</a:t>
            </a: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以最大化某一调节特性，或针对特性类似资源聚合而成</a:t>
            </a:r>
          </a:p>
        </p:txBody>
      </p:sp>
    </p:spTree>
    <p:extLst>
      <p:ext uri="{BB962C8B-B14F-4D97-AF65-F5344CB8AC3E}">
        <p14:creationId xmlns:p14="http://schemas.microsoft.com/office/powerpoint/2010/main" val="22628466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7BBB5AD6-4B1F-6CE4-CED9-0CABFD42697E}"/>
              </a:ext>
            </a:extLst>
          </p:cNvPr>
          <p:cNvSpPr txBox="1"/>
          <p:nvPr/>
        </p:nvSpPr>
        <p:spPr>
          <a:xfrm>
            <a:off x="95250" y="362899"/>
            <a:ext cx="6997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lang="zh-CN" altLang="en-US" sz="28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面向虚拟电厂集群的电网调度框架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AFF5040-EC1D-4A63-4137-B28DC686C01F}"/>
              </a:ext>
            </a:extLst>
          </p:cNvPr>
          <p:cNvSpPr/>
          <p:nvPr/>
        </p:nvSpPr>
        <p:spPr>
          <a:xfrm>
            <a:off x="577850" y="971550"/>
            <a:ext cx="5229225" cy="603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7E58601-6FA5-7867-5953-9FAC068C57C6}"/>
              </a:ext>
            </a:extLst>
          </p:cNvPr>
          <p:cNvSpPr txBox="1"/>
          <p:nvPr/>
        </p:nvSpPr>
        <p:spPr>
          <a:xfrm>
            <a:off x="1972186" y="2263646"/>
            <a:ext cx="31209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综合型</a:t>
            </a:r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虚拟电厂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C7B6F82-D5EE-C7AA-67FC-DA3E1BA11D7F}"/>
              </a:ext>
            </a:extLst>
          </p:cNvPr>
          <p:cNvSpPr txBox="1"/>
          <p:nvPr/>
        </p:nvSpPr>
        <p:spPr>
          <a:xfrm>
            <a:off x="1972186" y="3686415"/>
            <a:ext cx="31209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特征型</a:t>
            </a:r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虚拟电厂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45518FE-31FB-8952-E540-8E6CC40728CD}"/>
              </a:ext>
            </a:extLst>
          </p:cNvPr>
          <p:cNvSpPr txBox="1"/>
          <p:nvPr/>
        </p:nvSpPr>
        <p:spPr>
          <a:xfrm>
            <a:off x="3221037" y="2848421"/>
            <a:ext cx="52292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·</a:t>
            </a:r>
            <a:r>
              <a:rPr lang="zh-CN" altLang="zh-CN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以最大化调节质量聚合而</a:t>
            </a: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成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E7F7A9E-5FD8-DF13-E956-5F3F44C19241}"/>
              </a:ext>
            </a:extLst>
          </p:cNvPr>
          <p:cNvSpPr txBox="1"/>
          <p:nvPr/>
        </p:nvSpPr>
        <p:spPr>
          <a:xfrm>
            <a:off x="3333750" y="4298544"/>
            <a:ext cx="78406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·</a:t>
            </a: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以最大化某一调节特性，或针对特性类似资源聚合而成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A017EA7-C365-7A2B-99AF-2702257BF452}"/>
              </a:ext>
            </a:extLst>
          </p:cNvPr>
          <p:cNvSpPr txBox="1"/>
          <p:nvPr/>
        </p:nvSpPr>
        <p:spPr>
          <a:xfrm>
            <a:off x="3333749" y="4878351"/>
            <a:ext cx="78406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·</a:t>
            </a: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灵活型</a:t>
            </a:r>
            <a:r>
              <a:rPr lang="en-US" altLang="zh-CN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VPP</a:t>
            </a: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、环保型</a:t>
            </a:r>
            <a:r>
              <a:rPr lang="en-US" altLang="zh-CN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VPP</a:t>
            </a: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、负荷型</a:t>
            </a:r>
            <a:r>
              <a:rPr lang="en-US" altLang="zh-CN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VPP……</a:t>
            </a:r>
            <a:endParaRPr lang="zh-CN" altLang="en-US" sz="24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75089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7BBB5AD6-4B1F-6CE4-CED9-0CABFD42697E}"/>
              </a:ext>
            </a:extLst>
          </p:cNvPr>
          <p:cNvSpPr txBox="1"/>
          <p:nvPr/>
        </p:nvSpPr>
        <p:spPr>
          <a:xfrm>
            <a:off x="95250" y="362899"/>
            <a:ext cx="6997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lang="zh-CN" altLang="en-US" sz="28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面向虚拟电厂集群的电网调度框架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AFF5040-EC1D-4A63-4137-B28DC686C01F}"/>
              </a:ext>
            </a:extLst>
          </p:cNvPr>
          <p:cNvSpPr/>
          <p:nvPr/>
        </p:nvSpPr>
        <p:spPr>
          <a:xfrm>
            <a:off x="577850" y="971550"/>
            <a:ext cx="5229225" cy="603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7E58601-6FA5-7867-5953-9FAC068C57C6}"/>
              </a:ext>
            </a:extLst>
          </p:cNvPr>
          <p:cNvSpPr txBox="1"/>
          <p:nvPr/>
        </p:nvSpPr>
        <p:spPr>
          <a:xfrm>
            <a:off x="1563007" y="3809060"/>
            <a:ext cx="23431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综合型虚拟电厂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C7B6F82-D5EE-C7AA-67FC-DA3E1BA11D7F}"/>
              </a:ext>
            </a:extLst>
          </p:cNvPr>
          <p:cNvSpPr txBox="1"/>
          <p:nvPr/>
        </p:nvSpPr>
        <p:spPr>
          <a:xfrm>
            <a:off x="4747532" y="2734740"/>
            <a:ext cx="2362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特征型虚拟电厂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5644075-DA3F-BB12-3973-847552685EAC}"/>
              </a:ext>
            </a:extLst>
          </p:cNvPr>
          <p:cNvSpPr/>
          <p:nvPr/>
        </p:nvSpPr>
        <p:spPr>
          <a:xfrm>
            <a:off x="1391557" y="2582568"/>
            <a:ext cx="2686050" cy="29146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6007271-B65E-3E56-4035-C840BF8D4BC1}"/>
              </a:ext>
            </a:extLst>
          </p:cNvPr>
          <p:cNvSpPr/>
          <p:nvPr/>
        </p:nvSpPr>
        <p:spPr>
          <a:xfrm>
            <a:off x="4464957" y="2582568"/>
            <a:ext cx="6845300" cy="29146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94DD9D4-E9B8-B1C3-EE47-6392353A29BA}"/>
              </a:ext>
            </a:extLst>
          </p:cNvPr>
          <p:cNvSpPr/>
          <p:nvPr/>
        </p:nvSpPr>
        <p:spPr>
          <a:xfrm>
            <a:off x="1175657" y="1725318"/>
            <a:ext cx="10350500" cy="40386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G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6F05D37-CCF5-3F08-8A9F-942D833C07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427" y="3388859"/>
            <a:ext cx="6536359" cy="1980715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3C1594C0-586F-6EB4-D488-DFAEECFCCC85}"/>
              </a:ext>
            </a:extLst>
          </p:cNvPr>
          <p:cNvSpPr txBox="1"/>
          <p:nvPr/>
        </p:nvSpPr>
        <p:spPr>
          <a:xfrm>
            <a:off x="1231900" y="1774181"/>
            <a:ext cx="2362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虚拟电厂集群</a:t>
            </a:r>
          </a:p>
        </p:txBody>
      </p:sp>
    </p:spTree>
    <p:extLst>
      <p:ext uri="{BB962C8B-B14F-4D97-AF65-F5344CB8AC3E}">
        <p14:creationId xmlns:p14="http://schemas.microsoft.com/office/powerpoint/2010/main" val="370343251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7BBB5AD6-4B1F-6CE4-CED9-0CABFD42697E}"/>
              </a:ext>
            </a:extLst>
          </p:cNvPr>
          <p:cNvSpPr txBox="1"/>
          <p:nvPr/>
        </p:nvSpPr>
        <p:spPr>
          <a:xfrm>
            <a:off x="95250" y="362899"/>
            <a:ext cx="6997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lang="zh-CN" altLang="en-US" sz="28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面向虚拟电厂集群的电网调度框架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AFF5040-EC1D-4A63-4137-B28DC686C01F}"/>
              </a:ext>
            </a:extLst>
          </p:cNvPr>
          <p:cNvSpPr/>
          <p:nvPr/>
        </p:nvSpPr>
        <p:spPr>
          <a:xfrm>
            <a:off x="577850" y="971550"/>
            <a:ext cx="5229225" cy="603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6C2AB68F-4C38-918C-61FF-464B42E7C5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045" y="1665093"/>
            <a:ext cx="10511583" cy="4202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9979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直角三角形 8">
            <a:extLst>
              <a:ext uri="{FF2B5EF4-FFF2-40B4-BE49-F238E27FC236}">
                <a16:creationId xmlns:a16="http://schemas.microsoft.com/office/drawing/2014/main" id="{0A06F69F-F820-DAB2-2D8D-8BD3B3CEE65E}"/>
              </a:ext>
            </a:extLst>
          </p:cNvPr>
          <p:cNvSpPr/>
          <p:nvPr/>
        </p:nvSpPr>
        <p:spPr>
          <a:xfrm>
            <a:off x="5062290" y="3635304"/>
            <a:ext cx="1098808" cy="1098808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D68E04F-913D-C07F-9DA8-EA3F863D9D11}"/>
              </a:ext>
            </a:extLst>
          </p:cNvPr>
          <p:cNvSpPr txBox="1"/>
          <p:nvPr/>
        </p:nvSpPr>
        <p:spPr>
          <a:xfrm>
            <a:off x="4938702" y="4194298"/>
            <a:ext cx="1638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感谢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3918996-6ABF-0797-54B3-83D2C7CF5742}"/>
              </a:ext>
            </a:extLst>
          </p:cNvPr>
          <p:cNvSpPr txBox="1"/>
          <p:nvPr/>
        </p:nvSpPr>
        <p:spPr>
          <a:xfrm>
            <a:off x="6361173" y="4640708"/>
            <a:ext cx="1638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50000"/>
                    <a:lumOff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聆听</a:t>
            </a:r>
          </a:p>
        </p:txBody>
      </p:sp>
      <p:sp>
        <p:nvSpPr>
          <p:cNvPr id="12" name="直角三角形 11">
            <a:extLst>
              <a:ext uri="{FF2B5EF4-FFF2-40B4-BE49-F238E27FC236}">
                <a16:creationId xmlns:a16="http://schemas.microsoft.com/office/drawing/2014/main" id="{57E7CE51-5120-A9BE-F8F2-FBC580F7DCF1}"/>
              </a:ext>
            </a:extLst>
          </p:cNvPr>
          <p:cNvSpPr/>
          <p:nvPr/>
        </p:nvSpPr>
        <p:spPr>
          <a:xfrm rot="10800000">
            <a:off x="6135599" y="4721361"/>
            <a:ext cx="1398717" cy="1398717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直角三角形 12">
            <a:extLst>
              <a:ext uri="{FF2B5EF4-FFF2-40B4-BE49-F238E27FC236}">
                <a16:creationId xmlns:a16="http://schemas.microsoft.com/office/drawing/2014/main" id="{2FCCEB5F-5FED-A390-1BD4-FC16F4CB4BF1}"/>
              </a:ext>
            </a:extLst>
          </p:cNvPr>
          <p:cNvSpPr/>
          <p:nvPr/>
        </p:nvSpPr>
        <p:spPr>
          <a:xfrm>
            <a:off x="4749799" y="3279952"/>
            <a:ext cx="1454160" cy="1454160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C2AB68F-4C38-918C-61FF-464B42E7C5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3200" y="3555556"/>
            <a:ext cx="3422650" cy="1368292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4BD9B739-0E81-AED9-EB19-1DAF27753F22}"/>
              </a:ext>
            </a:extLst>
          </p:cNvPr>
          <p:cNvSpPr txBox="1"/>
          <p:nvPr/>
        </p:nvSpPr>
        <p:spPr>
          <a:xfrm>
            <a:off x="95250" y="362899"/>
            <a:ext cx="6997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·</a:t>
            </a:r>
            <a:r>
              <a:rPr lang="zh-CN" altLang="en-US" sz="28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面向虚拟电厂集群的电网调度框架</a:t>
            </a:r>
          </a:p>
        </p:txBody>
      </p:sp>
      <p:pic>
        <p:nvPicPr>
          <p:cNvPr id="4" name="图片 3" descr="图示&#10;&#10;描述已自动生成">
            <a:extLst>
              <a:ext uri="{FF2B5EF4-FFF2-40B4-BE49-F238E27FC236}">
                <a16:creationId xmlns:a16="http://schemas.microsoft.com/office/drawing/2014/main" id="{F73384BA-093F-9F04-38A1-5A8AA40555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8268" y="1060903"/>
            <a:ext cx="4892013" cy="579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A5062FC2-4B15-6B7A-1B48-ACA6ED960E2F}"/>
              </a:ext>
            </a:extLst>
          </p:cNvPr>
          <p:cNvSpPr txBox="1"/>
          <p:nvPr/>
        </p:nvSpPr>
        <p:spPr>
          <a:xfrm>
            <a:off x="1767744" y="-1548794"/>
            <a:ext cx="86565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面向虚拟电厂集群的电网调度机制设计研究</a:t>
            </a:r>
            <a:endParaRPr lang="en-US" altLang="zh-CN" sz="3200" b="1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8096B87-18F0-D8FD-03B3-965DBE35B40B}"/>
              </a:ext>
            </a:extLst>
          </p:cNvPr>
          <p:cNvSpPr txBox="1"/>
          <p:nvPr/>
        </p:nvSpPr>
        <p:spPr>
          <a:xfrm>
            <a:off x="1767744" y="-895864"/>
            <a:ext cx="4269568" cy="458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答辩人：曾德扬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指导老师：李嘉媚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EAAF26B-EB6B-8A29-C51F-385CDD105491}"/>
              </a:ext>
            </a:extLst>
          </p:cNvPr>
          <p:cNvSpPr/>
          <p:nvPr/>
        </p:nvSpPr>
        <p:spPr>
          <a:xfrm>
            <a:off x="577850" y="971550"/>
            <a:ext cx="5229225" cy="603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42476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>
        <p159:morph option="byObject"/>
      </p:transition>
    </mc:Choice>
    <mc:Fallback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文本框 43">
            <a:extLst>
              <a:ext uri="{FF2B5EF4-FFF2-40B4-BE49-F238E27FC236}">
                <a16:creationId xmlns:a16="http://schemas.microsoft.com/office/drawing/2014/main" id="{2F01928A-D3C4-0293-889F-0D7F2E820F21}"/>
              </a:ext>
            </a:extLst>
          </p:cNvPr>
          <p:cNvSpPr txBox="1"/>
          <p:nvPr/>
        </p:nvSpPr>
        <p:spPr>
          <a:xfrm>
            <a:off x="1767744" y="1791306"/>
            <a:ext cx="86565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面向虚拟电厂集群的电网调度机制设计研究</a:t>
            </a:r>
            <a:endParaRPr lang="en-US" altLang="zh-CN" sz="3200" b="1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9C961E0E-7E77-C34F-B551-332B9F86E57A}"/>
              </a:ext>
            </a:extLst>
          </p:cNvPr>
          <p:cNvSpPr txBox="1"/>
          <p:nvPr/>
        </p:nvSpPr>
        <p:spPr>
          <a:xfrm>
            <a:off x="1767744" y="2444236"/>
            <a:ext cx="4269568" cy="458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答辩人：曾德扬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指导老师：李嘉媚</a:t>
            </a:r>
          </a:p>
        </p:txBody>
      </p:sp>
      <p:sp>
        <p:nvSpPr>
          <p:cNvPr id="39" name="直角三角形 38">
            <a:extLst>
              <a:ext uri="{FF2B5EF4-FFF2-40B4-BE49-F238E27FC236}">
                <a16:creationId xmlns:a16="http://schemas.microsoft.com/office/drawing/2014/main" id="{E03C6BC2-AF47-089A-E6BD-AAB2D5D4BFC3}"/>
              </a:ext>
            </a:extLst>
          </p:cNvPr>
          <p:cNvSpPr/>
          <p:nvPr/>
        </p:nvSpPr>
        <p:spPr>
          <a:xfrm>
            <a:off x="5062290" y="3635304"/>
            <a:ext cx="1098808" cy="1098808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13D84658-1184-7423-44D1-81A4056B0D8B}"/>
              </a:ext>
            </a:extLst>
          </p:cNvPr>
          <p:cNvSpPr txBox="1"/>
          <p:nvPr/>
        </p:nvSpPr>
        <p:spPr>
          <a:xfrm>
            <a:off x="4938702" y="4194298"/>
            <a:ext cx="1638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感谢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E85124AD-5884-8084-EDB2-74649EEB3506}"/>
              </a:ext>
            </a:extLst>
          </p:cNvPr>
          <p:cNvSpPr txBox="1"/>
          <p:nvPr/>
        </p:nvSpPr>
        <p:spPr>
          <a:xfrm>
            <a:off x="6361173" y="4640708"/>
            <a:ext cx="1638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50000"/>
                    <a:lumOff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聆听</a:t>
            </a:r>
          </a:p>
        </p:txBody>
      </p:sp>
      <p:sp>
        <p:nvSpPr>
          <p:cNvPr id="48" name="直角三角形 47">
            <a:extLst>
              <a:ext uri="{FF2B5EF4-FFF2-40B4-BE49-F238E27FC236}">
                <a16:creationId xmlns:a16="http://schemas.microsoft.com/office/drawing/2014/main" id="{EE41A7A3-D3A3-8A4E-5E5A-0ACC9D21ACA9}"/>
              </a:ext>
            </a:extLst>
          </p:cNvPr>
          <p:cNvSpPr/>
          <p:nvPr/>
        </p:nvSpPr>
        <p:spPr>
          <a:xfrm rot="10800000">
            <a:off x="6135599" y="4721361"/>
            <a:ext cx="1398717" cy="1398717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直角三角形 48">
            <a:extLst>
              <a:ext uri="{FF2B5EF4-FFF2-40B4-BE49-F238E27FC236}">
                <a16:creationId xmlns:a16="http://schemas.microsoft.com/office/drawing/2014/main" id="{830BF383-9452-932F-9317-4DEC250E995F}"/>
              </a:ext>
            </a:extLst>
          </p:cNvPr>
          <p:cNvSpPr/>
          <p:nvPr/>
        </p:nvSpPr>
        <p:spPr>
          <a:xfrm>
            <a:off x="4749799" y="3279952"/>
            <a:ext cx="1454160" cy="1454160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849CD939-C2CB-20E8-66FF-1D61116206AF}"/>
              </a:ext>
            </a:extLst>
          </p:cNvPr>
          <p:cNvSpPr/>
          <p:nvPr/>
        </p:nvSpPr>
        <p:spPr>
          <a:xfrm rot="2700000">
            <a:off x="5582992" y="4698502"/>
            <a:ext cx="115621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 descr="图示&#10;&#10;描述已自动生成">
            <a:extLst>
              <a:ext uri="{FF2B5EF4-FFF2-40B4-BE49-F238E27FC236}">
                <a16:creationId xmlns:a16="http://schemas.microsoft.com/office/drawing/2014/main" id="{7CDC4EEA-D167-CD1C-91DD-B37BD232DC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8268" y="7884161"/>
            <a:ext cx="4892013" cy="57962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152460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3.33333E-6 L 0.06093 3.33333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47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-2.96296E-6 L -0.06302 -2.96296E-6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15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4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7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1317</TotalTime>
  <Words>1401</Words>
  <Application>Microsoft Office PowerPoint</Application>
  <PresentationFormat>宽屏</PresentationFormat>
  <Paragraphs>253</Paragraphs>
  <Slides>36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44" baseType="lpstr">
      <vt:lpstr>等线</vt:lpstr>
      <vt:lpstr>等线 Light</vt:lpstr>
      <vt:lpstr>华文中宋</vt:lpstr>
      <vt:lpstr>宋体</vt:lpstr>
      <vt:lpstr>微软雅黑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 z</dc:creator>
  <cp:lastModifiedBy>z z</cp:lastModifiedBy>
  <cp:revision>1</cp:revision>
  <dcterms:created xsi:type="dcterms:W3CDTF">2024-05-16T08:48:37Z</dcterms:created>
  <dcterms:modified xsi:type="dcterms:W3CDTF">2024-05-29T12:39:17Z</dcterms:modified>
</cp:coreProperties>
</file>